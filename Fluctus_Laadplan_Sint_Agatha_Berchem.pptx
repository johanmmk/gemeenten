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Sint_Agatha_Berchem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Sint-Agatha-Berchem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SINT-AGATHA-BERCHEM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Sint-Agatha-Berchem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28.240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Sint-Agatha-Berchem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28.240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€ 42,36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€ 84,72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28.240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€ 42,36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28.240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€ 84,72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Sint-Agatha-Berchem,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668 parkings · 28.240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johanmmk.github.io/gemeenten/Kaart_bedrijfsparkings_Sint_Agatha_Berchem.html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Sint-Agatha-Berchem.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28.240 auto’s op 668 slimme parkings in Sint-Agatha-Berchem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QDEME 36 (36 kV), 3.2 km van Sint-Agatha-Berchem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Sint-Agatha-Berchem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QDEME 36 (36 kV) — dichtste kopstation bij Sint-Agatha-Berchem, op ± 3.2 km (laagste load van de cluster &lt;5 km).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Sint-Agatha-Berchem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Sint-Agatha-Berchem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Sint-Agatha-Berchem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Sint-Agatha-Berchem</dc:title>
  <dc:subject>PptxGenJS Presentation</dc:subject>
  <dc:creator>Fluctus</dc:creator>
  <cp:lastModifiedBy>Fluctus</cp:lastModifiedBy>
  <cp:revision>1</cp:revision>
  <dcterms:created xsi:type="dcterms:W3CDTF">2026-06-25T00:02:22Z</dcterms:created>
  <dcterms:modified xsi:type="dcterms:W3CDTF">2026-06-25T00:02:22Z</dcterms:modified>
</cp:coreProperties>
</file>