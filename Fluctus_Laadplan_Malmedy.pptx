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8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9.xlsx"/></Relationships>
</file>

<file path=ppt/charts/chart2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almed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8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Malmedy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MALMEDY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Malmedy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3.133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Malmedy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€ 9,40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€ 9,40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Malmedy,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parkings · 3.133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johanmmk.github.io/gemeenten/Kaart_bedrijfsparkings_Malmedy.html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Malmedy.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2.061 auto’s op 53 slimme parkings in Malmedy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BEVER 70 (70 kV), 2.5 km van Malmedy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Malmedy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BEVER 70 (70 kV) — dichtste kopstation bij Malmedy, op ± 2.5 km (laagste load van de cluster &lt;5 km). Flex ≈ 3 MW (11 kW/wagen + 10 kW batterij) op 15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Malmedy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Malmedy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Malmedy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Malmedy</dc:title>
  <dc:subject>PptxGenJS Presentation</dc:subject>
  <dc:creator>Fluctus</dc:creator>
  <cp:lastModifiedBy>Fluctus</cp:lastModifiedBy>
  <cp:revision>1</cp:revision>
  <dcterms:created xsi:type="dcterms:W3CDTF">2026-06-24T01:26:45Z</dcterms:created>
  <dcterms:modified xsi:type="dcterms:W3CDTF">2026-06-24T01:26:45Z</dcterms:modified>
</cp:coreProperties>
</file>