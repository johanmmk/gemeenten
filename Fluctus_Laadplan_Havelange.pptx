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6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6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8.xlsx"/></Relationships>
</file>

<file path=ppt/charts/chart1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velang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6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Havelange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HAVELANGE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Havelange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966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Havelange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Havelange,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parkings · 966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johanmmk.github.io/gemeenten/Kaart_bedrijfsparkings_Havelange.html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Havelange.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406 auto’s op 14 slimme parkings in Havelange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39% naar 67%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MIECR 70 (70 kV), 1 km van Havelange.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Havelange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MIECR 70 (70 kV) — dichtste kopstation bij Havelange, op ± 1 km. Flex ≈ 1.6 MW (11 kW/wagen + 10 kW batterij) op 8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Havelange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Havelange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Havelange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Havelange</dc:title>
  <dc:subject>PptxGenJS Presentation</dc:subject>
  <dc:creator>Fluctus</dc:creator>
  <cp:lastModifiedBy>Fluctus</cp:lastModifiedBy>
  <cp:revision>1</cp:revision>
  <dcterms:created xsi:type="dcterms:W3CDTF">2026-06-24T00:37:01Z</dcterms:created>
  <dcterms:modified xsi:type="dcterms:W3CDTF">2026-06-24T00:37:01Z</dcterms:modified>
</cp:coreProperties>
</file>