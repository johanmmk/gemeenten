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0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0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06.xlsx"/></Relationships>
</file>

<file path=ppt/charts/chart40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Sint_Genesius_Rod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06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Sint-Genesius-Rode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SINT-GENESIUS-RODE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Sint-Genesius-Rode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7.627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Sint-Genesius-Rode</a:t>
            </a:r>
            <a:pPr indent="0" marL="0">
              <a:buNone/>
            </a:pP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7.627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€ 11,44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€ 22,88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7.627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€ 11,44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7.627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€ 22,88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Sint-Genesius-Rode,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240 parkings · 7.627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johanmmk.github.io/gemeenten/Kaart_bedrijfsparkings_Sint_Genesius_Rode.html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Sint-Genesius-Rode.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7.627 auto’s op 240 slimme parkings in Sint-Genesius-Rode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RHODE150 (150 kV), 1 km van Sint-Genesius-Rode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Sint-Genesius-Rode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RHODE150 (150 kV) — dichtste kopstation bij Sint-Genesius-Rode, op ± 1 km (laagste load van de cluster &lt;5 km). Flex ≈ 35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Sint-Genesius-Rode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+106%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Sint-Genesius-Rode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+106%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Sint-Genesius-Rode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Sint-Genesius-Rode</dc:title>
  <dc:subject>PptxGenJS Presentation</dc:subject>
  <dc:creator>Fluctus</dc:creator>
  <cp:lastModifiedBy>Fluctus</cp:lastModifiedBy>
  <cp:revision>1</cp:revision>
  <dcterms:created xsi:type="dcterms:W3CDTF">2026-06-25T03:28:07Z</dcterms:created>
  <dcterms:modified xsi:type="dcterms:W3CDTF">2026-06-25T03:28:07Z</dcterms:modified>
</cp:coreProperties>
</file>