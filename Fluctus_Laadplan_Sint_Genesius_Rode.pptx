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5.xlsx"/></Relationships>
</file>

<file path=ppt/charts/chart4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Genesius_Ro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Sint-Genesius-Rode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SINT-GENESIUS-RODE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Sint-Genesius-Rode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7.627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Sint-Genesius-Rode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€ 22,88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€ 22,88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Sint-Genesius-Rode,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parkings · 7.627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johanmmk.github.io/gemeenten/Kaart_bedrijfsparkings_Sint_Genesius_Rode.html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Sint-Genesius-Rode.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7.627 auto’s op 240 slimme parkings in Sint-Genesius-Rode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RHODE150 (150 kV), 1 km van Sint-Genesius-Rode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Sint-Genesius-Rode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RHODE150 (150 kV) — dichtste kopstation bij Sint-Genesius-Rode, op ± 1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Sint-Genesius-Rode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Sint-Genesius-Rode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Sint-Genesius-Rode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Sint-Genesius-Rode</dc:title>
  <dc:subject>PptxGenJS Presentation</dc:subject>
  <dc:creator>Fluctus</dc:creator>
  <cp:lastModifiedBy>Fluctus</cp:lastModifiedBy>
  <cp:revision>1</cp:revision>
  <dcterms:created xsi:type="dcterms:W3CDTF">2026-06-24T02:14:33Z</dcterms:created>
  <dcterms:modified xsi:type="dcterms:W3CDTF">2026-06-24T02:14:33Z</dcterms:modified>
</cp:coreProperties>
</file>