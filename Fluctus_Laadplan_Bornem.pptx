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rn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BORNEM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Bornem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4.674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Bornem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€ 14,02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€ 14,02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Bornem,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parkings · 4.674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johanmmk.github.io/gemeenten/Kaart_bedrijfsparkings_Bornem.html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Bornem.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1.283 auto’s op 38 slimme parkings in Bornem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BORNM 70 (70 kV), 1.2 km van Bornem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Bornem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BORNM 70 (70 kV) — dichtste kopstation bij Bornem, op ± 1.2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Bornem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Bornem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Bornem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Bornem</dc:title>
  <dc:subject>PptxGenJS Presentation</dc:subject>
  <dc:creator>Fluctus</dc:creator>
  <cp:lastModifiedBy>Fluctus</cp:lastModifiedBy>
  <cp:revision>1</cp:revision>
  <dcterms:created xsi:type="dcterms:W3CDTF">2026-06-25T00:19:42Z</dcterms:created>
  <dcterms:modified xsi:type="dcterms:W3CDTF">2026-06-25T00:19:42Z</dcterms:modified>
</cp:coreProperties>
</file>