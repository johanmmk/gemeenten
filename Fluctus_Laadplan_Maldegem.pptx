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7.xlsx"/></Relationships>
</file>

<file path=ppt/charts/chart28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31</c:v>
                </c:pt>
                <c:pt idx="1">
                  <c:v>63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Mald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Maldegem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MALDEGEM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Maldegem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3.593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Maldegem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+ 39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€ 5,39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€ 10,78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€ 5,39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3.593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€ 10,78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Maldegem,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parkings · 3.593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johanmmk.github.io/gemeenten/Kaart_bedrijfsparkings_Maldegem.html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Maldegem.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2.153 auto’s op 60 slimme parkings in Maldegem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31% naar 63%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EEKLO 36 (36 kV), 10.5 km van Maldegem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Maldegem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EEKLO 36 (36 kV) — dichtste kopstation bij Maldegem, op ± 10.5 km (laagste load van de cluster &lt;5 km). Flex ≈ 12 MW (11 kW/wagen + 10 kW batterij) op 60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Maldegem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Maldegem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Maldegem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Maldegem</dc:title>
  <dc:subject>PptxGenJS Presentation</dc:subject>
  <dc:creator>Fluctus</dc:creator>
  <cp:lastModifiedBy>Fluctus</cp:lastModifiedBy>
  <cp:revision>1</cp:revision>
  <dcterms:created xsi:type="dcterms:W3CDTF">2026-06-24T01:26:33Z</dcterms:created>
  <dcterms:modified xsi:type="dcterms:W3CDTF">2026-06-24T01:26:33Z</dcterms:modified>
</cp:coreProperties>
</file>