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47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yne_Heusa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Beyne-Heusay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BEYNE-HEUSAY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Beyne-Heusay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5.057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Beyne-Heusay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5.057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€ 15,17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€ 15,17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Beyne-Heusay,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parkings · 5.057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johanmmk.github.io/gemeenten/Kaart_bedrijfsparkings_Beyne_Heusay.html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Beyne-Heusay.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459 auto’s op 11 slimme parkings in Beyne-Heusay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39% naar 47%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ROMSE220 (220 kV), 1.5 km van Beyne-Heusay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Beyne-Heusay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ROMSE220 (220 kV) — dichtste kopstation bij Beyne-Heusay, op ± 1.5 km (laagste load van de cluster &lt;5 km). Flex ≈ 9.6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Beyne-Heusay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Beyne-Heusay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Beyne-Heusay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Beyne-Heusay</dc:title>
  <dc:subject>PptxGenJS Presentation</dc:subject>
  <dc:creator>Fluctus</dc:creator>
  <cp:lastModifiedBy>Fluctus</cp:lastModifiedBy>
  <cp:revision>1</cp:revision>
  <dcterms:created xsi:type="dcterms:W3CDTF">2026-06-23T22:48:15Z</dcterms:created>
  <dcterms:modified xsi:type="dcterms:W3CDTF">2026-06-23T22:48:15Z</dcterms:modified>
</cp:coreProperties>
</file>