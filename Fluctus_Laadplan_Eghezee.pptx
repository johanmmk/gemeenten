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9.xlsx"/></Relationships>
</file>

<file path=ppt/charts/chart5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gheze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Éghezée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ÉGHEZÉE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Éghezée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1.069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Éghezée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Éghezée,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parkings · 1.069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johanmmk.github.io/gemeenten/Kaart_bedrijfsparkings_Eghezee.html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Éghezée.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1.069 auto’s op 33 slimme parkings in Éghezée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LEUZE 70 (70 kV), 3.8 km van Éghezée.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Éghezée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LEUZE 70 (70 kV) — dichtste kopstation bij Éghezée, op ± 3.8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Éghezée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Éghezée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Éghezée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Éghezée</dc:title>
  <dc:subject>PptxGenJS Presentation</dc:subject>
  <dc:creator>Fluctus</dc:creator>
  <cp:lastModifiedBy>Fluctus</cp:lastModifiedBy>
  <cp:revision>1</cp:revision>
  <dcterms:created xsi:type="dcterms:W3CDTF">2026-06-24T04:38:16Z</dcterms:created>
  <dcterms:modified xsi:type="dcterms:W3CDTF">2026-06-24T04:38:16Z</dcterms:modified>
</cp:coreProperties>
</file>