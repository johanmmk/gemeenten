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8.xlsx"/></Relationships>
</file>

<file path=ppt/charts/chart3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chaar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Schaarbeek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SCHAARBEEK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Schaarbeek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43.125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Schaarbeek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€ 64,69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€ 129,38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€ 64,69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€ 129,38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Schaarbeek,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 parkings · 43.125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johanmmk.github.io/gemeenten/Kaart_bedrijfsparkings_Schaarbeek.html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Schaarbeek.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43.125 auto’s op 955 slimme parkings in Schaarbeek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0.4 km van Schaarbeek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Schaarbeek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Schaarbeek, op ± 0.4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Schaarbeek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Schaarbeek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Schaarbeek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Schaarbeek</dc:title>
  <dc:subject>PptxGenJS Presentation</dc:subject>
  <dc:creator>Fluctus</dc:creator>
  <cp:lastModifiedBy>Fluctus</cp:lastModifiedBy>
  <cp:revision>1</cp:revision>
  <dcterms:created xsi:type="dcterms:W3CDTF">2026-06-24T02:10:42Z</dcterms:created>
  <dcterms:modified xsi:type="dcterms:W3CDTF">2026-06-24T02:10:42Z</dcterms:modified>
</cp:coreProperties>
</file>