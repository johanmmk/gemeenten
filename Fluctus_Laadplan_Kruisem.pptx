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3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7.xlsx"/></Relationships>
</file>

<file path=ppt/charts/chart2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32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Kruis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3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Kruisem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KRUISEM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Kruisem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6.535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Kruisem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+ 175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6.535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€ 9,80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€ 19,61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6.535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€ 9,80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6.535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€ 19,61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Kruisem,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 parkings · 6.535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johanmmk.github.io/gemeenten/Kaart_bedrijfsparkings_Kruisem.html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Kruisem.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auto’s op 0 slimme parkings in Kruisem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32%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WORTG 70 (70 kV), 7.5 km van Kruisem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Kruisem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WORTG 70 (70 kV) — dichtste kopstation bij Kruisem, op ± 7.5 km (laagste load van de cluster &lt;5 km). Flex ≈ 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Kruisem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Kruisem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Kruisem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Kruisem</dc:title>
  <dc:subject>PptxGenJS Presentation</dc:subject>
  <dc:creator>Fluctus</dc:creator>
  <cp:lastModifiedBy>Fluctus</cp:lastModifiedBy>
  <cp:revision>1</cp:revision>
  <dcterms:created xsi:type="dcterms:W3CDTF">2026-06-24T01:03:07Z</dcterms:created>
  <dcterms:modified xsi:type="dcterms:W3CDTF">2026-06-24T01:03:07Z</dcterms:modified>
</cp:coreProperties>
</file>