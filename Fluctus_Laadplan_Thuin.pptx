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5.xlsx"/></Relationships>
</file>

<file path=ppt/charts/chart4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hu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THUIN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Thuin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2.620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Thuin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2.620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2.620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Thuin,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parkings · 2.620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johanmmk.github.io/gemeenten/Kaart_bedrijfsparkings_Thuin.html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Thuin.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1.052 auto’s op 42 slimme parkings in Thuin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LOBBE 70 (70 kV), 5.6 km van Thuin.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Thuin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LOBBE 70 (70 kV) — dichtste kopstation bij Thuin, op ± 5.6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Thuin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Thuin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Thuin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Thuin</dc:title>
  <dc:subject>PptxGenJS Presentation</dc:subject>
  <dc:creator>Fluctus</dc:creator>
  <cp:lastModifiedBy>Fluctus</cp:lastModifiedBy>
  <cp:revision>1</cp:revision>
  <dcterms:created xsi:type="dcterms:W3CDTF">2026-06-24T02:40:47Z</dcterms:created>
  <dcterms:modified xsi:type="dcterms:W3CDTF">2026-06-24T02:40:47Z</dcterms:modified>
</cp:coreProperties>
</file>