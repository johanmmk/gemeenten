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5.xlsx"/></Relationships>
</file>

<file path=ppt/charts/chart4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ervier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Verviers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VERVIERS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Verviers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5.104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Verviers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Verviers,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parkings · 5.104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johanmmk.github.io/gemeenten/Kaart_bedrijfsparkings_Verviers.html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Verviers.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3.002 auto’s op 81 slimme parkings in Verviers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STEMB 70 (70 kV), 1.8 km van Verviers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Verviers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STEMB 70 (70 kV) — dichtste kopstation bij Verviers, op ± 1.8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Verviers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Verviers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Verviers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Verviers</dc:title>
  <dc:subject>PptxGenJS Presentation</dc:subject>
  <dc:creator>Fluctus</dc:creator>
  <cp:lastModifiedBy>Fluctus</cp:lastModifiedBy>
  <cp:revision>1</cp:revision>
  <dcterms:created xsi:type="dcterms:W3CDTF">2026-06-25T03:43:04Z</dcterms:created>
  <dcterms:modified xsi:type="dcterms:W3CDTF">2026-06-25T03:43:04Z</dcterms:modified>
</cp:coreProperties>
</file>