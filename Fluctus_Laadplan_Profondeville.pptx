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4.xlsx"/></Relationships>
</file>

<file path=ppt/charts/chart3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rofonde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Profondeville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PROFONDEVILLE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Profondeville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Profondeville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Profondeville,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parkings · 1.493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johanmmk.github.io/gemeenten/Kaart_bedrijfsparkings_Profondeville.html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Profondeville.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435 auto’s op 17 slimme parkings in Profondeville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BOISD 70 (70 kV), 2 km van Profondeville.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Profondeville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BOISD 70 (70 kV) — dichtste kopstation bij Profondeville, op ± 2 km. Flex ≈ 9.1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Profondeville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Profondeville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Profondeville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Profondeville</dc:title>
  <dc:subject>PptxGenJS Presentation</dc:subject>
  <dc:creator>Fluctus</dc:creator>
  <cp:lastModifiedBy>Fluctus</cp:lastModifiedBy>
  <cp:revision>1</cp:revision>
  <dcterms:created xsi:type="dcterms:W3CDTF">2026-06-25T03:14:44Z</dcterms:created>
  <dcterms:modified xsi:type="dcterms:W3CDTF">2026-06-25T03:14:44Z</dcterms:modified>
</cp:coreProperties>
</file>