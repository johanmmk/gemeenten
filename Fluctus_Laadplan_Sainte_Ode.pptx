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8.xlsx"/></Relationships>
</file>

<file path=ppt/charts/chart3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ainte_O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Sainte-Ode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SAINTE-ODE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Sainte-Ode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Sainte-Ode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Sainte-Ode,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721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johanmmk.github.io/gemeenten/Kaart_bedrijfsparkings_Sainte_Ode.html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Sainte-Ode.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 auto’s op 7 slimme parkings in Sainte-Ode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30%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HERBA 70 (70 kV), 3.3 km van Sainte-Ode.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Sainte-Ode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HERBA 70 (70 kV) — dichtste kopstation bij Sainte-Ode, op ± 3.3 km. Flex ≈ 3.4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Sainte-Ode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Sainte-Ode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Sainte-Ode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Sainte-Ode</dc:title>
  <dc:subject>PptxGenJS Presentation</dc:subject>
  <dc:creator>Fluctus</dc:creator>
  <cp:lastModifiedBy>Fluctus</cp:lastModifiedBy>
  <cp:revision>1</cp:revision>
  <dcterms:created xsi:type="dcterms:W3CDTF">2026-06-24T02:03:36Z</dcterms:created>
  <dcterms:modified xsi:type="dcterms:W3CDTF">2026-06-24T02:03:36Z</dcterms:modified>
</cp:coreProperties>
</file>