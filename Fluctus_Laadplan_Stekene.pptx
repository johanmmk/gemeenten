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2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7.xlsx"/></Relationships>
</file>

<file path=ppt/charts/chart4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teke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2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Stekene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STEKENE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Stekene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1.664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Stekene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1.664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€ 2,50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1.664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€ 2,50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1.664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Stekene,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parkings · 1.664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johanmmk.github.io/gemeenten/Kaart_bedrijfsparkings_Stekene.html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Stekene.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692 auto’s op 24 slimme parkings in Stekene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HEIMO150 (150 kV), 10.6 km van Stekene.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Stekene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HEIMO150 (150 kV) — dichtste kopstation bij Stekene, op ± 10.6 km. Flex ≈ 12.8 MW (11 kW/wagen + 10 kW batterij) op 64.2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Stekene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Stekene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Stekene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Stekene</dc:title>
  <dc:subject>PptxGenJS Presentation</dc:subject>
  <dc:creator>Fluctus</dc:creator>
  <cp:lastModifiedBy>Fluctus</cp:lastModifiedBy>
  <cp:revision>1</cp:revision>
  <dcterms:created xsi:type="dcterms:W3CDTF">2026-06-25T03:35:00Z</dcterms:created>
  <dcterms:modified xsi:type="dcterms:W3CDTF">2026-06-25T03:35:00Z</dcterms:modified>
</cp:coreProperties>
</file>