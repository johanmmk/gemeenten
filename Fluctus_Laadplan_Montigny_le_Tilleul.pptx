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1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2.xlsx"/></Relationships>
</file>

<file path=ppt/charts/chart3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ontigny_le_Tilleu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1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Montigny-le-Tilleul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MONTIGNY-LE-TILLEUL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Montigny-le-Tilleul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2.778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Montigny-le-Tilleul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2.778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€ 4,17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€ 8,33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2.778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€ 4,17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2.778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€ 8,33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Montigny-le-Tilleul,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 parkings · 2.778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johanmmk.github.io/gemeenten/Kaart_bedrijfsparkings_Montigny_le_Tilleul.html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Montigny-le-Tilleul.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652 auto’s op 23 slimme parkings in Montigny-le-Tilleul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38% naar 50%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MONCE150 (150 kV), 2.1 km van Montigny-le-Tilleul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Montigny-le-Tilleul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MONCE150 (150 kV) — dichtste kopstation bij Montigny-le-Tilleul, op ± 2.1 km (laagste load van de cluster &lt;5 km). Flex ≈ 13.7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Montigny-le-Tilleul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Montigny-le-Tilleul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Montigny-le-Tilleul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Montigny-le-Tilleul</dc:title>
  <dc:subject>PptxGenJS Presentation</dc:subject>
  <dc:creator>Fluctus</dc:creator>
  <cp:lastModifiedBy>Fluctus</cp:lastModifiedBy>
  <cp:revision>1</cp:revision>
  <dcterms:created xsi:type="dcterms:W3CDTF">2026-06-24T01:39:02Z</dcterms:created>
  <dcterms:modified xsi:type="dcterms:W3CDTF">2026-06-24T01:39:02Z</dcterms:modified>
</cp:coreProperties>
</file>