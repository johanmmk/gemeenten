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6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5.xlsx"/></Relationships>
</file>

<file path=ppt/charts/chart3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uurs_Sint_Amand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6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Puurs-Sint-Amands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PUURS-SINT-AMANDS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Puurs-Sint-Amands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8.723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Puurs-Sint-Amands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+ 166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8.723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€ 13,08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€ 26,17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€ 13,08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€ 26,17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Puurs-Sint-Amands,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 parkings · 8.723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johanmmk.github.io/gemeenten/Kaart_bedrijfsparkings_Puurs_Sint_Amands.html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Puurs-Sint-Amands.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1.927 auto’s op 56 slimme parkings in Puurs-Sint-Amands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BORNM 70 (70 kV), 3 km van Puurs-Sint-Amands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Puurs-Sint-Amands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BORNM 70 (70 kV) — dichtste kopstation bij Puurs-Sint-Amands, op ± 3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Puurs-Sint-Amands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Puurs-Sint-Amands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Puurs-Sint-Amands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Puurs-Sint-Amands</dc:title>
  <dc:subject>PptxGenJS Presentation</dc:subject>
  <dc:creator>Fluctus</dc:creator>
  <cp:lastModifiedBy>Fluctus</cp:lastModifiedBy>
  <cp:revision>1</cp:revision>
  <dcterms:created xsi:type="dcterms:W3CDTF">2026-06-24T01:56:52Z</dcterms:created>
  <dcterms:modified xsi:type="dcterms:W3CDTF">2026-06-24T01:56:52Z</dcterms:modified>
</cp:coreProperties>
</file>