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63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Beers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2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Beerse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BEERSE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Beerse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4.926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Beerse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+ 62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4.926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177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€ 7,39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€ 14,78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4.926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€ 7,39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4.926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€ 14,78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Beerse,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177 parkings · 4.926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johanmmk.github.io/gemeenten/Kaart_bedrijfsparkings_Beerse.html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Beerse.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2.499 auto’s op 115 slimme parkings in Beerse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63%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BEERS 70 (70 kV), 3.6 km van Beerse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Beerse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BEERS 70 (70 kV) — dichtste kopstation bij Beerse, op ± 3.6 km (laagste load van de cluster &lt;5 km). Flex ≈ 12 MW (11 kW/wagen + 10 kW batterij) op 60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Beerse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Beerse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Beerse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Beerse</dc:title>
  <dc:subject>PptxGenJS Presentation</dc:subject>
  <dc:creator>Fluctus</dc:creator>
  <cp:lastModifiedBy>Fluctus</cp:lastModifiedBy>
  <cp:revision>1</cp:revision>
  <dcterms:created xsi:type="dcterms:W3CDTF">2026-06-24T23:57:56Z</dcterms:created>
  <dcterms:modified xsi:type="dcterms:W3CDTF">2026-06-24T23:57:56Z</dcterms:modified>
</cp:coreProperties>
</file>