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er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Beerse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BEERSE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Beerse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4.926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Beerse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Beerse,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 parkings · 4.926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johanmmk.github.io/gemeenten/Kaart_bedrijfsparkings_Beerse.html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Beerse.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2.499 auto’s op 115 slimme parkings in Beerse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BEERS 70 (70 kV), 3.6 km van Beerse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Beerse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BEERS 70 (70 kV) — dichtste kopstation bij Beerse, op ± 3.6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Beerse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Beerse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Beerse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Beerse</dc:title>
  <dc:subject>PptxGenJS Presentation</dc:subject>
  <dc:creator>Fluctus</dc:creator>
  <cp:lastModifiedBy>Fluctus</cp:lastModifiedBy>
  <cp:revision>1</cp:revision>
  <dcterms:created xsi:type="dcterms:W3CDTF">2026-06-23T22:33:30Z</dcterms:created>
  <dcterms:modified xsi:type="dcterms:W3CDTF">2026-06-23T22:33:30Z</dcterms:modified>
</cp:coreProperties>
</file>