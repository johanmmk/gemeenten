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0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8.xlsx"/></Relationships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rquelinn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0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Erquelinnes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ERQUELINNES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Erquelinnes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2.226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Erquelinnes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2.226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€ 6,68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€ 6,68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Erquelinnes,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parkings · 2.226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johanmmk.github.io/gemeenten/Kaart_bedrijfsparkings_Erquelinnes.html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Erquelinnes.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845 auto’s op 36 slimme parkings in Erquelinnes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LOBBE 70 (70 kV), 10.9 km van Erquelinnes.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Erquelinnes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LOBBE 70 (70 kV) — dichtste kopstation bij Erquelinnes, op ± 10.9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Erquelinnes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Erquelinnes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Erquelinnes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Erquelinnes</dc:title>
  <dc:subject>PptxGenJS Presentation</dc:subject>
  <dc:creator>Fluctus</dc:creator>
  <cp:lastModifiedBy>Fluctus</cp:lastModifiedBy>
  <cp:revision>1</cp:revision>
  <dcterms:created xsi:type="dcterms:W3CDTF">2026-06-25T00:57:09Z</dcterms:created>
  <dcterms:modified xsi:type="dcterms:W3CDTF">2026-06-25T00:57:09Z</dcterms:modified>
</cp:coreProperties>
</file>