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4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8.xlsx"/></Relationships>
</file>

<file path=ppt/charts/chart2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45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as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4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LASNE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Lasne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5.654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Lasne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+ 129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5.654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€ 8,48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€ 16,96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5.654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€ 8,48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5.654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€ 16,96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Lasne,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 parkings · 5.654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johanmmk.github.io/gemeenten/Kaart_bedrijfsparkings_Lasne.html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Lasne.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569 auto’s op 24 slimme parkings in Lasne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45%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BAISY150 (150 kV), 3.8 km van Lasne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Lasne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BAISY150 (150 kV) — dichtste kopstation bij Lasne, op ± 3.8 km (laagste load van de cluster &lt;5 km). Flex ≈ 11.9 MW (11 kW/wagen + 10 kW batterij) op 164.4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Lasne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Lasne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Lasne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Lasne</dc:title>
  <dc:subject>PptxGenJS Presentation</dc:subject>
  <dc:creator>Fluctus</dc:creator>
  <cp:lastModifiedBy>Fluctus</cp:lastModifiedBy>
  <cp:revision>1</cp:revision>
  <dcterms:created xsi:type="dcterms:W3CDTF">2026-06-25T02:17:37Z</dcterms:created>
  <dcterms:modified xsi:type="dcterms:W3CDTF">2026-06-25T02:17:37Z</dcterms:modified>
</cp:coreProperties>
</file>