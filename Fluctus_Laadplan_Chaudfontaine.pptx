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6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4.xlsx"/></Relationships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</c:v>
                </c:pt>
                <c:pt idx="1">
                  <c:v>61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Chaudfontai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6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Chaudfontaine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CHAUDFONTAINE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Chaudfontaine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6.159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Chaudfontaine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6.159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€ 9,24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€ 18,48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6.159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€ 9,24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6.159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€ 18,48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Chaudfontaine,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parkings · 6.159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johanmmk.github.io/gemeenten/Kaart_bedrijfsparkings_Chaudfontaine.html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Chaudfontaine.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1.287 auto’s op 42 slimme parkings in Chaudfontaine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39% naar 61%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ROMSE220 (220 kV), 4 km van Chaudfontaine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Chaudfontaine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ROMSE220 (220 kV) — dichtste kopstation bij Chaudfontaine, op ± 4 km (laagste load van de cluster &lt;5 km). Flex ≈ 27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Chaudfontaine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Chaudfontaine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Chaudfontaine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Chaudfontaine</dc:title>
  <dc:subject>PptxGenJS Presentation</dc:subject>
  <dc:creator>Fluctus</dc:creator>
  <cp:lastModifiedBy>Fluctus</cp:lastModifiedBy>
  <cp:revision>1</cp:revision>
  <dcterms:created xsi:type="dcterms:W3CDTF">2026-06-23T23:08:04Z</dcterms:created>
  <dcterms:modified xsi:type="dcterms:W3CDTF">2026-06-23T23:08:04Z</dcterms:modified>
</cp:coreProperties>
</file>