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3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4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6.xlsx"/></Relationships>
</file>

<file path=ppt/charts/chart4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37</c:v>
                </c:pt>
                <c:pt idx="1">
                  <c:v>60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Tielt_Wing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43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Tielt-Winge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TIELT-WINGE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Tielt-Winge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2.502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Tielt-Winge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+ 32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2.502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€ 3,75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€ 7,51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2.502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€ 3,75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2.502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€ 7,51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Tielt-Winge,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 parkings · 2.502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johanmmk.github.io/gemeenten/Kaart_bedrijfsparkings_Tielt_Winge.html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Tielt-Winge.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1.285 auto’s op 32 slimme parkings in Tielt-Winge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37% naar 60%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KERSB150 (150 kV), 7.6 km van Tielt-Winge.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Tielt-Winge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KERSB150 (150 kV) — dichtste kopstation bij Tielt-Winge, op ± 7.6 km. Flex ≈ 27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Tielt-Winge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+62%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Tielt-Winge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+62%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Tielt-Winge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Tielt-Winge</dc:title>
  <dc:subject>PptxGenJS Presentation</dc:subject>
  <dc:creator>Fluctus</dc:creator>
  <cp:lastModifiedBy>Fluctus</cp:lastModifiedBy>
  <cp:revision>1</cp:revision>
  <dcterms:created xsi:type="dcterms:W3CDTF">2026-06-24T02:41:36Z</dcterms:created>
  <dcterms:modified xsi:type="dcterms:W3CDTF">2026-06-24T02:41:36Z</dcterms:modified>
</cp:coreProperties>
</file>