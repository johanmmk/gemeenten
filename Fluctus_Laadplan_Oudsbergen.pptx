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4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4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5.xlsx"/></Relationships>
</file>

<file path=ppt/charts/chart3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Oudsberg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4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Oudsbergen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OUDSBERGEN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Oudsbergen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5.220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Oudsbergen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5.220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€ 7,83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€ 15,66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5.220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€ 7,83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5.220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€ 15,66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Oudsbergen,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 parkings · 5.220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johanmmk.github.io/gemeenten/Kaart_bedrijfsparkings_Oudsbergen.html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Oudsbergen.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2.010 auto’s op 74 slimme parkings in Oudsbergen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OPGLA 70 (70 kV), 5.5 km van Oudsbergen.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Oudsbergen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OPGLA 70 (70 kV) — dichtste kopstation bij Oudsbergen, op ± 5.5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Oudsbergen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Oudsbergen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Oudsbergen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Oudsbergen</dc:title>
  <dc:subject>PptxGenJS Presentation</dc:subject>
  <dc:creator>Fluctus</dc:creator>
  <cp:lastModifiedBy>Fluctus</cp:lastModifiedBy>
  <cp:revision>1</cp:revision>
  <dcterms:created xsi:type="dcterms:W3CDTF">2026-06-24T01:51:55Z</dcterms:created>
  <dcterms:modified xsi:type="dcterms:W3CDTF">2026-06-24T01:51:55Z</dcterms:modified>
</cp:coreProperties>
</file>