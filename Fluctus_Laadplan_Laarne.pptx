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4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0.xlsx"/></Relationships>
</file>

<file path=ppt/charts/chart2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aar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4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Laarne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LAARNE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Laarne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3.823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Laarne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3.823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€ 5,73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€ 11,47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3.823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€ 5,73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3.823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€ 11,47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Laarne,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parkings · 3.823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johanmmk.github.io/gemeenten/Kaart_bedrijfsparkings_Laarne.html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Laarne.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641 auto’s op 30 slimme parkings in Laarne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66%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KWATW 36 (36 kV), 6.5 km van Laarne.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Laarne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KWATW 36 (36 kV) — dichtste kopstation bij Laarne, op ± 6.5 km.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Laarne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Laarne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Laarne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Laarne</dc:title>
  <dc:subject>PptxGenJS Presentation</dc:subject>
  <dc:creator>Fluctus</dc:creator>
  <cp:lastModifiedBy>Fluctus</cp:lastModifiedBy>
  <cp:revision>1</cp:revision>
  <dcterms:created xsi:type="dcterms:W3CDTF">2026-06-24T01:04:13Z</dcterms:created>
  <dcterms:modified xsi:type="dcterms:W3CDTF">2026-06-24T01:04:13Z</dcterms:modified>
</cp:coreProperties>
</file>