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aiv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Braives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BRAIVES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Braives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702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Braives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Braives,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parkings · 702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johanmmk.github.io/gemeenten/Kaart_bedrijfsparkings_Braives.html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Braives.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auto’s op 4 slimme parkings in Braives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CROIX150 (150 kV), 8.1 km van Braives.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Braives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CROIX150 (150 kV) — dichtste kopstation bij Braives, op ± 8.1 km. Flex ≈ 1.4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Braives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Braives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Braives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Braives</dc:title>
  <dc:subject>PptxGenJS Presentation</dc:subject>
  <dc:creator>Fluctus</dc:creator>
  <cp:lastModifiedBy>Fluctus</cp:lastModifiedBy>
  <cp:revision>1</cp:revision>
  <dcterms:created xsi:type="dcterms:W3CDTF">2026-06-25T00:23:08Z</dcterms:created>
  <dcterms:modified xsi:type="dcterms:W3CDTF">2026-06-25T00:23:08Z</dcterms:modified>
</cp:coreProperties>
</file>