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0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0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3.xlsx"/></Relationships>
</file>

<file path=ppt/charts/chart1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Eeklo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0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Eeklo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EEKLO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Eeklo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1.882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Eeklo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1.882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€ 2,82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€ 5,65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1.882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€ 2,82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1.882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€ 5,65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Eeklo,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parkings · 1.882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johanmmk.github.io/gemeenten/Kaart_bedrijfsparkings_Eeklo.html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Eeklo.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1.388 auto’s op 37 slimme parkings in Eeklo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EEKLO 36 (36 kV), 2.3 km van Eeklo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Eeklo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EEKLO 36 (36 kV) — dichtste kopstation bij Eeklo, op ± 2.3 km (laagste load van de cluster &lt;5 km).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Eeklo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Eeklo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Eeklo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Eeklo</dc:title>
  <dc:subject>PptxGenJS Presentation</dc:subject>
  <dc:creator>Fluctus</dc:creator>
  <cp:lastModifiedBy>Fluctus</cp:lastModifiedBy>
  <cp:revision>1</cp:revision>
  <dcterms:created xsi:type="dcterms:W3CDTF">2026-06-23T23:49:19Z</dcterms:created>
  <dcterms:modified xsi:type="dcterms:W3CDTF">2026-06-23T23:49:19Z</dcterms:modified>
</cp:coreProperties>
</file>