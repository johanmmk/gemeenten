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onheid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Bonheiden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BONHEIDEN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Bonheiden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4.328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Bonheiden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€ 12,98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€ 12,98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Bonheiden,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parkings · 4.328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johanmmk.github.io/gemeenten/Kaart_bedrijfsparkings_Bonheiden.html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Bonheiden.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 auto’s op 9 slimme parkings in Bonheiden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LINT 150 (150 kV), 11.8 km van Bonheiden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Bonheiden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LINT 150 (150 kV) — dichtste kopstation bij Bonheiden, op ± 11.8 km (laagste load van de cluster &lt;5 km). Flex ≈ 4.5 MW (11 kW/wagen + 10 kW batterij) op 238.5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Bonheiden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Bonheiden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Bonheiden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Bonheiden</dc:title>
  <dc:subject>PptxGenJS Presentation</dc:subject>
  <dc:creator>Fluctus</dc:creator>
  <cp:lastModifiedBy>Fluctus</cp:lastModifiedBy>
  <cp:revision>1</cp:revision>
  <dcterms:created xsi:type="dcterms:W3CDTF">2026-06-23T22:52:48Z</dcterms:created>
  <dcterms:modified xsi:type="dcterms:W3CDTF">2026-06-23T22:52:48Z</dcterms:modified>
</cp:coreProperties>
</file>