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5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5.xlsx"/></Relationships>
</file>

<file path=ppt/charts/chart3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42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eping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5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Pepingen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PEPINGEN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Pepingen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3.608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Pepingen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Pepingen,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parkings · 3.608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johanmmk.github.io/gemeenten/Kaart_bedrijfsparkings_Pepingen.html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Pepingen.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498 auto’s op 16 slimme parkings in Pepingen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42%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BUIZI150 (150 kV), 7.3 km van Pepingen.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Pepingen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BUIZI150 (150 kV) — dichtste kopstation bij Pepingen, op ± 7.3 km. Flex ≈ 10.5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Pepingen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Pepingen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Pepingen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Pepingen</dc:title>
  <dc:subject>PptxGenJS Presentation</dc:subject>
  <dc:creator>Fluctus</dc:creator>
  <cp:lastModifiedBy>Fluctus</cp:lastModifiedBy>
  <cp:revision>1</cp:revision>
  <dcterms:created xsi:type="dcterms:W3CDTF">2026-06-25T03:09:13Z</dcterms:created>
  <dcterms:modified xsi:type="dcterms:W3CDTF">2026-06-25T03:09:13Z</dcterms:modified>
</cp:coreProperties>
</file>