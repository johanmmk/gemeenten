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8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8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7.xlsx"/></Relationships>
</file>

<file path=ppt/charts/chart18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50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euvelland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8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Heuvelland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HEUVELLAND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Heuvelland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2.310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Heuvelland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2.310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€ 6,93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2.310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2.310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€ 6,93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Heuvelland,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 parkings · 2.310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johanmmk.github.io/gemeenten/Kaart_bedrijfsparkings_Heuvelland.html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Heuvelland.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819 auto’s op 29 slimme parkings in Heuvelland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50%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IEPER150 (150 kV), 8.3 km van Heuvelland.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Heuvelland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IEPER150 (150 kV) — dichtste kopstation bij Heuvelland, op ± 8.3 km. Flex ≈ 17.2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Heuvelland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Heuvelland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Heuvelland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Heuvelland</dc:title>
  <dc:subject>PptxGenJS Presentation</dc:subject>
  <dc:creator>Fluctus</dc:creator>
  <cp:lastModifiedBy>Fluctus</cp:lastModifiedBy>
  <cp:revision>1</cp:revision>
  <dcterms:created xsi:type="dcterms:W3CDTF">2026-06-25T01:48:57Z</dcterms:created>
  <dcterms:modified xsi:type="dcterms:W3CDTF">2026-06-25T01:48:57Z</dcterms:modified>
</cp:coreProperties>
</file>