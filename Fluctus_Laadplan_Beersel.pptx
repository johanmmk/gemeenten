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59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eers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Beersel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BEERSEL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Beersel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7.681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Beersel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+ 162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7.681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€ 11,52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€ 23,04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7.681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€ 11,52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7.681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€ 23,04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Beersel,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 parkings · 7.681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johanmmk.github.io/gemeenten/Kaart_bedrijfsparkings_Beersel.html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Beersel.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1.384 auto’s op 47 slimme parkings in Beersel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59%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BUIZI150 (150 kV), 3.3 km van Beersel.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Beersel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BUIZI150 (150 kV) — dichtste kopstation bij Beersel, op ± 3.3 km. Flex ≈ 29.1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Beersel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Beersel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Beersel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Beersel</dc:title>
  <dc:subject>PptxGenJS Presentation</dc:subject>
  <dc:creator>Fluctus</dc:creator>
  <cp:lastModifiedBy>Fluctus</cp:lastModifiedBy>
  <cp:revision>1</cp:revision>
  <dcterms:created xsi:type="dcterms:W3CDTF">2026-06-24T20:44:31Z</dcterms:created>
  <dcterms:modified xsi:type="dcterms:W3CDTF">2026-06-24T20:44:31Z</dcterms:modified>
</cp:coreProperties>
</file>