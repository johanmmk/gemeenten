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6.xlsx"/></Relationships>
</file>

<file path=ppt/charts/chart2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asmeche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Maasmechelen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MAASMECHELEN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Maasmechelen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8.109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Maasmechelen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€ 24,33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Maasmechelen,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 parkings · 8.109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johanmmk.github.io/gemeenten/Kaart_bedrijfsparkings_Maasmechelen.html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Maasmechelen.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3.247 auto’s op 101 slimme parkings in Maasmechelen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MAASM 70 (70 kV), 2.3 km van Maasmechelen.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Maasmechelen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MAASM 70 (70 kV) — dichtste kopstation bij Maasmechelen, op ± 2.3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Maasmechelen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Maasmechelen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Maasmechelen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Maasmechelen</dc:title>
  <dc:subject>PptxGenJS Presentation</dc:subject>
  <dc:creator>Fluctus</dc:creator>
  <cp:lastModifiedBy>Fluctus</cp:lastModifiedBy>
  <cp:revision>1</cp:revision>
  <dcterms:created xsi:type="dcterms:W3CDTF">2026-06-25T02:30:14Z</dcterms:created>
  <dcterms:modified xsi:type="dcterms:W3CDTF">2026-06-25T02:30:14Z</dcterms:modified>
</cp:coreProperties>
</file>