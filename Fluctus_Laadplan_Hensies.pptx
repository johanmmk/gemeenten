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4.xlsx"/></Relationships>
</file>

<file path=ppt/charts/chart1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nsi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7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Hensies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HENSIES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Hensies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3.126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Hensies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€ 4,69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€ 9,38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€ 4,69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€ 9,38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Hensies,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parkings · 3.126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johanmmk.github.io/gemeenten/Kaart_bedrijfsparkings_Hensies.html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Hensies.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332 auto’s op 4 slimme parkings in Hensies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BAUDO 70 (70 kV), 8.8 km van Hensies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Hensies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BAUDO 70 (70 kV) — dichtste kopstation bij Hensies, op ± 8.8 km (laagste load van de cluster &lt;5 km). Flex ≈ 7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Hensies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Hensies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Hensies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Hensies</dc:title>
  <dc:subject>PptxGenJS Presentation</dc:subject>
  <dc:creator>Fluctus</dc:creator>
  <cp:lastModifiedBy>Fluctus</cp:lastModifiedBy>
  <cp:revision>1</cp:revision>
  <dcterms:created xsi:type="dcterms:W3CDTF">2026-06-25T01:40:26Z</dcterms:created>
  <dcterms:modified xsi:type="dcterms:W3CDTF">2026-06-25T01:40:26Z</dcterms:modified>
</cp:coreProperties>
</file>