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uff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Duffel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DUFFEL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Duffel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6.573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Duffel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Duffel,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parkings · 6.573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johanmmk.github.io/gemeenten/Kaart_bedrijfsparkings_Duffel.html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Duffel.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 auto’s op 32 slimme parkings in Duffel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2.5 km van Duffel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Duffel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Duffel, op ± 2.5 km (laagste load van de cluster &lt;5 km). Flex ≈ 16.8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Duffel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Duffel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Duffel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Duffel</dc:title>
  <dc:subject>PptxGenJS Presentation</dc:subject>
  <dc:creator>Fluctus</dc:creator>
  <cp:lastModifiedBy>Fluctus</cp:lastModifiedBy>
  <cp:revision>1</cp:revision>
  <dcterms:created xsi:type="dcterms:W3CDTF">2026-06-23T23:45:55Z</dcterms:created>
  <dcterms:modified xsi:type="dcterms:W3CDTF">2026-06-23T23:45:55Z</dcterms:modified>
</cp:coreProperties>
</file>