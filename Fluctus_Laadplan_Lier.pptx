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6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6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5.xlsx"/></Relationships>
</file>

<file path=ppt/charts/chart26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ier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6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LIER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Lier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6.874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Lier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6.874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€ 10,31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€ 20,62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6.874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€ 10,31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6.874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€ 20,62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Lier,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178 parkings · 6.874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johanmmk.github.io/gemeenten/Kaart_bedrijfsparkings_Lier.html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Lier.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3.613 auto’s op 93 slimme parkings in Lier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LINT 150 (150 kV), 4.2 km van Lier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Lier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LINT 150 (150 kV) — dichtste kopstation bij Lier, op ± 4.2 km (laagste load van de cluster &lt;5 km). Flex ≈ 47.7 MW (11 kW/wagen + 10 kW batterij) op 238.5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Lier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Lier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Lier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Lier</dc:title>
  <dc:subject>PptxGenJS Presentation</dc:subject>
  <dc:creator>Fluctus</dc:creator>
  <cp:lastModifiedBy>Fluctus</cp:lastModifiedBy>
  <cp:revision>1</cp:revision>
  <dcterms:created xsi:type="dcterms:W3CDTF">2026-06-24T01:18:15Z</dcterms:created>
  <dcterms:modified xsi:type="dcterms:W3CDTF">2026-06-24T01:18:15Z</dcterms:modified>
</cp:coreProperties>
</file>