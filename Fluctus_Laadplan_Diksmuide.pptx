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iksmui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Diksmuide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DIKSMUIDE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Diksmuide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2.210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Diksmuide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Diksmuide,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parkings · 2.210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johanmmk.github.io/gemeenten/Kaart_bedrijfsparkings_Diksmuide.html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Diksmuide.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1.453 auto’s op 47 slimme parkings in Diksmuide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50% naar 71%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GISTE 36 (36 kV), 13.7 km van Diksmuide.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Diksmuide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GISTE 36 (36 kV) — dichtste kopstation bij Diksmuide, op ± 13.7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Diksmuide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Diksmuide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Diksmuide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Diksmuide</dc:title>
  <dc:subject>PptxGenJS Presentation</dc:subject>
  <dc:creator>Fluctus</dc:creator>
  <cp:lastModifiedBy>Fluctus</cp:lastModifiedBy>
  <cp:revision>1</cp:revision>
  <dcterms:created xsi:type="dcterms:W3CDTF">2026-06-25T00:49:22Z</dcterms:created>
  <dcterms:modified xsi:type="dcterms:W3CDTF">2026-06-25T00:49:22Z</dcterms:modified>
</cp:coreProperties>
</file>