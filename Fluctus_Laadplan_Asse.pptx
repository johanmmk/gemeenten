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1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16.xlsx"/></Relationships>
</file>

<file path=ppt/charts/chart5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Ass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1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ASSE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Asse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12.000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Asse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+ 203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€ 18,00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€ 36,00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12.000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€ 18,00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12.000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€ 36,00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Asse,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326 parkings · 12.000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johanmmk.github.io/gemeenten/Kaart_bedrijfsparkings_Asse.html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Asse.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3.816 auto’s op 123 slimme parkings in Asse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36%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BRUEG150 (150 kV), 3.3 km van Asse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Asse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BRUEG150 (150 kV) — dichtste kopstation bij Asse, op ± 3.3 km (laagste load van de cluster &lt;5 km). Flex ≈ 60 MW (11 kW/wagen + 10 kW batterij) op 300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Asse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Asse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Asse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Asse</dc:title>
  <dc:subject>PptxGenJS Presentation</dc:subject>
  <dc:creator>Fluctus</dc:creator>
  <cp:lastModifiedBy>Fluctus</cp:lastModifiedBy>
  <cp:revision>1</cp:revision>
  <dcterms:created xsi:type="dcterms:W3CDTF">2026-06-24T04:11:05Z</dcterms:created>
  <dcterms:modified xsi:type="dcterms:W3CDTF">2026-06-24T04:11:05Z</dcterms:modified>
</cp:coreProperties>
</file>