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75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rasschaa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Brasschaat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BRASSCHAAT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Brasschaat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6.970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Brasschaat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6.970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€ 20,91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€ 20,91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Brasschaat,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 parkings · 6.970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johanmmk.github.io/gemeenten/Kaart_bedrijfsparkings_Brasschaat.html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Brasschaat.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1.003 auto’s op 29 slimme parkings in Brasschaat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64% naar 75%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EKERE150 (150 kV), 5 km van Brasschaat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Brasschaat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EKERE150 (150 kV) — dichtste kopstation bij Brasschaat, op ± 5 km (laagste load van de cluster &lt;5 km). Flex ≈ 21.1 MW (11 kW/wagen + 10 kW batterij) op 129.5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Brasschaat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Brasschaat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Brasschaat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Brasschaat</dc:title>
  <dc:subject>PptxGenJS Presentation</dc:subject>
  <dc:creator>Fluctus</dc:creator>
  <cp:lastModifiedBy>Fluctus</cp:lastModifiedBy>
  <cp:revision>1</cp:revision>
  <dcterms:created xsi:type="dcterms:W3CDTF">2026-06-23T22:57:01Z</dcterms:created>
  <dcterms:modified xsi:type="dcterms:W3CDTF">2026-06-23T22:57:01Z</dcterms:modified>
</cp:coreProperties>
</file>