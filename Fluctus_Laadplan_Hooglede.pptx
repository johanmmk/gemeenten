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2.xlsx"/></Relationships>
</file>

<file path=ppt/charts/chart1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ogle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Hooglede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HOOGLEDE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Hooglede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12.063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Hooglede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12.063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€ 36,19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12.063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€ 36,19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Hooglede,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312 parkings · 12.063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johanmmk.github.io/gemeenten/Kaart_bedrijfsparkings_Hooglede.html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Hooglede.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1.650 auto’s op 51 slimme parkings in Hooglede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BVREN150 (150 kV), 4 km van Hooglede.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Hooglede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BVREN150 (150 kV) — dichtste kopstation bij Hooglede, op ± 4 km. Flex ≈ 34.6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Hooglede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Hooglede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Hooglede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Hooglede</dc:title>
  <dc:subject>PptxGenJS Presentation</dc:subject>
  <dc:creator>Fluctus</dc:creator>
  <cp:lastModifiedBy>Fluctus</cp:lastModifiedBy>
  <cp:revision>1</cp:revision>
  <dcterms:created xsi:type="dcterms:W3CDTF">2026-06-25T01:52:50Z</dcterms:created>
  <dcterms:modified xsi:type="dcterms:W3CDTF">2026-06-25T01:52:50Z</dcterms:modified>
</cp:coreProperties>
</file>