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5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4.xlsx"/></Relationships>
</file>

<file path=ppt/charts/chart4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Verlai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5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Verlaine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VERLAINE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Verlaine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2.138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Verlaine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2.138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€ 3,21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2.138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€ 6,41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Verlaine,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parkings · 2.138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johanmmk.github.io/gemeenten/Kaart_bedrijfsparkings_Verlaine.html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Verlaine.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402 auto’s op 17 slimme parkings in Verlaine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CROIX150 (150 kV), 4.9 km van Verlaine.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Verlaine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CROIX150 (150 kV) — dichtste kopstation bij Verlaine, op ± 4.9 km. Flex ≈ 8.4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Verlaine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Verlaine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Verlaine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Verlaine</dc:title>
  <dc:subject>PptxGenJS Presentation</dc:subject>
  <dc:creator>Fluctus</dc:creator>
  <cp:lastModifiedBy>Fluctus</cp:lastModifiedBy>
  <cp:revision>1</cp:revision>
  <dcterms:created xsi:type="dcterms:W3CDTF">2026-06-25T03:42:54Z</dcterms:created>
  <dcterms:modified xsi:type="dcterms:W3CDTF">2026-06-25T03:42:54Z</dcterms:modified>
</cp:coreProperties>
</file>