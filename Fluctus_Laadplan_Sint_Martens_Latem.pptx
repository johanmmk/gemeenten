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1.xlsx"/></Relationships>
</file>

<file path=ppt/charts/chart4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Martens_Lat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1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Sint-Martens-Latem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SINT-MARTENS-LATEM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Sint-Martens-Latem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3.607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Sint-Martens-Latem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Sint-Martens-Latem,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parkings · 3.607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johanmmk.github.io/gemeenten/Kaart_bedrijfsparkings_Sint_Martens_Latem.html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Sint-Martens-Latem.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882 auto’s op 36 slimme parkings in Sint-Martens-Latem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DRONG 36 (36 kV), 3.5 km van Sint-Martens-Latem.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Sint-Martens-Latem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DRONG 36 (36 kV) — dichtste kopstation bij Sint-Martens-Latem, op ± 3.5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Sint-Martens-Latem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Sint-Martens-Latem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Sint-Martens-Latem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Sint-Martens-Latem</dc:title>
  <dc:subject>PptxGenJS Presentation</dc:subject>
  <dc:creator>Fluctus</dc:creator>
  <cp:lastModifiedBy>Fluctus</cp:lastModifiedBy>
  <cp:revision>1</cp:revision>
  <dcterms:created xsi:type="dcterms:W3CDTF">2026-06-25T03:29:29Z</dcterms:created>
  <dcterms:modified xsi:type="dcterms:W3CDTF">2026-06-25T03:29:29Z</dcterms:modified>
</cp:coreProperties>
</file>