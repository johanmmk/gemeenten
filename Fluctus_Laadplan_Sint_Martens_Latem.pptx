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10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4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10.xlsx"/></Relationships>
</file>

<file path=ppt/charts/chart4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Sint_Martens_Latem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10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Sint-Martens-Latem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SINT-MARTENS-LATEM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Sint-Martens-Latem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3.607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Sint-Martens-Latem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+ 71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3.607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107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€ 5,41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€ 10,82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3.607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€ 5,41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3.607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€ 10,82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Sint-Martens-Latem,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107 parkings · 3.607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johanmmk.github.io/gemeenten/Kaart_bedrijfsparkings_Sint_Martens_Latem.html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Sint-Martens-Latem.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882 auto’s op 36 slimme parkings in Sint-Martens-Latem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DRONG 36 (36 kV), 3.5 km van Sint-Martens-Latem.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Sint-Martens-Latem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DRONG 36 (36 kV) — dichtste kopstation bij Sint-Martens-Latem, op ± 3.5 km. Flex ≈ 4 MW (11 kW/wagen + 10 kW batterij) op 20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Sint-Martens-Latem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+106%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Sint-Martens-Latem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+106%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Sint-Martens-Latem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Sint-Martens-Latem</dc:title>
  <dc:subject>PptxGenJS Presentation</dc:subject>
  <dc:creator>Fluctus</dc:creator>
  <cp:lastModifiedBy>Fluctus</cp:lastModifiedBy>
  <cp:revision>1</cp:revision>
  <dcterms:created xsi:type="dcterms:W3CDTF">2026-06-24T02:19:46Z</dcterms:created>
  <dcterms:modified xsi:type="dcterms:W3CDTF">2026-06-24T02:19:46Z</dcterms:modified>
</cp:coreProperties>
</file>