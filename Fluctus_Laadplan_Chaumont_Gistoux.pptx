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aumont_Gisto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Chaumont-Gistoux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CHAUMONT-GISTOUX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Chaumont-Gistoux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4.605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Chaumont-Gistoux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Chaumont-Gistoux,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4.605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johanmmk.github.io/gemeenten/Kaart_bedrijfsparkings_Chaumont_Gistoux.html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Chaumont-Gistoux.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 auto’s op 15 slimme parkings in Chaumont-Gistoux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OTTIG 36 (36 kV), 9.8 km van Chaumont-Gistoux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Chaumont-Gistoux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OTTIG 36 (36 kV) — dichtste kopstation bij Chaumont-Gistoux, op ± 9.8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Chaumont-Gistoux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Chaumont-Gistoux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Chaumont-Gistoux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Chaumont-Gistoux</dc:title>
  <dc:subject>PptxGenJS Presentation</dc:subject>
  <dc:creator>Fluctus</dc:creator>
  <cp:lastModifiedBy>Fluctus</cp:lastModifiedBy>
  <cp:revision>1</cp:revision>
  <dcterms:created xsi:type="dcterms:W3CDTF">2026-06-23T23:10:42Z</dcterms:created>
  <dcterms:modified xsi:type="dcterms:W3CDTF">2026-06-23T23:10:42Z</dcterms:modified>
</cp:coreProperties>
</file>