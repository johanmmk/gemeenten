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3.xlsx"/></Relationships>
</file>

<file path=ppt/charts/chart5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l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WELLEN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Wellen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4.351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Wellen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Wellen,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 parkings · 4.351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johanmmk.github.io/gemeenten/Kaart_bedrijfsparkings_Wellen.html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Wellen.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auto’s op 1 slimme parkings in Wellen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ALKEN 70 (70 kV), 4.4 km van Wellen.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Wellen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ALKEN 70 (70 kV) — dichtste kopstation bij Wellen, op ± 4.4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Wellen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Wellen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Wellen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Wellen</dc:title>
  <dc:subject>PptxGenJS Presentation</dc:subject>
  <dc:creator>Fluctus</dc:creator>
  <cp:lastModifiedBy>Fluctus</cp:lastModifiedBy>
  <cp:revision>1</cp:revision>
  <dcterms:created xsi:type="dcterms:W3CDTF">2026-06-24T04:32:44Z</dcterms:created>
  <dcterms:modified xsi:type="dcterms:W3CDTF">2026-06-24T04:32:44Z</dcterms:modified>
</cp:coreProperties>
</file>