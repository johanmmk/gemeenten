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5.xlsx"/></Relationships>
</file>

<file path=ppt/charts/chart3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ostkamp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Oostkamp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OOSTKAMP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Oostkamp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5.630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Oostkamp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€ 16,89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€ 16,89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Oostkamp,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parkings · 5.630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johanmmk.github.io/gemeenten/Kaart_bedrijfsparkings_Oostkamp.html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Oostkamp.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2.372 auto’s op 78 slimme parkings in Oostkamp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BEERN 36 (36 kV), 4.7 km van Oostkamp.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Oostkamp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BEERN 36 (36 kV) — dichtste kopstation bij Oostkamp, op ± 4.7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Oostkamp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Oostkamp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Oostkamp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Oostkamp</dc:title>
  <dc:subject>PptxGenJS Presentation</dc:subject>
  <dc:creator>Fluctus</dc:creator>
  <cp:lastModifiedBy>Fluctus</cp:lastModifiedBy>
  <cp:revision>1</cp:revision>
  <dcterms:created xsi:type="dcterms:W3CDTF">2026-06-24T01:48:11Z</dcterms:created>
  <dcterms:modified xsi:type="dcterms:W3CDTF">2026-06-24T01:48:11Z</dcterms:modified>
</cp:coreProperties>
</file>