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3.xlsx"/></Relationships>
</file>

<file path=ppt/charts/chart1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miks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Hemiksem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HEMIKSEM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Hemiksem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6.071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Hemiksem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€ 9,11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€ 18,21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€ 9,11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€ 18,21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Hemiksem,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parkings · 6.071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johanmmk.github.io/gemeenten/Kaart_bedrijfsparkings_Hemiksem.html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Hemiksem.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915 auto’s op 25 slimme parkings in Hemiksem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SCHEL 70 (70 kV), 2.9 km van Hemiksem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Hemiksem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SCHEL 70 (70 kV) — dichtste kopstation bij Hemiksem, op ± 2.9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Hemiksem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Hemiksem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Hemiksem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Hemiksem</dc:title>
  <dc:subject>PptxGenJS Presentation</dc:subject>
  <dc:creator>Fluctus</dc:creator>
  <cp:lastModifiedBy>Fluctus</cp:lastModifiedBy>
  <cp:revision>1</cp:revision>
  <dcterms:created xsi:type="dcterms:W3CDTF">2026-06-24T00:39:38Z</dcterms:created>
  <dcterms:modified xsi:type="dcterms:W3CDTF">2026-06-24T00:39:38Z</dcterms:modified>
</cp:coreProperties>
</file>