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0.xlsx"/></Relationships>
</file>

<file path=ppt/charts/chart3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andri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2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Nandrin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NANDRIN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Nandrin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1.954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Nandrin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Nandrin,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parkings · 1.954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johanmmk.github.io/gemeenten/Kaart_bedrijfsparkings_Nandrin.html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Nandrin.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490 auto’s op 24 slimme parkings in Nandrin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ABEE 70 (70 kV), 3.3 km van Nandrin.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Nandrin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ABEE 70 (70 kV) — dichtste kopstation bij Nandrin, op ± 3.3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Nandrin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Nandrin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Nandrin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Nandrin</dc:title>
  <dc:subject>PptxGenJS Presentation</dc:subject>
  <dc:creator>Fluctus</dc:creator>
  <cp:lastModifiedBy>Fluctus</cp:lastModifiedBy>
  <cp:revision>1</cp:revision>
  <dcterms:created xsi:type="dcterms:W3CDTF">2026-06-24T01:40:30Z</dcterms:created>
  <dcterms:modified xsi:type="dcterms:W3CDTF">2026-06-24T01:40:30Z</dcterms:modified>
</cp:coreProperties>
</file>