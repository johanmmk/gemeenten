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7.xlsx"/></Relationships>
</file>

<file path=ppt/charts/chart49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ffli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Affligem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AFFLIGEM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Affligem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4.422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Affligem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4.422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Affligem,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parkings · 4.422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johanmmk.github.io/gemeenten/Kaart_bedrijfsparkings_Affligem.html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Affligem.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Affligem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ESSNE 70 (70 kV), 1.4 km van Affligem.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Affligem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ESSNE 70 (70 kV) — dichtste kopstation bij Affligem, op ± 1.4 km. Flex ≈ 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Affligem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Affligem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Affligem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Affligem</dc:title>
  <dc:subject>PptxGenJS Presentation</dc:subject>
  <dc:creator>Fluctus</dc:creator>
  <cp:lastModifiedBy>Fluctus</cp:lastModifiedBy>
  <cp:revision>1</cp:revision>
  <dcterms:created xsi:type="dcterms:W3CDTF">2026-06-24T03:45:24Z</dcterms:created>
  <dcterms:modified xsi:type="dcterms:W3CDTF">2026-06-24T03:45:24Z</dcterms:modified>
</cp:coreProperties>
</file>