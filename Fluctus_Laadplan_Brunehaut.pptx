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runeha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Brunehaut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BRUNEHAUT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Brunehaut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2.274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Brunehaut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2.274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Brunehaut,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parkings · 2.274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johanmmk.github.io/gemeenten/Kaart_bedrijfsparkings_Brunehaut.html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Brunehaut.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 auto’s op 10 slimme parkings in Brunehaut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ANTOI150 (150 kV), 5.6 km van Brunehaut.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Brunehaut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ANTOI150 (150 kV) — dichtste kopstation bij Brunehaut, op ± 5.6 km. Flex ≈ 4.1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Brunehaut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Brunehaut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Brunehaut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Brunehaut</dc:title>
  <dc:subject>PptxGenJS Presentation</dc:subject>
  <dc:creator>Fluctus</dc:creator>
  <cp:lastModifiedBy>Fluctus</cp:lastModifiedBy>
  <cp:revision>1</cp:revision>
  <dcterms:created xsi:type="dcterms:W3CDTF">2026-06-23T22:57:53Z</dcterms:created>
  <dcterms:modified xsi:type="dcterms:W3CDTF">2026-06-23T22:57:53Z</dcterms:modified>
</cp:coreProperties>
</file>