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7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7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0.xlsx"/></Relationships>
</file>

<file path=ppt/charts/chart2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imburg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7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Limburg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LIMBURG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Limburg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3.715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Limburg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€ 11,14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€ 11,14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Limburg,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 parkings · 3.715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johanmmk.github.io/gemeenten/Kaart_bedrijfsparkings_Limburg.html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Limburg.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3.715 auto’s op 115 slimme parkings in Limburg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STEMB 70 (70 kV), 3.7 km van Limburg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Limburg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STEMB 70 (70 kV) — dichtste kopstation bij Limburg, op ± 3.7 km (laagste load van de cluster &lt;5 km).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Limburg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Limburg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Limburg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Limburg</dc:title>
  <dc:subject>PptxGenJS Presentation</dc:subject>
  <dc:creator>Fluctus</dc:creator>
  <cp:lastModifiedBy>Fluctus</cp:lastModifiedBy>
  <cp:revision>1</cp:revision>
  <dcterms:created xsi:type="dcterms:W3CDTF">2026-06-25T02:24:28Z</dcterms:created>
  <dcterms:modified xsi:type="dcterms:W3CDTF">2026-06-25T02:24:28Z</dcterms:modified>
</cp:coreProperties>
</file>