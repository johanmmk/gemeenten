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4.xlsx"/></Relationships>
</file>

<file path=ppt/charts/chart2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rch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MARCHIN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Marchin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2.358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Marchin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2.358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Marchin,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parkings · 2.358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johanmmk.github.io/gemeenten/Kaart_bedrijfsparkings_Marchin.html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Marchin.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1.008 auto’s op 11 slimme parkings in Marchin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AMPSI 70 (70 kV), 8.3 km van Marchin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Marchin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AMPSI 70 (70 kV) — dichtste kopstation bij Marchin, op ± 8.3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Marchin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Marchin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Marchin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Marchin</dc:title>
  <dc:subject>PptxGenJS Presentation</dc:subject>
  <dc:creator>Fluctus</dc:creator>
  <cp:lastModifiedBy>Fluctus</cp:lastModifiedBy>
  <cp:revision>1</cp:revision>
  <dcterms:created xsi:type="dcterms:W3CDTF">2026-06-25T02:32:44Z</dcterms:created>
  <dcterms:modified xsi:type="dcterms:W3CDTF">2026-06-25T02:32:44Z</dcterms:modified>
</cp:coreProperties>
</file>