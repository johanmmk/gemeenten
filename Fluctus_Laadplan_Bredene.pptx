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8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4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8.xlsx"/></Relationships>
</file>

<file path=ppt/charts/chart4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37</c:v>
                </c:pt>
                <c:pt idx="1">
                  <c:v>52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Bredene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48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Bredene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BREDENE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Bredene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6.152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Bredene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+ 140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6.152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153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€ 9,23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€ 18,46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6.152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€ 9,23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6.152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€ 18,46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Bredene,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153 parkings · 6.152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johanmmk.github.io/gemeenten/Kaart_bedrijfsparkings_Bredene.html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Bredene.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742 auto’s op 13 slimme parkings in Bredene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37% naar 52%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SLYKE150 (150 kV), 2.3 km van Bredene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Bredene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SLYKE150 (150 kV) — dichtste kopstation bij Bredene, op ± 2.3 km (laagste load van de cluster &lt;5 km). Flex ≈ 15.6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Bredene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+41%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Bredene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+41%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Bredene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Bredene</dc:title>
  <dc:subject>PptxGenJS Presentation</dc:subject>
  <dc:creator>Fluctus</dc:creator>
  <cp:lastModifiedBy>Fluctus</cp:lastModifiedBy>
  <cp:revision>1</cp:revision>
  <dcterms:created xsi:type="dcterms:W3CDTF">2026-06-25T00:24:52Z</dcterms:created>
  <dcterms:modified xsi:type="dcterms:W3CDTF">2026-06-25T00:24:52Z</dcterms:modified>
</cp:coreProperties>
</file>