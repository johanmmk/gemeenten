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4.xlsx"/></Relationships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ndermon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Dendermonde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DENDERMONDE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Dendermonde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7.283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Dendermonde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Dendermonde,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 parkings · 7.283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johanmmk.github.io/gemeenten/Kaart_bedrijfsparkings_Dendermonde.html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Dendermonde.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3.119 auto’s op 100 slimme parkings in Dendermonde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BAASR 70 (70 kV), 6.4 km van Dendermonde.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Dendermonde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BAASR 70 (70 kV) — dichtste kopstation bij Dendermonde, op ± 6.4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Dendermonde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Dendermonde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Dendermonde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Dendermonde</dc:title>
  <dc:subject>PptxGenJS Presentation</dc:subject>
  <dc:creator>Fluctus</dc:creator>
  <cp:lastModifiedBy>Fluctus</cp:lastModifiedBy>
  <cp:revision>1</cp:revision>
  <dcterms:created xsi:type="dcterms:W3CDTF">2026-06-23T23:34:09Z</dcterms:created>
  <dcterms:modified xsi:type="dcterms:W3CDTF">2026-06-23T23:34:09Z</dcterms:modified>
</cp:coreProperties>
</file>