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8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8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89.xlsx"/></Relationships>
</file>

<file path=ppt/charts/chart48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53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Zoersel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8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Zoersel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ZOERSEL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Zoersel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3.184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Zoersel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3.184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€ 4,78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€ 9,55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3.184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€ 4,78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3.184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€ 9,55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Zoersel,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parkings · 3.184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johanmmk.github.io/gemeenten/Kaart_bedrijfsparkings_Zoersel.html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Zoersel.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951 auto’s op 17 slimme parkings in Zoersel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53%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MASSE150 (150 kV), 7.2 km van Zoersel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Zoersel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MASSE150 (150 kV) — dichtste kopstation bij Zoersel, op ± 7.2 km (laagste load van de cluster &lt;5 km). Flex ≈ 20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Zoersel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Zoersel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Zoersel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Zoersel</dc:title>
  <dc:subject>PptxGenJS Presentation</dc:subject>
  <dc:creator>Fluctus</dc:creator>
  <cp:lastModifiedBy>Fluctus</cp:lastModifiedBy>
  <cp:revision>1</cp:revision>
  <dcterms:created xsi:type="dcterms:W3CDTF">2026-06-25T03:53:29Z</dcterms:created>
  <dcterms:modified xsi:type="dcterms:W3CDTF">2026-06-25T03:53:29Z</dcterms:modified>
</cp:coreProperties>
</file>