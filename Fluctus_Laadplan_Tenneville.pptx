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1.xlsx"/></Relationships>
</file>

<file path=ppt/charts/chart4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ennev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Tenneville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TENNEVILLE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Tenneville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610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Tenneville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Tenneville,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parkings · 610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johanmmk.github.io/gemeenten/Kaart_bedrijfsparkings_Tenneville.html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Tenneville.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auto’s op 15 slimme parkings in Tenneville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30% naar 50%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HERBA 70 (70 kV), 7 km van Tenneville.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Tenneville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HERBA 70 (70 kV) — dichtste kopstation bij Tenneville, op ± 7 km. Flex ≈ 5.3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Tenneville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Tenneville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Tenneville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Tenneville</dc:title>
  <dc:subject>PptxGenJS Presentation</dc:subject>
  <dc:creator>Fluctus</dc:creator>
  <cp:lastModifiedBy>Fluctus</cp:lastModifiedBy>
  <cp:revision>1</cp:revision>
  <dcterms:created xsi:type="dcterms:W3CDTF">2026-06-25T03:35:35Z</dcterms:created>
  <dcterms:modified xsi:type="dcterms:W3CDTF">2026-06-25T03:35:35Z</dcterms:modified>
</cp:coreProperties>
</file>