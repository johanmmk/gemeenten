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1.xlsx"/></Relationships>
</file>

<file path=ppt/charts/chart5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Weism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5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Weismes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WEISMES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Weismes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290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Weismes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€ 0,43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€ 0,87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€ 0,43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€ 0,87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Weismes,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parkings · 290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johanmmk.github.io/gemeenten/Kaart_bedrijfsparkings_Weismes.html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Weismes.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290 auto’s op 15 slimme parkings in Weismes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34%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BEVER 70 (70 kV), 8.4 km van Weismes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Weismes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BEVER 70 (70 kV) — dichtste kopstation bij Weismes, op ± 8.4 km (laagste load van de cluster &lt;5 km). Flex ≈ 3 MW (11 kW/wagen + 10 kW batterij) op 15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Weismes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Weismes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Weismes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Weismes</dc:title>
  <dc:subject>PptxGenJS Presentation</dc:subject>
  <dc:creator>Fluctus</dc:creator>
  <cp:lastModifiedBy>Fluctus</cp:lastModifiedBy>
  <cp:revision>1</cp:revision>
  <dcterms:created xsi:type="dcterms:W3CDTF">2026-06-24T04:30:34Z</dcterms:created>
  <dcterms:modified xsi:type="dcterms:W3CDTF">2026-06-24T04:30:34Z</dcterms:modified>
</cp:coreProperties>
</file>