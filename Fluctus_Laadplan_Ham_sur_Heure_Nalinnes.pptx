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4.xlsx"/></Relationships>
</file>

<file path=ppt/charts/chart1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m_sur_Heure_Nalin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Ham-sur-Heure-Nalinnes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HAM-SUR-HEURE-NALINNES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Ham-sur-Heure-Nalinnes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2.235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Ham-sur-Heure-Nalinnes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Ham-sur-Heure-Nalinnes,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parkings · 2.235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johanmmk.github.io/gemeenten/Kaart_bedrijfsparkings_Ham_sur_Heure_Nalinnes.html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Ham-sur-Heure-Nalinnes.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auto’s op 11 slimme parkings in Ham-sur-Heure-Nalinnes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49%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THYCH 70 (70 kV), 5.4 km van Ham-sur-Heure-Nalinnes.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Ham-sur-Heure-Nalinnes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THYCH 70 (70 kV) — dichtste kopstation bij Ham-sur-Heure-Nalinnes, op ± 5.4 km. Flex ≈ 4.3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Ham-sur-Heure-Nalinnes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Ham-sur-Heure-Nalinnes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Ham-sur-Heure-Nalinnes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Ham-sur-Heure-Nalinnes</dc:title>
  <dc:subject>PptxGenJS Presentation</dc:subject>
  <dc:creator>Fluctus</dc:creator>
  <cp:lastModifiedBy>Fluctus</cp:lastModifiedBy>
  <cp:revision>1</cp:revision>
  <dcterms:created xsi:type="dcterms:W3CDTF">2026-06-24T00:34:43Z</dcterms:created>
  <dcterms:modified xsi:type="dcterms:W3CDTF">2026-06-24T00:34:43Z</dcterms:modified>
</cp:coreProperties>
</file>