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3.xlsx"/></Relationships>
</file>

<file path=ppt/charts/chart3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eufchateau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Neufchâteau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NEUFCHÂTEAU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Neufchâteau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3.134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Neufchâteau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€ 9,40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Neufchâteau,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parkings · 3.134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johanmmk.github.io/gemeenten/Kaart_bedrijfsparkings_Neufchateau.html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Neufchâteau.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2.814 auto’s op 89 slimme parkings in Neufchâteau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36%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NEUFC 70 (70 kV), 1.7 km van Neufchâteau.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Neufchâteau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NEUFC 70 (70 kV) — dichtste kopstation bij Neufchâteau, op ± 1.7 km. Flex ≈ 8.3 MW (11 kW/wagen + 10 kW batterij) op 41.6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Neufchâteau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Neufchâteau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Neufchâteau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Neufchâteau</dc:title>
  <dc:subject>PptxGenJS Presentation</dc:subject>
  <dc:creator>Fluctus</dc:creator>
  <cp:lastModifiedBy>Fluctus</cp:lastModifiedBy>
  <cp:revision>1</cp:revision>
  <dcterms:created xsi:type="dcterms:W3CDTF">2026-06-25T02:41:35Z</dcterms:created>
  <dcterms:modified xsi:type="dcterms:W3CDTF">2026-06-25T02:41:35Z</dcterms:modified>
</cp:coreProperties>
</file>