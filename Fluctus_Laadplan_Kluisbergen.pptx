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6.xlsx"/></Relationships>
</file>

<file path=ppt/charts/chart2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luisber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Kluisbergen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KLUISBERGEN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Kluisbergen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3.720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Kluisbergen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3.720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€ 11,16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3.720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3.720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€ 11,16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Kluisbergen,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parkings · 3.720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johanmmk.github.io/gemeenten/Kaart_bedrijfsparkings_Kluisbergen.html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Kluisbergen.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470 auto’s op 25 slimme parkings in Kluisbergen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RUIEN 70 (70 kV), 3.4 km van Kluisbergen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Kluisbergen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RUIEN 70 (70 kV) — dichtste kopstation bij Kluisbergen, op ± 3.4 km (laagste load van de cluster &lt;5 km). Flex ≈ 9.9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Kluisbergen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Kluisbergen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Kluisbergen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Kluisbergen</dc:title>
  <dc:subject>PptxGenJS Presentation</dc:subject>
  <dc:creator>Fluctus</dc:creator>
  <cp:lastModifiedBy>Fluctus</cp:lastModifiedBy>
  <cp:revision>1</cp:revision>
  <dcterms:created xsi:type="dcterms:W3CDTF">2026-06-24T00:55:39Z</dcterms:created>
  <dcterms:modified xsi:type="dcterms:W3CDTF">2026-06-24T00:55:39Z</dcterms:modified>
</cp:coreProperties>
</file>