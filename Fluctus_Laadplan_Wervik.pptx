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48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54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48.xlsx"/></Relationships>
</file>

<file path=ppt/charts/chart54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34</c:v>
                </c:pt>
                <c:pt idx="1">
                  <c:v>60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Wervik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548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Wervik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WERVIK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Wervik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6.506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Wervik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+ 130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6.506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174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€ 9,76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€ 19,52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6.506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€ 9,76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6.506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€ 19,52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Wervik,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174 parkings · 6.506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johanmmk.github.io/gemeenten/Kaart_bedrijfsparkings_Wervik.html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Wervik.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1.367 auto’s op 44 slimme parkings in Wervik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34% naar 60%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WVLGM150 (150 kV), 6.8 km van Wervik.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Wervik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WVLGM150 (150 kV) — dichtste kopstation bij Wervik, op ± 6.8 km. Flex ≈ 28.7 MW (11 kW/wagen + 10 kW batterij) op 175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Wervik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+76%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Wervik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+76%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Wervik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Wervik</dc:title>
  <dc:subject>PptxGenJS Presentation</dc:subject>
  <dc:creator>Fluctus</dc:creator>
  <cp:lastModifiedBy>Fluctus</cp:lastModifiedBy>
  <cp:revision>1</cp:revision>
  <dcterms:created xsi:type="dcterms:W3CDTF">2026-06-25T04:40:48Z</dcterms:created>
  <dcterms:modified xsi:type="dcterms:W3CDTF">2026-06-25T04:40:48Z</dcterms:modified>
</cp:coreProperties>
</file>