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8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8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1.xlsx"/></Relationships>
</file>

<file path=ppt/charts/chart2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ubbee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8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Lubbeek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LUBBEEK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Lubbeek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4.225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Lubbeek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4.225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€ 6,34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€ 12,68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4.225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€ 6,34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4.225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€ 12,68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Lubbeek,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parkings · 4.225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johanmmk.github.io/gemeenten/Kaart_bedrijfsparkings_Lubbeek.html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Lubbeek.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1.137 auto’s op 32 slimme parkings in Lubbeek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HEVRL 70 (70 kV), 8.5 km van Lubbeek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Lubbeek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HEVRL 70 (70 kV) — dichtste kopstation bij Lubbeek, op ± 8.5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Lubbeek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Lubbeek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Lubbeek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Lubbeek</dc:title>
  <dc:subject>PptxGenJS Presentation</dc:subject>
  <dc:creator>Fluctus</dc:creator>
  <cp:lastModifiedBy>Fluctus</cp:lastModifiedBy>
  <cp:revision>1</cp:revision>
  <dcterms:created xsi:type="dcterms:W3CDTF">2026-06-25T02:28:10Z</dcterms:created>
  <dcterms:modified xsi:type="dcterms:W3CDTF">2026-06-25T02:28:10Z</dcterms:modified>
</cp:coreProperties>
</file>