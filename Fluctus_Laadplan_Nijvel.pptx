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9.xlsx"/></Relationships>
</file>

<file path=ppt/charts/chart3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ijv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Nijvel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NIJVEL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Nijvel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3.318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Nijvel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Nijvel,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parkings · 3.318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johanmmk.github.io/gemeenten/Kaart_bedrijfsparkings_Nijvel.html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Nijvel.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3.318 auto’s op 108 slimme parkings in Nijvel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SENEF 70 (70 kV), 9.2 km van Nijvel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Nijvel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SENEF 70 (70 kV) — dichtste kopstation bij Nijvel, op ± 9.2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Nijvel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Nijvel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Nijvel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Nijvel</dc:title>
  <dc:subject>PptxGenJS Presentation</dc:subject>
  <dc:creator>Fluctus</dc:creator>
  <cp:lastModifiedBy>Fluctus</cp:lastModifiedBy>
  <cp:revision>1</cp:revision>
  <dcterms:created xsi:type="dcterms:W3CDTF">2026-06-24T01:46:55Z</dcterms:created>
  <dcterms:modified xsi:type="dcterms:W3CDTF">2026-06-24T01:46:55Z</dcterms:modified>
</cp:coreProperties>
</file>