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69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46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69.xlsx"/></Relationships>
</file>

<file path=ppt/charts/chart46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34</c:v>
                </c:pt>
                <c:pt idx="1">
                  <c:v>65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Wevelgem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469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Wevelgem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WEVELGEM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Wevelgem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10.387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Wevelgem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+ 187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10.387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309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€ 15,58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€ 31,16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10.387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€ 15,58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10.387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€ 31,16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Wevelgem,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309 parkings · 10.387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johanmmk.github.io/gemeenten/Kaart_bedrijfsparkings_Wevelgem.html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Wevelgem.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2.920 auto’s op 122 slimme parkings in Wevelgem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34% naar 65%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WVLGM150 (150 kV), 4.1 km van Wevelgem.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Wevelgem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WVLGM150 (150 kV) — dichtste kopstation bij Wevelgem, op ± 4.1 km. Flex ≈ 35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Wevelgem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+91%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Wevelgem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+91%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Wevelgem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Wevelgem</dc:title>
  <dc:subject>PptxGenJS Presentation</dc:subject>
  <dc:creator>Fluctus</dc:creator>
  <cp:lastModifiedBy>Fluctus</cp:lastModifiedBy>
  <cp:revision>1</cp:revision>
  <dcterms:created xsi:type="dcterms:W3CDTF">2026-06-24T03:15:00Z</dcterms:created>
  <dcterms:modified xsi:type="dcterms:W3CDTF">2026-06-24T03:15:00Z</dcterms:modified>
</cp:coreProperties>
</file>