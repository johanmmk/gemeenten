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5.xlsx"/></Relationships>
</file>

<file path=ppt/charts/chart3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uvro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Rouvroy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ROUVROY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Rouvroy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Rouvroy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Rouvroy,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parkings · 1.841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johanmmk.github.io/gemeenten/Kaart_bedrijfsparkings_Rouvroy.html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Rouvroy.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auto’s op 2 slimme parkings in Rouvroy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43%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SMARD220 (220 kV), 2.8 km van Rouvroy.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Rouvroy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SMARD220 (220 kV) — dichtste kopstation bij Rouvroy, op ± 2.8 km. Flex ≈ 3.4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Rouvroy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Rouvroy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Rouvroy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Rouvroy</dc:title>
  <dc:subject>PptxGenJS Presentation</dc:subject>
  <dc:creator>Fluctus</dc:creator>
  <cp:lastModifiedBy>Fluctus</cp:lastModifiedBy>
  <cp:revision>1</cp:revision>
  <dcterms:created xsi:type="dcterms:W3CDTF">2026-06-24T02:02:33Z</dcterms:created>
  <dcterms:modified xsi:type="dcterms:W3CDTF">2026-06-24T02:02:33Z</dcterms:modified>
</cp:coreProperties>
</file>