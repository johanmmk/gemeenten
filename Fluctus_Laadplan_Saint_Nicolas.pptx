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9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9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6.xlsx"/></Relationships>
</file>

<file path=ppt/charts/chart39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50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johanmmk.github.io/gemeenten/Kaart_bedrijfsparkings_Saint_Nicolas.html" TargetMode="Externa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9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Saint-Nicolas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SAINT-NICOLAS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Saint-Nicolas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1.506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Saint-Nicolas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1.506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€ 2,26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€ 4,52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1.506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€ 2,26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1.506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€ 4,52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Saint-Nicolas,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EAF0F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4012" y="238497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4012" y="238497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23875" y="238476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875" y="23847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27707" y="238753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7707" y="238753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720025" y="217731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20025" y="21773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37919" y="23861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7919" y="23861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720165" y="216036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20165" y="21603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719592" y="217594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19592" y="21759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23544" y="238952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3544" y="23895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25511" y="238507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5511" y="238507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34384" y="238717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4384" y="238717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29167" y="547056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29167" y="547056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45715" y="546817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45715" y="546817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406295" y="547692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06295" y="547692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728508" y="216109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728508" y="216109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703300" y="214890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703300" y="21489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99993" y="213353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99993" y="21335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92500" y="213055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92500" y="2130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40567" y="544075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40567" y="544075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390969" y="544982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90969" y="5449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96975" y="544456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96975" y="54445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17994" y="544212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17994" y="544212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419643" y="543989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19643" y="54398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385767" y="544361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85767" y="544361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413791" y="544254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13791" y="544254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376888" y="544574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76888" y="544574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377675" y="544549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377675" y="544549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382149" y="540354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382149" y="540354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384816" y="5403332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384816" y="54033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324319" y="540637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324319" y="54063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385816" y="540315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85816" y="540315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356831" y="540773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6831" y="540773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3664166" y="211622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664166" y="21162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3664012" y="209853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664012" y="209853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861407" y="232268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61407" y="2322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3662734" y="210471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662734" y="210471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827755" y="2285979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27755" y="228597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836688" y="2286591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36688" y="228659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868680" y="5605272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Schematische spreiding — interactieve kaart via de link.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parkings · 1.506 plaatsen</a:t>
            </a:r>
            <a:endParaRPr lang="en-US" sz="2200" dirty="0"/>
          </a:p>
        </p:txBody>
      </p:sp>
      <p:sp>
        <p:nvSpPr>
          <p:cNvPr id="81" name="Text 79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82" name="Text 80">
            <a:hlinkClick r:id="rId1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johanmmk.github.io/gemeenten/Kaart_bedrijfsparkings_Saint_Nicolas.html</a:t>
            </a:r>
            <a:endParaRPr lang="en-US" sz="1150" dirty="0"/>
          </a:p>
        </p:txBody>
      </p:sp>
      <p:sp>
        <p:nvSpPr>
          <p:cNvPr id="83" name="Text 81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8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86" name="Text 83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8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89" name="Text 85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90" name="Shape 86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9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92" name="Text 87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93" name="Text 8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94" name="Text 8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Saint-Nicolas.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812 auto’s op 20 slimme parkings in Saint-Nicolas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50%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ANS 150 (150 kV), 2.6 km van Saint-Nicolas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Saint-Nicolas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ANS 150 (150 kV) — dichtste kopstation bij Saint-Nicolas, op ± 2.6 km (laagste load van de cluster &lt;5 km). Flex ≈ 17.1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Saint-Nicolas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Saint-Nicolas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Saint-Nicolas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Saint-Nicolas</dc:title>
  <dc:subject>PptxGenJS Presentation</dc:subject>
  <dc:creator>Fluctus</dc:creator>
  <cp:lastModifiedBy>Fluctus</cp:lastModifiedBy>
  <cp:revision>1</cp:revision>
  <dcterms:created xsi:type="dcterms:W3CDTF">2026-06-25T03:24:17Z</dcterms:created>
  <dcterms:modified xsi:type="dcterms:W3CDTF">2026-06-25T03:24:17Z</dcterms:modified>
</cp:coreProperties>
</file>