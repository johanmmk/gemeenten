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5.xlsx"/></Relationships>
</file>

<file path=ppt/charts/chart3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Saint_Nicolas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Saint-Nicolas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SAINT-NICOLAS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Saint-Nicolas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1.506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Saint-Nicolas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Saint-Nicolas,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4012" y="238497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4012" y="23849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23875" y="238476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875" y="238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27707" y="238753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7707" y="23875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20025" y="217731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0025" y="21773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37919" y="23861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919" y="2386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20165" y="216036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0165" y="21603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19592" y="217594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9592" y="21759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3544" y="238952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2389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25511" y="238507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511" y="238507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34384" y="23871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384" y="23871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29167" y="5470563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9167" y="54705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5715" y="546817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5715" y="546817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06295" y="547692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06295" y="54769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28508" y="216109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8508" y="21610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03300" y="214890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00" y="21489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99993" y="213353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99993" y="21335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92500" y="213055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9250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40567" y="544075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0567" y="54407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0969" y="544982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0969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96975" y="544456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6975" y="54445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17994" y="544212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17994" y="54421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19643" y="543989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19643" y="5439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85767" y="544361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85767" y="5443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13791" y="544254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13791" y="54425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76888" y="544574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888" y="54457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77675" y="5445499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7675" y="54454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82149" y="540354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82149" y="540354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84816" y="540333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84816" y="54033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24319" y="540637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4319" y="54063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85816" y="540315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85816" y="54031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56831" y="540773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56831" y="5407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64166" y="211622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64166" y="211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664012" y="2098537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64012" y="209853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61407" y="232268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1407" y="2322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662734" y="2104710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62734" y="21047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27755" y="2285979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7755" y="228597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36688" y="228659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6688" y="22865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parkings · 1.506 plaatsen</a:t>
            </a:r>
            <a:endParaRPr lang="en-US" sz="2200" dirty="0"/>
          </a:p>
        </p:txBody>
      </p:sp>
      <p:sp>
        <p:nvSpPr>
          <p:cNvPr id="81" name="Text 79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82" name="Text 80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johanmmk.github.io/gemeenten/Kaart_bedrijfsparkings_Saint_Nicolas.html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85" name="Text 82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86" name="Shape 83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8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88" name="Text 84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89" name="Shape 85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9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91" name="Text 86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92" name="Text 8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3" name="Text 88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Saint-Nicolas.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812 auto’s op 20 slimme parkings in Saint-Nicolas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50%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ANS 150 (150 kV), 2.6 km van Saint-Nicolas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Saint-Nicolas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ANS 150 (150 kV) — dichtste kopstation bij Saint-Nicolas, op ± 2.6 km (laagste load van de cluster &lt;5 km). Flex ≈ 17.1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Saint-Nicolas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Saint-Nicolas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Saint-Nicolas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Saint-Nicolas</dc:title>
  <dc:subject>PptxGenJS Presentation</dc:subject>
  <dc:creator>Fluctus</dc:creator>
  <cp:lastModifiedBy>Fluctus</cp:lastModifiedBy>
  <cp:revision>1</cp:revision>
  <dcterms:created xsi:type="dcterms:W3CDTF">2026-06-24T02:06:49Z</dcterms:created>
  <dcterms:modified xsi:type="dcterms:W3CDTF">2026-06-24T02:06:49Z</dcterms:modified>
</cp:coreProperties>
</file>