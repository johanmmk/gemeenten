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9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2.xlsx"/></Relationships>
</file>

<file path=ppt/charts/chart2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rche_en_Fame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9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Marche-en-Famenne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MARCHE-EN-FAMENNE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Marche-en-Famenne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4.115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Marche-en-Famenne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€ 12,35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€ 12,35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Marche-en-Famenne,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parkings · 4.115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johanmmk.github.io/gemeenten/Kaart_bedrijfsparkings_Marche_en_Famenne.html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Marche-en-Famenne.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3.399 auto’s op 89 slimme parkings in Marche-en-Famenne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MARFA 70 (70 kV), 3.3 km van Marche-en-Famenne.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Marche-en-Famenne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MARFA 70 (70 kV) — dichtste kopstation bij Marche-en-Famenne, op ± 3.3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Marche-en-Famenne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Marche-en-Famenne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Marche-en-Famenne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Marche-en-Famenne</dc:title>
  <dc:subject>PptxGenJS Presentation</dc:subject>
  <dc:creator>Fluctus</dc:creator>
  <cp:lastModifiedBy>Fluctus</cp:lastModifiedBy>
  <cp:revision>1</cp:revision>
  <dcterms:created xsi:type="dcterms:W3CDTF">2026-06-24T01:27:06Z</dcterms:created>
  <dcterms:modified xsi:type="dcterms:W3CDTF">2026-06-24T01:27:06Z</dcterms:modified>
</cp:coreProperties>
</file>