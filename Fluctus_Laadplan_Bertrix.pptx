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rtrix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Bertrix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BERTRIX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Bertrix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478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Bertrix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€ 1,43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€ 1,43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Bertrix,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parkings · 478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johanmmk.github.io/gemeenten/Kaart_bedrijfsparkings_Bertrix.html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Bertrix.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Bertrix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ORGEO 70 (70 kV), 4.5 km van Bertrix.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Bertrix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ORGEO 70 (70 kV) — dichtste kopstation bij Bertrix, op ± 4.5 km. Flex ≈ 0 MW (11 kW/wagen + 10 kW batterij) op 11.3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Bertrix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Bertrix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Bertrix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Bertrix</dc:title>
  <dc:subject>PptxGenJS Presentation</dc:subject>
  <dc:creator>Fluctus</dc:creator>
  <cp:lastModifiedBy>Fluctus</cp:lastModifiedBy>
  <cp:revision>1</cp:revision>
  <dcterms:created xsi:type="dcterms:W3CDTF">2026-06-23T22:47:08Z</dcterms:created>
  <dcterms:modified xsi:type="dcterms:W3CDTF">2026-06-23T22:47:08Z</dcterms:modified>
</cp:coreProperties>
</file>