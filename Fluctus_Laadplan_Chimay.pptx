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hima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Chimay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CHIMAY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Chimay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1.118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Chimay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Chimay,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parkings · 1.118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johanmmk.github.io/gemeenten/Kaart_bedrijfsparkings_Chimay.html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Chimay.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820 auto’s op 37 slimme parkings in Chimay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COUVI 70 (70 kV), 13 km van Chimay.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Chimay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COUVI 70 (70 kV) — dichtste kopstation bij Chimay, op ± 13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Chimay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Chimay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Chimay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Chimay</dc:title>
  <dc:subject>PptxGenJS Presentation</dc:subject>
  <dc:creator>Fluctus</dc:creator>
  <cp:lastModifiedBy>Fluctus</cp:lastModifiedBy>
  <cp:revision>1</cp:revision>
  <dcterms:created xsi:type="dcterms:W3CDTF">2026-06-23T23:13:57Z</dcterms:created>
  <dcterms:modified xsi:type="dcterms:W3CDTF">2026-06-23T23:13:57Z</dcterms:modified>
</cp:coreProperties>
</file>