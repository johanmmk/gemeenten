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2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27.xlsx"/></Relationships>
</file>

<file path=ppt/charts/chart5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wan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2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Awans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AWANS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Awans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3.640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Awans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3.640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€ 5,46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€ 10,92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3.640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€ 5,46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3.640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€ 10,92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Awans,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 parkings · 3.640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johanmmk.github.io/gemeenten/Kaart_bedrijfsparkings_Awans.html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Awans.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791 auto’s op 24 slimme parkings in Awans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FOOZ 70 (70 kV), 1.9 km van Awans.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Awans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FOOZ 70 (70 kV) — dichtste kopstation bij Awans, op ± 1.9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Awans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Awans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Awans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Awans</dc:title>
  <dc:subject>PptxGenJS Presentation</dc:subject>
  <dc:creator>Fluctus</dc:creator>
  <cp:lastModifiedBy>Fluctus</cp:lastModifiedBy>
  <cp:revision>1</cp:revision>
  <dcterms:created xsi:type="dcterms:W3CDTF">2026-06-25T04:23:06Z</dcterms:created>
  <dcterms:modified xsi:type="dcterms:W3CDTF">2026-06-25T04:23:06Z</dcterms:modified>
</cp:coreProperties>
</file>