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rech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Brecht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BRECHT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Brecht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1.958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Brecht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1.958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€ 2,94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1.958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€ 2,94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1.958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Brecht,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parkings · 1.958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johanmmk.github.io/gemeenten/Kaart_bedrijfsparkings_Brecht.html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Brecht.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1.878 auto’s op 68 slimme parkings in Brecht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66%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SJOB 70 (70 kV), 4.4 km van Brecht.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Brecht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SJOB 70 (70 kV) — dichtste kopstation bij Brecht, op ± 4.4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Brecht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Brecht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Brecht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Brecht</dc:title>
  <dc:subject>PptxGenJS Presentation</dc:subject>
  <dc:creator>Fluctus</dc:creator>
  <cp:lastModifiedBy>Fluctus</cp:lastModifiedBy>
  <cp:revision>1</cp:revision>
  <dcterms:created xsi:type="dcterms:W3CDTF">2026-06-25T00:24:43Z</dcterms:created>
  <dcterms:modified xsi:type="dcterms:W3CDTF">2026-06-25T00:24:43Z</dcterms:modified>
</cp:coreProperties>
</file>