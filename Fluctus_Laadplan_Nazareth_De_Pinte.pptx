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7.xlsx"/></Relationships>
</file>

<file path=ppt/charts/chart5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azareth_De_Pint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Nazareth-De Pinte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NAZARETH-DE PINTE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Nazareth-De Pinte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8.004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Nazareth-De Pinte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Nazareth-De Pinte,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 parkings · 8.004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johanmmk.github.io/gemeenten/Kaart_bedrijfsparkings_Nazareth_De_Pinte.html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Nazareth-De Pinte.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2.173 auto’s op 70 slimme parkings in Nazareth-De Pinte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SDEWE 36 (36 kV), 7.2 km van Nazareth-De Pinte.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Nazareth-De Pinte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SDEWE 36 (36 kV) — dichtste kopstation bij Nazareth-De Pinte, op ± 7.2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Nazareth-De Pinte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Nazareth-De Pinte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Nazareth-De Pinte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Nazareth-De Pinte</dc:title>
  <dc:subject>PptxGenJS Presentation</dc:subject>
  <dc:creator>Fluctus</dc:creator>
  <cp:lastModifiedBy>Fluctus</cp:lastModifiedBy>
  <cp:revision>1</cp:revision>
  <dcterms:created xsi:type="dcterms:W3CDTF">2026-06-24T04:43:51Z</dcterms:created>
  <dcterms:modified xsi:type="dcterms:W3CDTF">2026-06-24T04:43:51Z</dcterms:modified>
</cp:coreProperties>
</file>