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0.xlsx"/></Relationships>
</file>

<file path=ppt/charts/chart2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pelle_op_den_Bo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Kapelle-op-den-Bos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KAPELLE-OP-DEN-BOS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Kapelle-op-den-Bos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4.479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Kapelle-op-den-Bos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€ 13,44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€ 13,44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Kapelle-op-den-Bos,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parkings · 4.479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johanmmk.github.io/gemeenten/Kaart_bedrijfsparkings_Kapelle_op_den_Bos.html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Kapelle-op-den-Bos.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 auto’s op 15 slimme parkings in Kapelle-op-den-Bos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TISLT 70 (70 kV), 2.1 km van Kapelle-op-den-Bos.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Kapelle-op-den-Bos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TISLT 70 (70 kV) — dichtste kopstation bij Kapelle-op-den-Bos, op ± 2.1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Kapelle-op-den-Bos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Kapelle-op-den-Bos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Kapelle-op-den-Bos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Kapelle-op-den-Bos</dc:title>
  <dc:subject>PptxGenJS Presentation</dc:subject>
  <dc:creator>Fluctus</dc:creator>
  <cp:lastModifiedBy>Fluctus</cp:lastModifiedBy>
  <cp:revision>1</cp:revision>
  <dcterms:created xsi:type="dcterms:W3CDTF">2026-06-24T00:53:06Z</dcterms:created>
  <dcterms:modified xsi:type="dcterms:W3CDTF">2026-06-24T00:53:06Z</dcterms:modified>
</cp:coreProperties>
</file>