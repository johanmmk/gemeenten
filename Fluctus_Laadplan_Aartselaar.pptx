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3.xlsx"/></Relationships>
</file>

<file path=ppt/charts/chart4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artselaa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Aartselaar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AARTSELAAR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Aartselaar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11.170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Aartselaar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€ 16,75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€ 33,51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€ 16,75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€ 33,51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Aartselaar,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281 parkings · 11.170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johanmmk.github.io/gemeenten/Kaart_bedrijfsparkings_Aartselaar.html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Aartselaar.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3.475 auto’s op 93 slimme parkings in Aartselaar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SCHEL 70 (70 kV), 4.9 km van Aartselaar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Aartselaar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SCHEL 70 (70 kV) — dichtste kopstation bij Aartselaar, op ± 4.9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Aartselaar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Aartselaar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Aartselaar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Aartselaar</dc:title>
  <dc:subject>PptxGenJS Presentation</dc:subject>
  <dc:creator>Fluctus</dc:creator>
  <cp:lastModifiedBy>Fluctus</cp:lastModifiedBy>
  <cp:revision>1</cp:revision>
  <dcterms:created xsi:type="dcterms:W3CDTF">2026-06-25T03:42:40Z</dcterms:created>
  <dcterms:modified xsi:type="dcterms:W3CDTF">2026-06-25T03:42:40Z</dcterms:modified>
</cp:coreProperties>
</file>