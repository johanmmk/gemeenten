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2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9.xlsx"/></Relationships>
</file>

<file path=ppt/charts/chart3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Ninov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2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Ninove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NINOVE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Ninove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5.829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Ninove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5.829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€ 17,49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5.829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5.829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€ 17,49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Ninove,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 parkings · 5.829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johanmmk.github.io/gemeenten/Kaart_bedrijfsparkings_Ninove.html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Ninove.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3.421 auto’s op 112 slimme parkings in Ninove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NINOV 70 (70 kV), 1.6 km van Ninove.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Ninove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NINOV 70 (70 kV) — dichtste kopstation bij Ninove, op ± 1.6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Ninove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Ninove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Ninove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Ninove</dc:title>
  <dc:subject>PptxGenJS Presentation</dc:subject>
  <dc:creator>Fluctus</dc:creator>
  <cp:lastModifiedBy>Fluctus</cp:lastModifiedBy>
  <cp:revision>1</cp:revision>
  <dcterms:created xsi:type="dcterms:W3CDTF">2026-06-25T02:43:38Z</dcterms:created>
  <dcterms:modified xsi:type="dcterms:W3CDTF">2026-06-25T02:43:38Z</dcterms:modified>
</cp:coreProperties>
</file>