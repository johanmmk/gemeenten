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7.xlsx"/></Relationships>
</file>

<file path=ppt/charts/chart2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a_Roche_en_Arden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Roche-en-Ardenne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LA ROCHE-EN-ARDENNE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La Roche-en-Ardenne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La Roche-en-Ardenne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La Roche-en-Ardenne,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662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johanmmk.github.io/gemeenten/Kaart_bedrijfsparkings_La_Roche_en_Ardenne.html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La Roche-en-Ardenne.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324 auto’s op 12 slimme parkings in La Roche-en-Ardenne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MARCO 70 (70 kV), 7 km van La Roche-en-Ardenne.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La Roche-en-Ardenne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MARCO 70 (70 kV) — dichtste kopstation bij La Roche-en-Ardenne, op ± 7 km. Flex ≈ 6.8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La Roche-en-Ardenne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La Roche-en-Ardenne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La Roche-en-Ardenne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La Roche-en-Ardenne</dc:title>
  <dc:subject>PptxGenJS Presentation</dc:subject>
  <dc:creator>Fluctus</dc:creator>
  <cp:lastModifiedBy>Fluctus</cp:lastModifiedBy>
  <cp:revision>1</cp:revision>
  <dcterms:created xsi:type="dcterms:W3CDTF">2026-06-25T02:17:27Z</dcterms:created>
  <dcterms:modified xsi:type="dcterms:W3CDTF">2026-06-25T02:17:27Z</dcterms:modified>
</cp:coreProperties>
</file>