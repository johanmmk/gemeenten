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0.xlsx"/></Relationships>
</file>

<file path=ppt/charts/chart2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</c:v>
                </c:pt>
                <c:pt idx="1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Jabbe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Jabbeke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JABBEKE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Jabbeke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1.357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Jabbeke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Jabbeke,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parkings · 1.357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johanmmk.github.io/gemeenten/Kaart_bedrijfsparkings_Jabbeke.html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Jabbeke.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663 auto’s op 30 slimme parkings in Jabbeke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46% naar 70%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ZEDEL 36 (36 kV), 7.9 km van Jabbeke.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Jabbeke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ZEDEL 36 (36 kV) — dichtste kopstation bij Jabbeke, op ± 7.9 km.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Jabbeke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Jabbeke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Jabbeke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Jabbeke</dc:title>
  <dc:subject>PptxGenJS Presentation</dc:subject>
  <dc:creator>Fluctus</dc:creator>
  <cp:lastModifiedBy>Fluctus</cp:lastModifiedBy>
  <cp:revision>1</cp:revision>
  <dcterms:created xsi:type="dcterms:W3CDTF">2026-06-24T00:50:26Z</dcterms:created>
  <dcterms:modified xsi:type="dcterms:W3CDTF">2026-06-24T00:50:26Z</dcterms:modified>
</cp:coreProperties>
</file>