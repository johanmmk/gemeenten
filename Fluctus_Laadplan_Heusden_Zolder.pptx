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8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6.xlsx"/></Relationships>
</file>

<file path=ppt/charts/chart1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usden_Zold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8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Heusden-Zolder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HEUSDEN-ZOLDER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Heusden-Zolder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8.138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Heusden-Zolder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8.138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€ 12,21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€ 24,41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€ 12,21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€ 24,41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Heusden-Zolder,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parkings · 8.138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johanmmk.github.io/gemeenten/Kaart_bedrijfsparkings_Heusden_Zolder.html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Heusden-Zolder.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2.805 auto’s op 104 slimme parkings in Heusden-Zolder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ZONHO 70 (70 kV), 5.5 km van Heusden-Zolder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Heusden-Zolder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ZONHO 70 (70 kV) — dichtste kopstation bij Heusden-Zolder, op ± 5.5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Heusden-Zolder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Heusden-Zolder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Heusden-Zolder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Heusden-Zolder</dc:title>
  <dc:subject>PptxGenJS Presentation</dc:subject>
  <dc:creator>Fluctus</dc:creator>
  <cp:lastModifiedBy>Fluctus</cp:lastModifiedBy>
  <cp:revision>1</cp:revision>
  <dcterms:created xsi:type="dcterms:W3CDTF">2026-06-24T00:43:59Z</dcterms:created>
  <dcterms:modified xsi:type="dcterms:W3CDTF">2026-06-24T00:43:59Z</dcterms:modified>
</cp:coreProperties>
</file>