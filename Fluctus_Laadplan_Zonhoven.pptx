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9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0.xlsx"/></Relationships>
</file>

<file path=ppt/charts/chart4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onhov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9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Zonhoven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ZONHOVEN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Zonhoven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5.380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Zonhoven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5.380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€ 8,07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€ 16,14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5.380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€ 8,07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5.380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€ 16,14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Zonhoven,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 parkings · 5.380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johanmmk.github.io/gemeenten/Kaart_bedrijfsparkings_Zonhoven.html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Zonhoven.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1.312 auto’s op 47 slimme parkings in Zonhoven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ZONHO 70 (70 kV), 1.1 km van Zonhoven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Zonhoven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ZONHO 70 (70 kV) — dichtste kopstation bij Zonhoven, op ± 1.1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Zonhoven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Zonhoven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Zonhoven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Zonhoven</dc:title>
  <dc:subject>PptxGenJS Presentation</dc:subject>
  <dc:creator>Fluctus</dc:creator>
  <cp:lastModifiedBy>Fluctus</cp:lastModifiedBy>
  <cp:revision>1</cp:revision>
  <dcterms:created xsi:type="dcterms:W3CDTF">2026-06-25T03:53:39Z</dcterms:created>
  <dcterms:modified xsi:type="dcterms:W3CDTF">2026-06-25T03:53:39Z</dcterms:modified>
</cp:coreProperties>
</file>