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9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7.xlsx"/></Relationships>
</file>

<file path=ppt/charts/chart4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wal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9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Zwalm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ZWALM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Zwalm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1.121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Zwalm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Zwalm,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parkings · 1.121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johanmmk.github.io/gemeenten/Kaart_bedrijfsparkings_Zwalm.html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Zwalm.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 auto’s op 4 slimme parkings in Zwalm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ZOTGM 70 (70 kV), 6.8 km van Zwalm.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Zwalm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ZOTGM 70 (70 kV) — dichtste kopstation bij Zwalm, op ± 6.8 km. Flex ≈ 3.2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Zwalm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Zwalm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Zwalm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Zwalm</dc:title>
  <dc:subject>PptxGenJS Presentation</dc:subject>
  <dc:creator>Fluctus</dc:creator>
  <cp:lastModifiedBy>Fluctus</cp:lastModifiedBy>
  <cp:revision>1</cp:revision>
  <dcterms:created xsi:type="dcterms:W3CDTF">2026-06-25T03:56:04Z</dcterms:created>
  <dcterms:modified xsi:type="dcterms:W3CDTF">2026-06-25T03:56:04Z</dcterms:modified>
</cp:coreProperties>
</file>