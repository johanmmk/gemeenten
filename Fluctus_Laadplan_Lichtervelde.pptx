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3.xlsx"/></Relationships>
</file>

<file path=ppt/charts/chart2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chtervel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Lichtervelde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LICHTERVELDE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Lichtervelde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2.392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Lichtervelde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Lichtervelde,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parkings · 2.392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johanmmk.github.io/gemeenten/Kaart_bedrijfsparkings_Lichtervelde.html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Lichtervelde.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826 auto’s op 37 slimme parkings in Lichtervelde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LICHT 36 (36 kV), 1.4 km van Lichtervelde.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Lichtervelde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LICHT 36 (36 kV) — dichtste kopstation bij Lichtervelde, op ± 1.4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Lichtervelde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Lichtervelde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Lichtervelde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Lichtervelde</dc:title>
  <dc:subject>PptxGenJS Presentation</dc:subject>
  <dc:creator>Fluctus</dc:creator>
  <cp:lastModifiedBy>Fluctus</cp:lastModifiedBy>
  <cp:revision>1</cp:revision>
  <dcterms:created xsi:type="dcterms:W3CDTF">2026-06-25T02:22:00Z</dcterms:created>
  <dcterms:modified xsi:type="dcterms:W3CDTF">2026-06-25T02:22:00Z</dcterms:modified>
</cp:coreProperties>
</file>