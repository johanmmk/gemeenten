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.xlsx"/></Relationships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ulling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Büllingen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BÜLLINGEN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Büllingen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1.071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Büllingen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1.071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€ 1,61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€ 3,21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€ 1,61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€ 3,21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Büllingen,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parkings · 1.071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johanmmk.github.io/gemeenten/Kaart_bedrijfsparkings_Bullingen.html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Büllingen.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593 auto’s op 17 slimme parkings in Büllingen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SVITH 70 (70 kV), 17.8 km van Büllingen.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Büllingen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SVITH 70 (70 kV) — dichtste kopstation bij Büllingen, op ± 17.8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Büllingen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Büllingen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Büllingen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Büllingen</dc:title>
  <dc:subject>PptxGenJS Presentation</dc:subject>
  <dc:creator>Fluctus</dc:creator>
  <cp:lastModifiedBy>Fluctus</cp:lastModifiedBy>
  <cp:revision>1</cp:revision>
  <dcterms:created xsi:type="dcterms:W3CDTF">2026-06-25T00:29:49Z</dcterms:created>
  <dcterms:modified xsi:type="dcterms:W3CDTF">2026-06-25T00:29:49Z</dcterms:modified>
</cp:coreProperties>
</file>