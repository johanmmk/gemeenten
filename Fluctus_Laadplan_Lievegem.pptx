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8.xlsx"/></Relationships>
</file>

<file path=ppt/charts/chart2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ev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Lievegem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LIEVEGEM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Lievegem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5.276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Lievegem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5.276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€ 15,83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5.276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5.276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€ 15,83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Lievegem,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parkings · 5.276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johanmmk.github.io/gemeenten/Kaart_bedrijfsparkings_Lievegem.html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Lievegem.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1.604 auto’s op 46 slimme parkings in Lievegem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WAARS 36 (36 kV), 4.2 km van Lievegem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Lievegem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WAARS 36 (36 kV) — dichtste kopstation bij Lievegem, op ± 4.2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Lievegem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Lievegem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Lievegem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Lievegem</dc:title>
  <dc:subject>PptxGenJS Presentation</dc:subject>
  <dc:creator>Fluctus</dc:creator>
  <cp:lastModifiedBy>Fluctus</cp:lastModifiedBy>
  <cp:revision>1</cp:revision>
  <dcterms:created xsi:type="dcterms:W3CDTF">2026-06-25T02:23:30Z</dcterms:created>
  <dcterms:modified xsi:type="dcterms:W3CDTF">2026-06-25T02:23:30Z</dcterms:modified>
</cp:coreProperties>
</file>