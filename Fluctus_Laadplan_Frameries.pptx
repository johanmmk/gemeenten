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2.xlsx"/></Relationships>
</file>

<file path=ppt/charts/chart1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rameri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FRAMERIES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Frameries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Frameries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Frameries,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parkings · 4.171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johanmmk.github.io/gemeenten/Kaart_bedrijfsparkings_Frameries.html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Frameries.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2.661 auto’s op 73 slimme parkings in Frameries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2.3 km van Frameries.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Frameries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Frameries, op ± 2.3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Frameries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Frameries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Frameries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Frameries</dc:title>
  <dc:subject>PptxGenJS Presentation</dc:subject>
  <dc:creator>Fluctus</dc:creator>
  <cp:lastModifiedBy>Fluctus</cp:lastModifiedBy>
  <cp:revision>1</cp:revision>
  <dcterms:created xsi:type="dcterms:W3CDTF">2026-06-24T00:05:24Z</dcterms:created>
  <dcterms:modified xsi:type="dcterms:W3CDTF">2026-06-24T00:05:24Z</dcterms:modified>
</cp:coreProperties>
</file>