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5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5.xlsx"/></Relationships>
</file>

<file path=ppt/charts/chart1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robbendon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5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Grobbendonk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GROBBENDONK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Grobbendonk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5.048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Grobbendonk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5.048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€ 7,57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€ 15,14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5.048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€ 7,57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5.048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€ 15,14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Grobbendonk,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 parkings · 5.048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johanmmk.github.io/gemeenten/Kaart_bedrijfsparkings_Grobbendonk.html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Grobbendonk.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1.598 auto’s op 46 slimme parkings in Grobbendonk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HEOUT 70 (70 kV), 4.7 km van Grobbendonk.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Grobbendonk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HEOUT 70 (70 kV) — dichtste kopstation bij Grobbendonk, op ± 4.7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Grobbendonk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Grobbendonk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Grobbendonk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Grobbendonk</dc:title>
  <dc:subject>PptxGenJS Presentation</dc:subject>
  <dc:creator>Fluctus</dc:creator>
  <cp:lastModifiedBy>Fluctus</cp:lastModifiedBy>
  <cp:revision>1</cp:revision>
  <dcterms:created xsi:type="dcterms:W3CDTF">2026-06-25T01:28:54Z</dcterms:created>
  <dcterms:modified xsi:type="dcterms:W3CDTF">2026-06-25T01:28:54Z</dcterms:modified>
</cp:coreProperties>
</file>