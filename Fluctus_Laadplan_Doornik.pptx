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4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1.xlsx"/></Relationships>
</file>

<file path=ppt/charts/chart4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Doornik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4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Doornik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DOORNIK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Doornik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7.693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Doornik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7.693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€ 11,54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€ 23,08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7.693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€ 11,54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7.693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€ 23,08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Doornik,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218 parkings · 7.693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johanmmk.github.io/gemeenten/Kaart_bedrijfsparkings_Doornik.html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Doornik.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7.693 auto’s op 218 slimme parkings in Doornik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TOURN 70 (70 kV), 1.7 km van Doornik.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Doornik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TOURN 70 (70 kV) — dichtste kopstation bij Doornik, op ± 1.7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Doornik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Doornik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Doornik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Doornik</dc:title>
  <dc:subject>PptxGenJS Presentation</dc:subject>
  <dc:creator>Fluctus</dc:creator>
  <cp:lastModifiedBy>Fluctus</cp:lastModifiedBy>
  <cp:revision>1</cp:revision>
  <dcterms:created xsi:type="dcterms:W3CDTF">2026-06-24T02:46:40Z</dcterms:created>
  <dcterms:modified xsi:type="dcterms:W3CDTF">2026-06-24T02:46:40Z</dcterms:modified>
</cp:coreProperties>
</file>