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8.xlsx"/></Relationships>
</file>

<file path=ppt/charts/chart2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ekela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Koekelare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KOEKELARE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Koekelare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Koekelare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Koekelare,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parkings · 1.951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johanmmk.github.io/gemeenten/Kaart_bedrijfsparkings_Koekelare.html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Koekelare.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 auto’s op 13 slimme parkings in Koekelare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GISTE 36 (36 kV), 7 km van Koekelare.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Koekelare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GISTE 36 (36 kV) — dichtste kopstation bij Koekelare, op ± 7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Koekelare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Koekelare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Koekelare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Koekelare</dc:title>
  <dc:subject>PptxGenJS Presentation</dc:subject>
  <dc:creator>Fluctus</dc:creator>
  <cp:lastModifiedBy>Fluctus</cp:lastModifiedBy>
  <cp:revision>1</cp:revision>
  <dcterms:created xsi:type="dcterms:W3CDTF">2026-06-25T02:10:46Z</dcterms:created>
  <dcterms:modified xsi:type="dcterms:W3CDTF">2026-06-25T02:10:46Z</dcterms:modified>
</cp:coreProperties>
</file>