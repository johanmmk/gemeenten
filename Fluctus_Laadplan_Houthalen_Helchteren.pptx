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9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9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7.xlsx"/></Relationships>
</file>

<file path=ppt/charts/chart19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Houthalen_Helchter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9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Houthalen-Helchteren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HOUTHALEN-HELCHTEREN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Houthalen-Helchteren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6.844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Houthalen-Helchteren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6.844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€ 10,27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€ 20,53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6.844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€ 10,27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6.844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€ 20,53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Houthalen-Helchteren,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parkings · 6.844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johanmmk.github.io/gemeenten/Kaart_bedrijfsparkings_Houthalen_Helchteren.html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Houthalen-Helchteren.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2.176 auto’s op 66 slimme parkings in Houthalen-Helchteren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ZONHO 70 (70 kV), 7.9 km van Houthalen-Helchteren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Houthalen-Helchteren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ZONHO 70 (70 kV) — dichtste kopstation bij Houthalen-Helchteren, op ± 7.9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Houthalen-Helchteren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Houthalen-Helchteren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Houthalen-Helchteren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Houthalen-Helchteren</dc:title>
  <dc:subject>PptxGenJS Presentation</dc:subject>
  <dc:creator>Fluctus</dc:creator>
  <cp:lastModifiedBy>Fluctus</cp:lastModifiedBy>
  <cp:revision>1</cp:revision>
  <dcterms:created xsi:type="dcterms:W3CDTF">2026-06-25T01:56:50Z</dcterms:created>
  <dcterms:modified xsi:type="dcterms:W3CDTF">2026-06-25T01:56:50Z</dcterms:modified>
</cp:coreProperties>
</file>