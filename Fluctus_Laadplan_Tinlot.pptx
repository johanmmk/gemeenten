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9.xlsx"/></Relationships>
</file>

<file path=ppt/charts/chart4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inlo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Tinlot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TINLOT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Tinlot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Tinlot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Tinlot,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parkings · 875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johanmmk.github.io/gemeenten/Kaart_bedrijfsparkings_Tinlot.html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Tinlot.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 auto’s op 6 slimme parkings in Tinlot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ABEE 70 (70 kV), 2.5 km van Tinlot.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Tinlot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ABEE 70 (70 kV) — dichtste kopstation bij Tinlot, op ± 2.5 km. Flex ≈ 4.5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Tinlot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Tinlot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Tinlot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Tinlot</dc:title>
  <dc:subject>PptxGenJS Presentation</dc:subject>
  <dc:creator>Fluctus</dc:creator>
  <cp:lastModifiedBy>Fluctus</cp:lastModifiedBy>
  <cp:revision>1</cp:revision>
  <dcterms:created xsi:type="dcterms:W3CDTF">2026-06-25T03:37:00Z</dcterms:created>
  <dcterms:modified xsi:type="dcterms:W3CDTF">2026-06-25T03:37:00Z</dcterms:modified>
</cp:coreProperties>
</file>