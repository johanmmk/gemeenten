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5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5.xlsx"/></Relationships>
</file>

<file path=ppt/charts/chart4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eur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5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Veurne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VEURNE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Veurne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4.049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Veurne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4.049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€ 12,15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4.049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4.049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€ 12,15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Veurne,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 parkings · 4.049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johanmmk.github.io/gemeenten/Kaart_bedrijfsparkings_Veurne.html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Veurne.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2.415 auto’s op 88 slimme parkings in Veurne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KOKSI150 (150 kV), 6.5 km van Veurne.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Veurne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KOKSI150 (150 kV) — dichtste kopstation bij Veurne, op ± 6.5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Veurne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Veurne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Veurne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Veurne</dc:title>
  <dc:subject>PptxGenJS Presentation</dc:subject>
  <dc:creator>Fluctus</dc:creator>
  <cp:lastModifiedBy>Fluctus</cp:lastModifiedBy>
  <cp:revision>1</cp:revision>
  <dcterms:created xsi:type="dcterms:W3CDTF">2026-06-24T03:07:53Z</dcterms:created>
  <dcterms:modified xsi:type="dcterms:W3CDTF">2026-06-24T03:07:53Z</dcterms:modified>
</cp:coreProperties>
</file>