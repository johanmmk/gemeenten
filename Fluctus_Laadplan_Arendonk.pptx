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1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3.xlsx"/></Relationships>
</file>

<file path=ppt/charts/chart5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rendon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1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Arendonk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ARENDONK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Arendonk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881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Arendonk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€ 2,64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€ 2,64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Arendonk,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parkings · 881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johanmmk.github.io/gemeenten/Kaart_bedrijfsparkings_Arendonk.html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Arendonk.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667 auto’s op 25 slimme parkings in Arendonk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TURNH 70 (70 kV), 10.2 km van Arendonk.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Arendonk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TURNH 70 (70 kV) — dichtste kopstation bij Arendonk, op ± 10.2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Arendonk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Arendonk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Arendonk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Arendonk</dc:title>
  <dc:subject>PptxGenJS Presentation</dc:subject>
  <dc:creator>Fluctus</dc:creator>
  <cp:lastModifiedBy>Fluctus</cp:lastModifiedBy>
  <cp:revision>1</cp:revision>
  <dcterms:created xsi:type="dcterms:W3CDTF">2026-06-24T04:04:03Z</dcterms:created>
  <dcterms:modified xsi:type="dcterms:W3CDTF">2026-06-24T04:04:03Z</dcterms:modified>
</cp:coreProperties>
</file>