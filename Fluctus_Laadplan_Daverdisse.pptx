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averdis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Daverdisse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DAVERDISSE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Daverdisse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Daverdisse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€ 0,56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€ 0,56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Daverdisse,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parkings · 375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johanmmk.github.io/gemeenten/Kaart_bedrijfsparkings_Daverdisse.html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Daverdisse.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auto’s op 1 slimme parkings in Daverdisse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PONDR 70 (70 kV), 11.2 km van Daverdisse.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Daverdisse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PONDR 70 (70 kV) — dichtste kopstation bij Daverdisse, op ± 11.2 km. Flex ≈ 0.3 MW (11 kW/wagen + 10 kW batterij) op 33.5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Daverdisse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Daverdisse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Daverdisse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Daverdisse</dc:title>
  <dc:subject>PptxGenJS Presentation</dc:subject>
  <dc:creator>Fluctus</dc:creator>
  <cp:lastModifiedBy>Fluctus</cp:lastModifiedBy>
  <cp:revision>1</cp:revision>
  <dcterms:created xsi:type="dcterms:W3CDTF">2026-06-25T00:42:19Z</dcterms:created>
  <dcterms:modified xsi:type="dcterms:W3CDTF">2026-06-25T00:42:19Z</dcterms:modified>
</cp:coreProperties>
</file>