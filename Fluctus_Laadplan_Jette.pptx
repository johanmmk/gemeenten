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1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3.xlsx"/></Relationships>
</file>

<file path=ppt/charts/chart2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Jett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1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Jette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JETTE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Jette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11.714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Jette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+ 253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11.714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€ 17,57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€ 35,14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11.714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€ 17,57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11.714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€ 35,14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Jette,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283 parkings · 11.714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johanmmk.github.io/gemeenten/Kaart_bedrijfsparkings_Jette.html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Jette.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1.315 auto’s op 30 slimme parkings in Jette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JOSAP 36 (36 kV), 5.5 km van Jette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Jette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JOSAP 36 (36 kV) — dichtste kopstation bij Jette, op ± 5.5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Jette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Jette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Jette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Jette</dc:title>
  <dc:subject>PptxGenJS Presentation</dc:subject>
  <dc:creator>Fluctus</dc:creator>
  <cp:lastModifiedBy>Fluctus</cp:lastModifiedBy>
  <cp:revision>1</cp:revision>
  <dcterms:created xsi:type="dcterms:W3CDTF">2026-06-25T02:01:34Z</dcterms:created>
  <dcterms:modified xsi:type="dcterms:W3CDTF">2026-06-25T02:01:34Z</dcterms:modified>
</cp:coreProperties>
</file>