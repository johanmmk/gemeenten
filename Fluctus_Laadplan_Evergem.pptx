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6.xlsx"/></Relationships>
</file>

<file path=ppt/charts/chart1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ver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EVERGEM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Evergem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14.697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Evergem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€ 22,05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€ 44,09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€ 22,05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14.697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€ 44,09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Evergem,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372 parkings · 14.697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johanmmk.github.io/gemeenten/Kaart_bedrijfsparkings_Evergem.html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Evergem.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3.631 auto’s op 94 slimme parkings in Evergem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KLUDO150 (150 kV), 3.1 km van Evergem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Evergem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KLUDO150 (150 kV) — dichtste kopstation bij Evergem, op ± 3.1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Evergem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Evergem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Evergem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Evergem</dc:title>
  <dc:subject>PptxGenJS Presentation</dc:subject>
  <dc:creator>Fluctus</dc:creator>
  <cp:lastModifiedBy>Fluctus</cp:lastModifiedBy>
  <cp:revision>1</cp:revision>
  <dcterms:created xsi:type="dcterms:W3CDTF">2026-06-23T23:54:11Z</dcterms:created>
  <dcterms:modified xsi:type="dcterms:W3CDTF">2026-06-23T23:54:11Z</dcterms:modified>
</cp:coreProperties>
</file>