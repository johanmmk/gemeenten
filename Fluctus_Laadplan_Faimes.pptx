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7.xlsx"/></Relationships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aim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Faimes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FAIMES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Faimes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689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Faimes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Faimes,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689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johanmmk.github.io/gemeenten/Kaart_bedrijfsparkings_Faimes.html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Faimes.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auto’s op 7 slimme parkings in Faimes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SAIVE 70 (70 kV), 3.1 km van Faimes.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Faimes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SAIVE 70 (70 kV) — dichtste kopstation bij Faimes, op ± 3.1 km. Flex ≈ 2.9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Faimes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Faimes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Faimes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Faimes</dc:title>
  <dc:subject>PptxGenJS Presentation</dc:subject>
  <dc:creator>Fluctus</dc:creator>
  <cp:lastModifiedBy>Fluctus</cp:lastModifiedBy>
  <cp:revision>1</cp:revision>
  <dcterms:created xsi:type="dcterms:W3CDTF">2026-06-23T23:54:20Z</dcterms:created>
  <dcterms:modified xsi:type="dcterms:W3CDTF">2026-06-23T23:54:20Z</dcterms:modified>
</cp:coreProperties>
</file>