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1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0.xlsx"/></Relationships>
</file>

<file path=ppt/charts/chart1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Ess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1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ESSEN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Essen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1.350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Essen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1.350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€ 2,02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€ 4,05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1.350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€ 2,02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1.350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€ 4,05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Essen,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parkings · 1.350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johanmmk.github.io/gemeenten/Kaart_bedrijfsparkings_Essen.html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Essen.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894 auto’s op 38 slimme parkings in Essen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BEREN 36 (36 kV), 16.2 km van Essen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Essen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BEREN 36 (36 kV) — dichtste kopstation bij Essen, op ± 16.2 km (laagste load van de cluster &lt;5 km).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Essen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Essen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Essen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Essen</dc:title>
  <dc:subject>PptxGenJS Presentation</dc:subject>
  <dc:creator>Fluctus</dc:creator>
  <cp:lastModifiedBy>Fluctus</cp:lastModifiedBy>
  <cp:revision>1</cp:revision>
  <dcterms:created xsi:type="dcterms:W3CDTF">2026-06-25T00:57:33Z</dcterms:created>
  <dcterms:modified xsi:type="dcterms:W3CDTF">2026-06-25T00:57:33Z</dcterms:modified>
</cp:coreProperties>
</file>