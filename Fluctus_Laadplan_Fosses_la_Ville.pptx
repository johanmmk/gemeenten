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1.xlsx"/></Relationships>
</file>

<file path=ppt/charts/chart1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osses_la_Vi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Fosses-la-Ville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FOSSES-LA-VILLE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Fosses-la-Ville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1.571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Fosses-la-Ville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Fosses-la-Ville,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parkings · 1.571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johanmmk.github.io/gemeenten/Kaart_bedrijfsparkings_Fosses_la_Ville.html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Fosses-la-Ville.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612 auto’s op 16 slimme parkings in Fosses-la-Ville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AUVEL 70 (70 kV), 7.9 km van Fosses-la-Ville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Fosses-la-Ville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AUVEL 70 (70 kV) — dichtste kopstation bij Fosses-la-Ville, op ± 7.9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Fosses-la-Ville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Fosses-la-Ville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Fosses-la-Ville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Fosses-la-Ville</dc:title>
  <dc:subject>PptxGenJS Presentation</dc:subject>
  <dc:creator>Fluctus</dc:creator>
  <cp:lastModifiedBy>Fluctus</cp:lastModifiedBy>
  <cp:revision>1</cp:revision>
  <dcterms:created xsi:type="dcterms:W3CDTF">2026-06-24T00:05:12Z</dcterms:created>
  <dcterms:modified xsi:type="dcterms:W3CDTF">2026-06-24T00:05:12Z</dcterms:modified>
</cp:coreProperties>
</file>