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8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8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9.xlsx"/></Relationships>
</file>

<file path=ppt/charts/chart38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aint_Georges_sur_Meus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8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Saint-Georges-sur-Meuse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SAINT-GEORGES-SUR-MEUSE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Saint-Georges-sur-Meuse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2.546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Saint-Georges-sur-Meuse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2.546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€ 3,82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€ 7,64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2.546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€ 3,82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2.546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€ 7,64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Saint-Georges-sur-Meuse,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 parkings · 2.546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johanmmk.github.io/gemeenten/Kaart_bedrijfsparkings_Saint_Georges_sur_Meuse.html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Saint-Georges-sur-Meuse.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641 auto’s op 27 slimme parkings in Saint-Georges-sur-Meuse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ENGIS 70 (70 kV), 3.1 km van Saint-Georges-sur-Meuse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Saint-Georges-sur-Meuse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ENGIS 70 (70 kV) — dichtste kopstation bij Saint-Georges-sur-Meuse, op ± 3.1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Saint-Georges-sur-Meuse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Saint-Georges-sur-Meuse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Saint-Georges-sur-Meuse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Saint-Georges-sur-Meuse</dc:title>
  <dc:subject>PptxGenJS Presentation</dc:subject>
  <dc:creator>Fluctus</dc:creator>
  <cp:lastModifiedBy>Fluctus</cp:lastModifiedBy>
  <cp:revision>1</cp:revision>
  <dcterms:created xsi:type="dcterms:W3CDTF">2026-06-24T02:03:50Z</dcterms:created>
  <dcterms:modified xsi:type="dcterms:W3CDTF">2026-06-24T02:03:50Z</dcterms:modified>
</cp:coreProperties>
</file>