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4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8.xlsx"/></Relationships>
</file>

<file path=ppt/charts/chart3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Oupey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4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Oupeye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OUPEYE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Oupeye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12.955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Oupeye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+ 264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12.955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€ 19,43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€ 38,87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12.955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€ 19,43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12.955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€ 38,87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Oupeye,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346 parkings · 12.955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johanmmk.github.io/gemeenten/Kaart_bedrijfsparkings_Oupeye.html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Oupeye.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2.415 auto’s op 82 slimme parkings in Oupeye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LIXHE150 (150 kV), 4.2 km van Oupeye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Oupeye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LIXHE150 (150 kV) — dichtste kopstation bij Oupeye, op ± 4.2 km (laagste load van de cluster &lt;5 km). Flex ≈ 50.7 MW (11 kW/wagen + 10 kW batterij) op 300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Oupeye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Oupeye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Oupeye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Oupeye</dc:title>
  <dc:subject>PptxGenJS Presentation</dc:subject>
  <dc:creator>Fluctus</dc:creator>
  <cp:lastModifiedBy>Fluctus</cp:lastModifiedBy>
  <cp:revision>1</cp:revision>
  <dcterms:created xsi:type="dcterms:W3CDTF">2026-06-24T01:53:07Z</dcterms:created>
  <dcterms:modified xsi:type="dcterms:W3CDTF">2026-06-24T01:53:07Z</dcterms:modified>
</cp:coreProperties>
</file>