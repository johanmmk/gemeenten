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kkevoo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Bekkevoort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BEKKEVOORT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Bekkevoort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3.714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Bekkevoort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Bekkevoort,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parkings · 3.714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johanmmk.github.io/gemeenten/Kaart_bedrijfsparkings_Bekkevoort.html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Bekkevoort.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 auto’s op 23 slimme parkings in Bekkevoort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52%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KERSB150 (150 kV), 4.7 km van Bekkevoort.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Bekkevoort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KERSB150 (150 kV) — dichtste kopstation bij Bekkevoort, op ± 4.7 km. Flex ≈ 16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Bekkevoort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Bekkevoort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Bekkevoort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Bekkevoort</dc:title>
  <dc:subject>PptxGenJS Presentation</dc:subject>
  <dc:creator>Fluctus</dc:creator>
  <cp:lastModifiedBy>Fluctus</cp:lastModifiedBy>
  <cp:revision>1</cp:revision>
  <dcterms:created xsi:type="dcterms:W3CDTF">2026-06-24T20:48:06Z</dcterms:created>
  <dcterms:modified xsi:type="dcterms:W3CDTF">2026-06-24T20:48:06Z</dcterms:modified>
</cp:coreProperties>
</file>