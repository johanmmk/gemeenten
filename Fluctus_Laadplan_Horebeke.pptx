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9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9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4.xlsx"/></Relationships>
</file>

<file path=ppt/charts/chart1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orebek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9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Horebeke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HOREBEKE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Horebeke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570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Horebeke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€ 0,85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€ 0,85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Horebeke,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parkings · 570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johanmmk.github.io/gemeenten/Kaart_bedrijfsparkings_Horebeke.html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Horebeke.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auto’s op 2 slimme parkings in Horebeke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ZOTGM 70 (70 kV), 10.5 km van Horebeke.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Horebeke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ZOTGM 70 (70 kV) — dichtste kopstation bij Horebeke, op ± 10.5 km. Flex ≈ 0.6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Horebeke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Horebeke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Horebeke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Horebeke</dc:title>
  <dc:subject>PptxGenJS Presentation</dc:subject>
  <dc:creator>Fluctus</dc:creator>
  <cp:lastModifiedBy>Fluctus</cp:lastModifiedBy>
  <cp:revision>1</cp:revision>
  <dcterms:created xsi:type="dcterms:W3CDTF">2026-06-25T01:56:10Z</dcterms:created>
  <dcterms:modified xsi:type="dcterms:W3CDTF">2026-06-25T01:56:10Z</dcterms:modified>
</cp:coreProperties>
</file>