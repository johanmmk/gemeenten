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nter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Dentergem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DENTERGEM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Dentergem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4.165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Dentergem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Dentergem,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parkings · 4.165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johanmmk.github.io/gemeenten/Kaart_bedrijfsparkings_Dentergem.html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Dentergem.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427 auto’s op 21 slimme parkings in Dentergem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STBAV150 (150 kV), 4.7 km van Dentergem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Dentergem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STBAV150 (150 kV) — dichtste kopstation bij Dentergem, op ± 4.7 km (laagste load van de cluster &lt;5 km). Flex ≈ 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Dentergem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Dentergem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Dentergem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Dentergem</dc:title>
  <dc:subject>PptxGenJS Presentation</dc:subject>
  <dc:creator>Fluctus</dc:creator>
  <cp:lastModifiedBy>Fluctus</cp:lastModifiedBy>
  <cp:revision>1</cp:revision>
  <dcterms:created xsi:type="dcterms:W3CDTF">2026-06-23T23:35:00Z</dcterms:created>
  <dcterms:modified xsi:type="dcterms:W3CDTF">2026-06-23T23:35:00Z</dcterms:modified>
</cp:coreProperties>
</file>