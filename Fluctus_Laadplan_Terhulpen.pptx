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4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2.xlsx"/></Relationships>
</file>

<file path=ppt/charts/chart2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erhulp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4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Terhulpen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TERHULPEN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Terhulpen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5.966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Terhulpen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5.966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€ 17,90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5.966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€ 8,95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5.966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€ 17,90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Terhulpen,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168 parkings · 5.966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johanmmk.github.io/gemeenten/Kaart_bedrijfsparkings_Terhulpen.html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Terhulpen.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5.966 auto’s op 168 slimme parkings in Terhulpen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ROSIE 36 (36 kV), 4.1 km van Terhulpen.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Terhulpen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ROSIE 36 (36 kV) — dichtste kopstation bij Terhulpen, op ± 4.1 km.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Terhulpen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Terhulpen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Terhulpen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Terhulpen</dc:title>
  <dc:subject>PptxGenJS Presentation</dc:subject>
  <dc:creator>Fluctus</dc:creator>
  <cp:lastModifiedBy>Fluctus</cp:lastModifiedBy>
  <cp:revision>1</cp:revision>
  <dcterms:created xsi:type="dcterms:W3CDTF">2026-06-25T02:14:30Z</dcterms:created>
  <dcterms:modified xsi:type="dcterms:W3CDTF">2026-06-25T02:14:30Z</dcterms:modified>
</cp:coreProperties>
</file>