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7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7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74.xlsx"/></Relationships>
</file>

<file path=ppt/charts/chart27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</c:v>
                </c:pt>
                <c:pt idx="1">
                  <c:v>35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Linter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74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Linter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LINTER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Linter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1.904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Linter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+ 50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1.904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€ 2,86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€ 5,71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1.904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€ 2,86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1.904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€ 5,71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Linter,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 parkings · 1.904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johanmmk.github.io/gemeenten/Kaart_bedrijfsparkings_Linter.html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Linter.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 auto’s op 7 slimme parkings in Linter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33% naar 35%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TIENE150 (150 kV), 8.1 km van Linter.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Linter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TIENE150 (150 kV) — dichtste kopstation bij Linter, op ± 8.1 km. Flex ≈ 2.6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Linter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Linter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Linter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Linter</dc:title>
  <dc:subject>PptxGenJS Presentation</dc:subject>
  <dc:creator>Fluctus</dc:creator>
  <cp:lastModifiedBy>Fluctus</cp:lastModifiedBy>
  <cp:revision>1</cp:revision>
  <dcterms:created xsi:type="dcterms:W3CDTF">2026-06-25T02:25:49Z</dcterms:created>
  <dcterms:modified xsi:type="dcterms:W3CDTF">2026-06-25T02:25:49Z</dcterms:modified>
</cp:coreProperties>
</file>