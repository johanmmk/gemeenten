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1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2.xlsx"/></Relationships>
</file>

<file path=ppt/charts/chart3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57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ont_de_l_Enclu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1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Mont-de-l'Enclus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MONT-DE-L'ENCLUS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Mont-de-l'Enclus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2.326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Mont-de-l'Enclus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2.326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€ 6,98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2.326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2.326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€ 6,98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Mont-de-l'Enclus,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 parkings · 2.326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johanmmk.github.io/gemeenten/Kaart_bedrijfsparkings_Mont_de_l_Enclus.html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Mont-de-l'Enclus.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410 auto’s op 11 slimme parkings in Mont-de-l'Enclus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57%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RUIEN 70 (70 kV), 4.8 km van Mont-de-l'Enclus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Mont-de-l'Enclus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RUIEN 70 (70 kV) — dichtste kopstation bij Mont-de-l'Enclus, op ± 4.8 km (laagste load van de cluster &lt;5 km). Flex ≈ 8.6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Mont-de-l'Enclus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Mont-de-l'Enclus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Mont-de-l'Enclus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Mont-de-l'Enclus</dc:title>
  <dc:subject>PptxGenJS Presentation</dc:subject>
  <dc:creator>Fluctus</dc:creator>
  <cp:lastModifiedBy>Fluctus</cp:lastModifiedBy>
  <cp:revision>1</cp:revision>
  <dcterms:created xsi:type="dcterms:W3CDTF">2026-06-25T02:38:30Z</dcterms:created>
  <dcterms:modified xsi:type="dcterms:W3CDTF">2026-06-25T02:38:30Z</dcterms:modified>
</cp:coreProperties>
</file>