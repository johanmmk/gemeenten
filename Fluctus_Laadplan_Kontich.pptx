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3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1.xlsx"/></Relationships>
</file>

<file path=ppt/charts/chart2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ontich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3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Kontich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KONTICH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Kontich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13.315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Kontich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+ 226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13.315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€ 19,97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€ 39,95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13.315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€ 19,97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13.315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€ 39,95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Kontich,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398 parkings · 13.315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johanmmk.github.io/gemeenten/Kaart_bedrijfsparkings_Kontich.html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Kontich.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4.337 auto’s op 172 slimme parkings in Kontich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LINT 150 (150 kV), 5.1 km van Kontich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Kontich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LINT 150 (150 kV) — dichtste kopstation bij Kontich, op ± 5.1 km (laagste load van de cluster &lt;5 km). Flex ≈ 47.7 MW (11 kW/wagen + 10 kW batterij) op 238.5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Kontich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Kontich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Kontich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Kontich</dc:title>
  <dc:subject>PptxGenJS Presentation</dc:subject>
  <dc:creator>Fluctus</dc:creator>
  <cp:lastModifiedBy>Fluctus</cp:lastModifiedBy>
  <cp:revision>1</cp:revision>
  <dcterms:created xsi:type="dcterms:W3CDTF">2026-06-25T02:11:50Z</dcterms:created>
  <dcterms:modified xsi:type="dcterms:W3CDTF">2026-06-25T02:11:50Z</dcterms:modified>
</cp:coreProperties>
</file>