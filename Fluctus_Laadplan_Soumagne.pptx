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8.xlsx"/></Relationships>
</file>

<file path=ppt/charts/chart4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oumag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Soumagne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SOUMAGNE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Soumagne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3.754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Soumagne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€ 11,26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€ 11,26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Soumagne,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parkings · 3.754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johanmmk.github.io/gemeenten/Kaart_bedrijfsparkings_Soumagne.html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Soumagne.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1.310 auto’s op 33 slimme parkings in Soumagne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62%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ROMSE220 (220 kV), 5 km van Soumagne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Soumagne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ROMSE220 (220 kV) — dichtste kopstation bij Soumagne, op ± 5 km (laagste load van de cluster &lt;5 km). Flex ≈ 27.5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Soumagne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Soumagne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Soumagne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Soumagne</dc:title>
  <dc:subject>PptxGenJS Presentation</dc:subject>
  <dc:creator>Fluctus</dc:creator>
  <cp:lastModifiedBy>Fluctus</cp:lastModifiedBy>
  <cp:revision>1</cp:revision>
  <dcterms:created xsi:type="dcterms:W3CDTF">2026-06-24T02:25:31Z</dcterms:created>
  <dcterms:modified xsi:type="dcterms:W3CDTF">2026-06-24T02:25:31Z</dcterms:modified>
</cp:coreProperties>
</file>