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0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0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5.xlsx"/></Relationships>
</file>

<file path=ppt/charts/chart2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Incour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0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Incourt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INCOURT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Incourt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821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Incourt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€ 1,23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€ 2,46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€ 1,23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€ 2,46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Incourt,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parkings · 821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johanmmk.github.io/gemeenten/Kaart_bedrijfsparkings_Incourt.html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Incourt.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301 auto’s op 10 slimme parkings in Incourt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BIERG 36 (36 kV), 13.1 km van Incourt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Incourt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BIERG 36 (36 kV) — dichtste kopstation bij Incourt, op ± 13.1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Incourt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Incourt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Incourt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Incourt</dc:title>
  <dc:subject>PptxGenJS Presentation</dc:subject>
  <dc:creator>Fluctus</dc:creator>
  <cp:lastModifiedBy>Fluctus</cp:lastModifiedBy>
  <cp:revision>1</cp:revision>
  <dcterms:created xsi:type="dcterms:W3CDTF">2026-06-24T00:49:13Z</dcterms:created>
  <dcterms:modified xsi:type="dcterms:W3CDTF">2026-06-24T00:49:13Z</dcterms:modified>
</cp:coreProperties>
</file>