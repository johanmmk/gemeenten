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7.xlsx"/></Relationships>
</file>

<file path=ppt/charts/chart3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um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RUMES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Rumes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Rumes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€ 0,71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Rumes,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parkings · 475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johanmmk.github.io/gemeenten/Kaart_bedrijfsparkings_Rumes.html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Rumes.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 auto’s op 12 slimme parkings in Rumes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ANTOI150 (150 kV), 9 km van Rumes.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Rumes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ANTOI150 (150 kV) — dichtste kopstation bij Rumes, op ± 9 km. Flex ≈ 5.4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Rumes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Rumes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Rumes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Rumes</dc:title>
  <dc:subject>PptxGenJS Presentation</dc:subject>
  <dc:creator>Fluctus</dc:creator>
  <cp:lastModifiedBy>Fluctus</cp:lastModifiedBy>
  <cp:revision>1</cp:revision>
  <dcterms:created xsi:type="dcterms:W3CDTF">2026-06-25T03:21:25Z</dcterms:created>
  <dcterms:modified xsi:type="dcterms:W3CDTF">2026-06-25T03:21:25Z</dcterms:modified>
</cp:coreProperties>
</file>