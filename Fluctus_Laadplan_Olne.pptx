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2.xlsx"/></Relationships>
</file>

<file path=ppt/charts/chart3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54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l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OLNE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Olne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1.475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Olne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€ 2,21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€ 4,42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Olne,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parkings · 1.475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johanmmk.github.io/gemeenten/Kaart_bedrijfsparkings_Olne.html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Olne.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auto’s op 3 slimme parkings in Olne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52% naar 54%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PEPIN 70 (70 kV), 5.4 km van Olne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Olne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PEPIN 70 (70 kV) — dichtste kopstation bij Olne, op ± 5.4 km (laagste load van de cluster &lt;5 km). Flex ≈ 1.1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Olne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Olne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Olne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Olne</dc:title>
  <dc:subject>PptxGenJS Presentation</dc:subject>
  <dc:creator>Fluctus</dc:creator>
  <cp:lastModifiedBy>Fluctus</cp:lastModifiedBy>
  <cp:revision>1</cp:revision>
  <dcterms:created xsi:type="dcterms:W3CDTF">2026-06-24T01:47:30Z</dcterms:created>
  <dcterms:modified xsi:type="dcterms:W3CDTF">2026-06-24T01:47:30Z</dcterms:modified>
</cp:coreProperties>
</file>