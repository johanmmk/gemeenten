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7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7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5.xlsx"/></Relationships>
</file>

<file path=ppt/charts/chart37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Remicourt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75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Remicourt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REMICOURT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Remicourt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748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Remicourt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+ 7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748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€ 1,12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€ 2,24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748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€ 1,12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748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€ 2,24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Remicourt,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parkings · 748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johanmmk.github.io/gemeenten/Kaart_bedrijfsparkings_Remicourt.html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Remicourt.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488 auto’s op 21 slimme parkings in Remicourt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SAIVE 70 (70 kV), 6.3 km van Remicourt.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Remicourt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SAIVE 70 (70 kV) — dichtste kopstation bij Remicourt, op ± 6.3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Remicourt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Remicourt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Remicourt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Remicourt</dc:title>
  <dc:subject>PptxGenJS Presentation</dc:subject>
  <dc:creator>Fluctus</dc:creator>
  <cp:lastModifiedBy>Fluctus</cp:lastModifiedBy>
  <cp:revision>1</cp:revision>
  <dcterms:created xsi:type="dcterms:W3CDTF">2026-06-25T03:18:08Z</dcterms:created>
  <dcterms:modified xsi:type="dcterms:W3CDTF">2026-06-25T03:18:08Z</dcterms:modified>
</cp:coreProperties>
</file>