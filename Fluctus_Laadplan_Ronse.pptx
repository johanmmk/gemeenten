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2.xlsx"/></Relationships>
</file>

<file path=ppt/charts/chart3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on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Ronse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2.395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Ronse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Ronse,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parkings · 2.395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johanmmk.github.io/gemeenten/Kaart_bedrijfsparkings_Ronse.html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Ronse.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1.761 auto’s op 66 slimme parkings in Ronse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9.4 km van Ronse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Ronse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Ronse, op ± 9.4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Ronse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Ronse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Ronse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Ronse</dc:title>
  <dc:subject>PptxGenJS Presentation</dc:subject>
  <dc:creator>Fluctus</dc:creator>
  <cp:lastModifiedBy>Fluctus</cp:lastModifiedBy>
  <cp:revision>1</cp:revision>
  <dcterms:created xsi:type="dcterms:W3CDTF">2026-06-24T01:59:48Z</dcterms:created>
  <dcterms:modified xsi:type="dcterms:W3CDTF">2026-06-24T01:59:48Z</dcterms:modified>
</cp:coreProperties>
</file>