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0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6.xlsx"/></Relationships>
</file>

<file path=ppt/charts/chart10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ngi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0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ENGIS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Engis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2.883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Engis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2.883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€ 8,65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€ 8,65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Engis,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 parkings · 2.883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johanmmk.github.io/gemeenten/Kaart_bedrijfsparkings_Engis.html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Engis.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911 auto’s op 30 slimme parkings in Engis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ENGIS 70 (70 kV), 1.5 km van Engis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Engis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ENGIS 70 (70 kV) — dichtste kopstation bij Engis, op ± 1.5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Engis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Engis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Engis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Engis</dc:title>
  <dc:subject>PptxGenJS Presentation</dc:subject>
  <dc:creator>Fluctus</dc:creator>
  <cp:lastModifiedBy>Fluctus</cp:lastModifiedBy>
  <cp:revision>1</cp:revision>
  <dcterms:created xsi:type="dcterms:W3CDTF">2026-06-23T23:50:14Z</dcterms:created>
  <dcterms:modified xsi:type="dcterms:W3CDTF">2026-06-23T23:50:14Z</dcterms:modified>
</cp:coreProperties>
</file>