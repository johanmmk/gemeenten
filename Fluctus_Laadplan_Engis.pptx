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ng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ENGIS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Engis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2.883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Engis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Engis,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parkings · 2.883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johanmmk.github.io/gemeenten/Kaart_bedrijfsparkings_Engis.html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Engis.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auto’s op 30 slimme parkings in Engis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ENGIS 70 (70 kV), 1.5 km van Engis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Engis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ENGIS 70 (70 kV) — dichtste kopstation bij Engis, op ± 1.5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Engis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Engis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Engis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Engis</dc:title>
  <dc:subject>PptxGenJS Presentation</dc:subject>
  <dc:creator>Fluctus</dc:creator>
  <cp:lastModifiedBy>Fluctus</cp:lastModifiedBy>
  <cp:revision>1</cp:revision>
  <dcterms:created xsi:type="dcterms:W3CDTF">2026-06-25T00:56:47Z</dcterms:created>
  <dcterms:modified xsi:type="dcterms:W3CDTF">2026-06-25T00:56:47Z</dcterms:modified>
</cp:coreProperties>
</file>