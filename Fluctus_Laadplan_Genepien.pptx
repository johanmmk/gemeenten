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2.xlsx"/></Relationships>
</file>

<file path=ppt/charts/chart1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nepi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Genepiën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GENEPIËN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Genepiën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1.184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Genepiën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Genepiën,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parkings · 1.184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johanmmk.github.io/gemeenten/Kaart_bedrijfsparkings_Genepien.html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Genepiën.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1.184 auto’s op 35 slimme parkings in Genepiën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BAISY150 (150 kV), 5.4 km van Genepiën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Genepiën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BAISY150 (150 kV) — dichtste kopstation bij Genepiën, op ± 5.4 km (laagste load van de cluster &lt;5 km). Flex ≈ 24.9 MW (11 kW/wagen + 10 kW batterij) op 164.4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Genepiën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Genepiën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Genepiën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Genepiën</dc:title>
  <dc:subject>PptxGenJS Presentation</dc:subject>
  <dc:creator>Fluctus</dc:creator>
  <cp:lastModifiedBy>Fluctus</cp:lastModifiedBy>
  <cp:revision>1</cp:revision>
  <dcterms:created xsi:type="dcterms:W3CDTF">2026-06-25T01:13:53Z</dcterms:created>
  <dcterms:modified xsi:type="dcterms:W3CDTF">2026-06-25T01:13:53Z</dcterms:modified>
</cp:coreProperties>
</file>