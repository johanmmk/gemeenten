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3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6.xlsx"/></Relationships>
</file>

<file path=ppt/charts/chart5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orgwor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3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Borgworm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BORGWORM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Borgworm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1.496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Borgworm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1.496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€ 4,49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1.496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1.496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€ 4,49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Borgworm,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parkings · 1.496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johanmmk.github.io/gemeenten/Kaart_bedrijfsparkings_Borgworm.html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Borgworm.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1.496 auto’s op 60 slimme parkings in Borgworm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SAIVE 70 (70 kV), 3.6 km van Borgworm.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Borgworm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SAIVE 70 (70 kV) — dichtste kopstation bij Borgworm, op ± 3.6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Borgworm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Borgworm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Borgworm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Borgworm</dc:title>
  <dc:subject>PptxGenJS Presentation</dc:subject>
  <dc:creator>Fluctus</dc:creator>
  <cp:lastModifiedBy>Fluctus</cp:lastModifiedBy>
  <cp:revision>1</cp:revision>
  <dcterms:created xsi:type="dcterms:W3CDTF">2026-06-24T04:27:27Z</dcterms:created>
  <dcterms:modified xsi:type="dcterms:W3CDTF">2026-06-24T04:27:27Z</dcterms:modified>
</cp:coreProperties>
</file>