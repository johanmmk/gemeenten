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0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0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3.xlsx"/></Relationships>
</file>

<file path=ppt/charts/chart30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32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Mes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0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MESEN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Mesen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416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Mesen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+ 12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€ 0,62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€ 1,25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€ 0,62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€ 1,25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Mesen,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parkings · 416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johanmmk.github.io/gemeenten/Kaart_bedrijfsparkings_Mesen.html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Mesen.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auto’s op 0 slimme parkings in Mesen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32%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BWTON150 (150 kV), 3.5 km van Mesen.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Mesen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BWTON150 (150 kV) — dichtste kopstation bij Mesen, op ± 3.5 km. Flex ≈ 0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Mesen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Mesen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Mesen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Mesen</dc:title>
  <dc:subject>PptxGenJS Presentation</dc:subject>
  <dc:creator>Fluctus</dc:creator>
  <cp:lastModifiedBy>Fluctus</cp:lastModifiedBy>
  <cp:revision>1</cp:revision>
  <dcterms:created xsi:type="dcterms:W3CDTF">2026-06-24T01:32:45Z</dcterms:created>
  <dcterms:modified xsi:type="dcterms:W3CDTF">2026-06-24T01:32:45Z</dcterms:modified>
</cp:coreProperties>
</file>