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4.xlsx"/></Relationships>
</file>

<file path=ppt/charts/chart3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s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MESEN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Mesen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416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Mesen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Mesen,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parkings · 416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johanmmk.github.io/gemeenten/Kaart_bedrijfsparkings_Mesen.html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Mesen.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Mesen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BWTON150 (150 kV), 3.5 km van Mesen.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Mesen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BWTON150 (150 kV) — dichtste kopstation bij Mesen, op ± 3.5 km.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Mesen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Mesen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Mesen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Mesen</dc:title>
  <dc:subject>PptxGenJS Presentation</dc:subject>
  <dc:creator>Fluctus</dc:creator>
  <cp:lastModifiedBy>Fluctus</cp:lastModifiedBy>
  <cp:revision>1</cp:revision>
  <dcterms:created xsi:type="dcterms:W3CDTF">2026-06-25T02:35:53Z</dcterms:created>
  <dcterms:modified xsi:type="dcterms:W3CDTF">2026-06-25T02:35:53Z</dcterms:modified>
</cp:coreProperties>
</file>