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3.xlsx"/></Relationships>
</file>

<file path=ppt/charts/chart2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42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eerber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Keerbergen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KEERBERGEN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Keerbergen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1.530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Keerbergen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Keerbergen,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parkings · 1.530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johanmmk.github.io/gemeenten/Kaart_bedrijfsparkings_Keerbergen.html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Keerbergen.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 auto’s op 5 slimme parkings in Keerbergen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42%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WILSE150 (150 kV), 12.1 km van Keerbergen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Keerbergen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WILSE150 (150 kV) — dichtste kopstation bij Keerbergen, op ± 12.1 km (laagste load van de cluster &lt;5 km). Flex ≈ 4.8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Keerbergen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Keerbergen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Keerbergen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Keerbergen</dc:title>
  <dc:subject>PptxGenJS Presentation</dc:subject>
  <dc:creator>Fluctus</dc:creator>
  <cp:lastModifiedBy>Fluctus</cp:lastModifiedBy>
  <cp:revision>1</cp:revision>
  <dcterms:created xsi:type="dcterms:W3CDTF">2026-06-25T02:09:15Z</dcterms:created>
  <dcterms:modified xsi:type="dcterms:W3CDTF">2026-06-25T02:09:15Z</dcterms:modified>
</cp:coreProperties>
</file>