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3.xlsx"/></Relationships>
</file>

<file path=ppt/charts/chart3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opering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Poperinge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POPERINGE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Poperinge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2.641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Poperinge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2.641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€ 3,96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Poperinge,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parkings · 2.641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johanmmk.github.io/gemeenten/Kaart_bedrijfsparkings_Poperinge.html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Poperinge.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1.467 auto’s op 59 slimme parkings in Poperinge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IEPER150 (150 kV), 11.9 km van Poperinge.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Poperinge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IEPER150 (150 kV) — dichtste kopstation bij Poperinge, op ± 11.9 km. Flex ≈ 30.8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Poperinge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Poperinge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Poperinge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Poperinge</dc:title>
  <dc:subject>PptxGenJS Presentation</dc:subject>
  <dc:creator>Fluctus</dc:creator>
  <cp:lastModifiedBy>Fluctus</cp:lastModifiedBy>
  <cp:revision>1</cp:revision>
  <dcterms:created xsi:type="dcterms:W3CDTF">2026-06-25T03:14:05Z</dcterms:created>
  <dcterms:modified xsi:type="dcterms:W3CDTF">2026-06-25T03:14:05Z</dcterms:modified>
</cp:coreProperties>
</file>