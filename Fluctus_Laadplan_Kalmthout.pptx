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1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7.xlsx"/></Relationships>
</file>

<file path=ppt/charts/chart2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66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Kalmthou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1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Kalmthout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KALMTHOUT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Kalmthout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4.886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Kalmthout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4.886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€ 7,33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€ 14,66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4.886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€ 7,33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4.886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€ 14,66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Kalmthout,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 parkings · 4.886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johanmmk.github.io/gemeenten/Kaart_bedrijfsparkings_Kalmthout.html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Kalmthout.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1.672 auto’s op 64 slimme parkings in Kalmthout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37% naar 66%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SJOB 70 (70 kV), 13 km van Kalmthout.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Kalmthout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SJOB 70 (70 kV) — dichtste kopstation bij Kalmthout, op ± 13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Kalmthout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Kalmthout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Kalmthout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Kalmthout</dc:title>
  <dc:subject>PptxGenJS Presentation</dc:subject>
  <dc:creator>Fluctus</dc:creator>
  <cp:lastModifiedBy>Fluctus</cp:lastModifiedBy>
  <cp:revision>1</cp:revision>
  <dcterms:created xsi:type="dcterms:W3CDTF">2026-06-25T02:07:32Z</dcterms:created>
  <dcterms:modified xsi:type="dcterms:W3CDTF">2026-06-25T02:07:32Z</dcterms:modified>
</cp:coreProperties>
</file>