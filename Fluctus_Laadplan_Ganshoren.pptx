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3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5.xlsx"/></Relationships>
</file>

<file path=ppt/charts/chart1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anshor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35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Ganshoren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GANSHOREN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Ganshoren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8.599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Ganshoren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+ 194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8.599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€ 12,90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€ 25,80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8.599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€ 12,90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8.599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€ 25,80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Ganshoren,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 parkings · 8.599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johanmmk.github.io/gemeenten/Kaart_bedrijfsparkings_Ganshoren.html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Ganshoren.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611 auto’s op 10 slimme parkings in Ganshoren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QDEME 36 (36 kV), 3.7 km van Ganshoren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Ganshoren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QDEME 36 (36 kV) — dichtste kopstation bij Ganshoren, op ± 3.7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Ganshoren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Ganshoren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Ganshoren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Ganshoren</dc:title>
  <dc:subject>PptxGenJS Presentation</dc:subject>
  <dc:creator>Fluctus</dc:creator>
  <cp:lastModifiedBy>Fluctus</cp:lastModifiedBy>
  <cp:revision>1</cp:revision>
  <dcterms:created xsi:type="dcterms:W3CDTF">2026-06-25T01:08:59Z</dcterms:created>
  <dcterms:modified xsi:type="dcterms:W3CDTF">2026-06-25T01:08:59Z</dcterms:modified>
</cp:coreProperties>
</file>