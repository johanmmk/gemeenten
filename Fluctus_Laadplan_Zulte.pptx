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9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9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95.xlsx"/></Relationships>
</file>

<file path=ppt/charts/chart49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55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Zult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9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Zulte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ZULTE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Zulte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7.539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Zulte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+ 156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7.539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€ 11,31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€ 22,62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7.539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€ 11,31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7.539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€ 22,62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Zulte,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 parkings · 7.539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johanmmk.github.io/gemeenten/Kaart_bedrijfsparkings_Zulte.html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Zulte.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1.133 auto’s op 43 slimme parkings in Zulte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55%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STBAV150 (150 kV), 5.6 km van Zulte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Zulte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STBAV150 (150 kV) — dichtste kopstation bij Zulte, op ± 5.6 km (laagste load van de cluster &lt;5 km). Flex ≈ 23.8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Zulte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+72%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Zulte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+72%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Zulte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Zulte</dc:title>
  <dc:subject>PptxGenJS Presentation</dc:subject>
  <dc:creator>Fluctus</dc:creator>
  <cp:lastModifiedBy>Fluctus</cp:lastModifiedBy>
  <cp:revision>1</cp:revision>
  <dcterms:created xsi:type="dcterms:W3CDTF">2026-06-25T03:54:46Z</dcterms:created>
  <dcterms:modified xsi:type="dcterms:W3CDTF">2026-06-25T03:54:46Z</dcterms:modified>
</cp:coreProperties>
</file>