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5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5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2.xlsx"/></Relationships>
</file>

<file path=ppt/charts/chart25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36</c:v>
                </c:pt>
                <c:pt idx="1">
                  <c:v>54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Leglis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5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Léglise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LÉGLISE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Léglise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790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Léglise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+ 15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€ 1,19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€ 2,37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€ 1,19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€ 2,37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Léglise,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parkings · 790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johanmmk.github.io/gemeenten/Kaart_bedrijfsparkings_Leglise.html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Léglise.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210 auto’s op 9 slimme parkings in Léglise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36% naar 54%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NEUFC 70 (70 kV), 10 km van Léglise.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Léglise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NEUFC 70 (70 kV) — dichtste kopstation bij Léglise, op ± 10 km. Flex ≈ 4.4 MW (11 kW/wagen + 10 kW batterij) op 41.6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Léglise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Léglise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Léglise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Léglise</dc:title>
  <dc:subject>PptxGenJS Presentation</dc:subject>
  <dc:creator>Fluctus</dc:creator>
  <cp:lastModifiedBy>Fluctus</cp:lastModifiedBy>
  <cp:revision>1</cp:revision>
  <dcterms:created xsi:type="dcterms:W3CDTF">2026-06-25T02:18:26Z</dcterms:created>
  <dcterms:modified xsi:type="dcterms:W3CDTF">2026-06-25T02:18:26Z</dcterms:modified>
</cp:coreProperties>
</file>