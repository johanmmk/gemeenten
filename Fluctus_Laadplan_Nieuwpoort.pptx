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2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6.xlsx"/></Relationships>
</file>

<file path=ppt/charts/chart3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</c:v>
                </c:pt>
                <c:pt idx="1">
                  <c:v>50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Nieuwpoort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2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Nieuwpoort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NIEUWPOORT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Nieuwpoort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1.151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Nieuwpoort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€ 1,73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€ 3,45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Nieuwpoort,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parkings · 1.151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johanmmk.github.io/gemeenten/Kaart_bedrijfsparkings_Nieuwpoort.html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Nieuwpoort.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759 auto’s op 31 slimme parkings in Nieuwpoort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33% naar 50%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KOKSI150 (150 kV), 6.4 km van Nieuwpoort.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Nieuwpoort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KOKSI150 (150 kV) — dichtste kopstation bij Nieuwpoort, op ± 6.4 km. Flex ≈ 15.9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Nieuwpoort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Nieuwpoort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+52%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Nieuwpoort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Nieuwpoort</dc:title>
  <dc:subject>PptxGenJS Presentation</dc:subject>
  <dc:creator>Fluctus</dc:creator>
  <cp:lastModifiedBy>Fluctus</cp:lastModifiedBy>
  <cp:revision>1</cp:revision>
  <dcterms:created xsi:type="dcterms:W3CDTF">2026-06-24T01:43:09Z</dcterms:created>
  <dcterms:modified xsi:type="dcterms:W3CDTF">2026-06-24T01:43:09Z</dcterms:modified>
</cp:coreProperties>
</file>