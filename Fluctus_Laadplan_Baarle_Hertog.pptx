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9.xlsx"/></Relationships>
</file>

<file path=ppt/charts/chart5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aarle_Herto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Baarle-Hertog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BAARLE-HERTOG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Baarle-Hertog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780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Baarle-Hertog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Baarle-Hertog,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parkings · 780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johanmmk.github.io/gemeenten/Kaart_bedrijfsparkings_Baarle_Hertog.html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Baarle-Hertog.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 auto’s op 7 slimme parkings in Baarle-Hertog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BEERS 70 (70 kV), 10.9 km van Baarle-Hertog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Baarle-Hertog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BEERS 70 (70 kV) — dichtste kopstation bij Baarle-Hertog, op ± 10.9 km (laagste load van de cluster &lt;5 km). Flex ≈ 3.4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Baarle-Hertog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Baarle-Hertog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Baarle-Hertog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Baarle-Hertog</dc:title>
  <dc:subject>PptxGenJS Presentation</dc:subject>
  <dc:creator>Fluctus</dc:creator>
  <cp:lastModifiedBy>Fluctus</cp:lastModifiedBy>
  <cp:revision>1</cp:revision>
  <dcterms:created xsi:type="dcterms:W3CDTF">2026-06-25T04:24:32Z</dcterms:created>
  <dcterms:modified xsi:type="dcterms:W3CDTF">2026-06-25T04:24:32Z</dcterms:modified>
</cp:coreProperties>
</file>