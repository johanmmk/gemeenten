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5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5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59.xlsx"/></Relationships>
</file>

<file path=ppt/charts/chart5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oker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5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Lokeren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LOKEREN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Lokeren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6.806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Lokeren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6.806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€ 10,21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€ 20,42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6.806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€ 10,21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6.806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€ 20,42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Lokeren,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 parkings · 6.806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johanmmk.github.io/gemeenten/Kaart_bedrijfsparkings_Lokeren.html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Lokeren.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4.826 auto’s op 169 slimme parkings in Lokeren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40% naar 67%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LOKER 36 (36 kV), 5.7 km van Lokeren.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Lokeren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LOKER 36 (36 kV) — dichtste kopstation bij Lokeren, op ± 5.7 km.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Lokeren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Lokeren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Lokeren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Lokeren</dc:title>
  <dc:subject>PptxGenJS Presentation</dc:subject>
  <dc:creator>Fluctus</dc:creator>
  <cp:lastModifiedBy>Fluctus</cp:lastModifiedBy>
  <cp:revision>1</cp:revision>
  <dcterms:created xsi:type="dcterms:W3CDTF">2026-06-24T04:44:41Z</dcterms:created>
  <dcterms:modified xsi:type="dcterms:W3CDTF">2026-06-24T04:44:41Z</dcterms:modified>
</cp:coreProperties>
</file>