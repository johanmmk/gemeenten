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4.xlsx"/></Relationships>
</file>

<file path=ppt/charts/chart5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ll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WELLIN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Wellin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539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Wellin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€ 1,62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Wellin,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parkings · 539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johanmmk.github.io/gemeenten/Kaart_bedrijfsparkings_Wellin.html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Wellin.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 auto’s op 11 slimme parkings in Wellin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PONDR 70 (70 kV), 7.2 km van Wellin.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Wellin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PONDR 70 (70 kV) — dichtste kopstation bij Wellin, op ± 7.2 km. Flex ≈ 6.7 MW (11 kW/wagen + 10 kW batterij) op 33.5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Wellin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Wellin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Wellin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Wellin</dc:title>
  <dc:subject>PptxGenJS Presentation</dc:subject>
  <dc:creator>Fluctus</dc:creator>
  <cp:lastModifiedBy>Fluctus</cp:lastModifiedBy>
  <cp:revision>1</cp:revision>
  <dcterms:created xsi:type="dcterms:W3CDTF">2026-06-24T04:33:24Z</dcterms:created>
  <dcterms:modified xsi:type="dcterms:W3CDTF">2026-06-24T04:33:24Z</dcterms:modified>
</cp:coreProperties>
</file>