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2.xlsx"/></Relationships>
</file>

<file path=ppt/charts/chart5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reze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Érezée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ÉREZÉE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Érezée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Érezée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Érezée,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parkings · 751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johanmmk.github.io/gemeenten/Kaart_bedrijfsparkings_Erezee.html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Érezée.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auto’s op 7 slimme parkings in Érezée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BOMAL 70 (70 kV), 8.9 km van Érezée.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Érezée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BOMAL 70 (70 kV) — dichtste kopstation bij Érezée, op ± 8.9 km. Flex ≈ 2.8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Érezée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Érezée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Érezée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Érezée</dc:title>
  <dc:subject>PptxGenJS Presentation</dc:subject>
  <dc:creator>Fluctus</dc:creator>
  <cp:lastModifiedBy>Fluctus</cp:lastModifiedBy>
  <cp:revision>1</cp:revision>
  <dcterms:created xsi:type="dcterms:W3CDTF">2026-06-25T04:43:21Z</dcterms:created>
  <dcterms:modified xsi:type="dcterms:W3CDTF">2026-06-25T04:43:21Z</dcterms:modified>
</cp:coreProperties>
</file>