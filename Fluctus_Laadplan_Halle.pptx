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9.xlsx"/></Relationships>
</file>

<file path=ppt/charts/chart1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10.819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10.819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€ 16,23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10.819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€ 16,23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10.819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€ 32,46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 parkings · 10.819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johanmmk.github.io/gemeenten/Kaart_bedrijfsparkings_Halle.html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3.485 auto’s op 115 slimme parkings in Halle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BUIZI150 (150 kV), 2.6 km van Halle.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BUIZI150 (150 kV) — dichtste kopstation bij Halle, op ± 2.6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Halle</dc:title>
  <dc:subject>PptxGenJS Presentation</dc:subject>
  <dc:creator>Fluctus</dc:creator>
  <cp:lastModifiedBy>Fluctus</cp:lastModifiedBy>
  <cp:revision>1</cp:revision>
  <dcterms:created xsi:type="dcterms:W3CDTF">2026-06-25T01:32:03Z</dcterms:created>
  <dcterms:modified xsi:type="dcterms:W3CDTF">2026-06-25T01:32:03Z</dcterms:modified>
</cp:coreProperties>
</file>