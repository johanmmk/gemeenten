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9.xlsx"/></Relationships>
</file>

<file path=ppt/charts/chart1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eilaa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Hoeilaart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HOEILAART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Hoeilaart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3.284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Hoeilaart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€ 9,85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€ 9,85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Hoeilaart,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parkings · 3.284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johanmmk.github.io/gemeenten/Kaart_bedrijfsparkings_Hoeilaart.html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Hoeilaart.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568 auto’s op 17 slimme parkings in Hoeilaart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ROSIE 36 (36 kV), 5 km van Hoeilaart.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Hoeilaart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ROSIE 36 (36 kV) — dichtste kopstation bij Hoeilaart, op ± 5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Hoeilaart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Hoeilaart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Hoeilaart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Hoeilaart</dc:title>
  <dc:subject>PptxGenJS Presentation</dc:subject>
  <dc:creator>Fluctus</dc:creator>
  <cp:lastModifiedBy>Fluctus</cp:lastModifiedBy>
  <cp:revision>1</cp:revision>
  <dcterms:created xsi:type="dcterms:W3CDTF">2026-06-25T01:51:23Z</dcterms:created>
  <dcterms:modified xsi:type="dcterms:W3CDTF">2026-06-25T01:51:23Z</dcterms:modified>
</cp:coreProperties>
</file>