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1.xlsx"/></Relationships>
</file>

<file path=ppt/charts/chart4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ep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IEPER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Ieper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Ieper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Ieper,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 parkings · 5.421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johanmmk.github.io/gemeenten/Kaart_bedrijfsparkings_Ieper.html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Ieper.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2.817 auto’s op 115 slimme parkings in Ieper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0.8 km van Ieper.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Ieper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Ieper, op ± 0.8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Ieper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Ieper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Ieper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Ieper</dc:title>
  <dc:subject>PptxGenJS Presentation</dc:subject>
  <dc:creator>Fluctus</dc:creator>
  <cp:lastModifiedBy>Fluctus</cp:lastModifiedBy>
  <cp:revision>1</cp:revision>
  <dcterms:created xsi:type="dcterms:W3CDTF">2026-06-25T03:49:45Z</dcterms:created>
  <dcterms:modified xsi:type="dcterms:W3CDTF">2026-06-25T03:49:45Z</dcterms:modified>
</cp:coreProperties>
</file>