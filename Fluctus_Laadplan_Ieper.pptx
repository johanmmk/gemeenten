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8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8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0.xlsx"/></Relationships>
</file>

<file path=ppt/charts/chart48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Ieper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8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Ieper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IEPER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Ieper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4.705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Ieper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+ 122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4.705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€ 7,06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€ 14,12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4.705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€ 7,06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4.705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€ 14,12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Ieper,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 parkings · 4.705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johanmmk.github.io/gemeenten/Kaart_bedrijfsparkings_Ieper.html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Ieper.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auto’s op 0 slimme parkings in Ieper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32%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IEPER150 (150 kV), 0.8 km van Ieper.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Ieper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IEPER150 (150 kV) — dichtste kopstation bij Ieper, op ± 0.8 km. Flex ≈ 0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Ieper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Ieper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Ieper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Ieper</dc:title>
  <dc:subject>PptxGenJS Presentation</dc:subject>
  <dc:creator>Fluctus</dc:creator>
  <cp:lastModifiedBy>Fluctus</cp:lastModifiedBy>
  <cp:revision>1</cp:revision>
  <dcterms:created xsi:type="dcterms:W3CDTF">2026-06-24T03:24:40Z</dcterms:created>
  <dcterms:modified xsi:type="dcterms:W3CDTF">2026-06-24T03:24:40Z</dcterms:modified>
</cp:coreProperties>
</file>