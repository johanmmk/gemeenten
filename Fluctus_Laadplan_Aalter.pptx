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1.xlsx"/></Relationships>
</file>

<file path=ppt/charts/chart4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</c:v>
                </c:pt>
                <c:pt idx="1">
                  <c:v>71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alt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Aalter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AALTER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Aalter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4.852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Aalter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4.852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€ 7,28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€ 14,56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€ 7,28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€ 14,56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Aalter,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 parkings · 4.852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johanmmk.github.io/gemeenten/Kaart_bedrijfsparkings_Aalter.html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Aalter.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2.776 auto’s op 81 slimme parkings in Aalter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49% naar 71%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AALTR 36 (36 kV), 1.9 km van Aalter.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Aalter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AALTR 36 (36 kV) — dichtste kopstation bij Aalter, op ± 1.9 km.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Aalter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Aalter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Aalter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Aalter</dc:title>
  <dc:subject>PptxGenJS Presentation</dc:subject>
  <dc:creator>Fluctus</dc:creator>
  <cp:lastModifiedBy>Fluctus</cp:lastModifiedBy>
  <cp:revision>1</cp:revision>
  <dcterms:created xsi:type="dcterms:W3CDTF">2026-06-25T03:41:22Z</dcterms:created>
  <dcterms:modified xsi:type="dcterms:W3CDTF">2026-06-25T03:41:22Z</dcterms:modified>
</cp:coreProperties>
</file>