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0.xlsx"/></Relationships>
</file>

<file path=ppt/charts/chart4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l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AALTER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Aalter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Aalter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Aalter,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parkings · 4.852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johanmmk.github.io/gemeenten/Kaart_bedrijfsparkings_Aalter.html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Aalter.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2.776 auto’s op 81 slimme parkings in Aalter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49%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AALTR 36 (36 kV), 1.9 km van Aalter.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Aalter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AALTR 36 (36 kV) — dichtste kopstation bij Aalter, op ± 1.9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Aalter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Aalter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Aalter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Aalter</dc:title>
  <dc:subject>PptxGenJS Presentation</dc:subject>
  <dc:creator>Fluctus</dc:creator>
  <cp:lastModifiedBy>Fluctus</cp:lastModifiedBy>
  <cp:revision>1</cp:revision>
  <dcterms:created xsi:type="dcterms:W3CDTF">2026-06-24T03:02:13Z</dcterms:created>
  <dcterms:modified xsi:type="dcterms:W3CDTF">2026-06-24T03:02:13Z</dcterms:modified>
</cp:coreProperties>
</file>