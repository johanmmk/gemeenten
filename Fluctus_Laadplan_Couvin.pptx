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7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5.xlsx"/></Relationships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37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Couvi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7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Couvin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COUVIN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Couvin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1.818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Couvin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1.818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€ 2,73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€ 5,45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1.818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€ 2,73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1.818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€ 5,45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Couvin,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parkings · 1.818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johanmmk.github.io/gemeenten/Kaart_bedrijfsparkings_Couvin.html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Couvin.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auto’s op 0 slimme parkings in Couvin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37% naar 37%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COUVI 70 (70 kV), 3.1 km van Couvin.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Couvin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COUVI 70 (70 kV) — dichtste kopstation bij Couvin, op ± 3.1 km. Flex ≈ 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Couvin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Couvin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Couvin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Couvin</dc:title>
  <dc:subject>PptxGenJS Presentation</dc:subject>
  <dc:creator>Fluctus</dc:creator>
  <cp:lastModifiedBy>Fluctus</cp:lastModifiedBy>
  <cp:revision>1</cp:revision>
  <dcterms:created xsi:type="dcterms:W3CDTF">2026-06-23T23:24:58Z</dcterms:created>
  <dcterms:modified xsi:type="dcterms:W3CDTF">2026-06-23T23:24:58Z</dcterms:modified>
</cp:coreProperties>
</file>