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7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7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1.xlsx"/></Relationships>
</file>

<file path=ppt/charts/chart27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ijs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7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Lijsem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LIJSEM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Lijsem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1.308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Lijsem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1.308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€ 1,96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€ 3,92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€ 1,96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€ 3,92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Lijsem,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parkings · 1.308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johanmmk.github.io/gemeenten/Kaart_bedrijfsparkings_Lijsem.html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Lijsem.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1.308 auto’s op 54 slimme parkings in Lijsem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HANNU150 (150 kV), 7.1 km van Lijsem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Lijsem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HANNU150 (150 kV) — dichtste kopstation bij Lijsem, op ± 7.1 km (laagste load van de cluster &lt;5 km). Flex ≈ 27.5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Lijsem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Lijsem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Lijsem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Lijsem</dc:title>
  <dc:subject>PptxGenJS Presentation</dc:subject>
  <dc:creator>Fluctus</dc:creator>
  <cp:lastModifiedBy>Fluctus</cp:lastModifiedBy>
  <cp:revision>1</cp:revision>
  <dcterms:created xsi:type="dcterms:W3CDTF">2026-06-24T01:22:35Z</dcterms:created>
  <dcterms:modified xsi:type="dcterms:W3CDTF">2026-06-24T01:22:35Z</dcterms:modified>
</cp:coreProperties>
</file>