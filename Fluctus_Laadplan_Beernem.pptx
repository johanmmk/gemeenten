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31</c:v>
                </c:pt>
                <c:pt idx="1">
                  <c:v>63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Beernem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11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Beernem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BEERNEM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Beernem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3.466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Beernem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+ 55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3.466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116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€ 5,20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€ 10,40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3.466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€ 5,20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3.466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€ 10,40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Beernem,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116 parkings · 3.466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johanmmk.github.io/gemeenten/Kaart_bedrijfsparkings_Beernem.html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Beernem.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1.368 auto’s op 61 slimme parkings in Beernem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31% naar 63%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BEERN 36 (36 kV), 2.9 km van Beernem.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Beernem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BEERN 36 (36 kV) — dichtste kopstation bij Beernem, op ± 2.9 km. Flex ≈ 4 MW (11 kW/wagen + 10 kW batterij) op 20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Beernem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+103%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Beernem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+103%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Beernem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Beernem</dc:title>
  <dc:subject>PptxGenJS Presentation</dc:subject>
  <dc:creator>Fluctus</dc:creator>
  <cp:lastModifiedBy>Fluctus</cp:lastModifiedBy>
  <cp:revision>1</cp:revision>
  <dcterms:created xsi:type="dcterms:W3CDTF">2026-06-24T20:41:13Z</dcterms:created>
  <dcterms:modified xsi:type="dcterms:W3CDTF">2026-06-24T20:41:13Z</dcterms:modified>
</cp:coreProperties>
</file>