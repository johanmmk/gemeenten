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2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8.xlsx"/></Relationships>
</file>

<file path=ppt/charts/chart4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toumon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2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Stoumont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STOUMONT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Stoumont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1.036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Stoumont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1.036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€ 3,11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1.036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1.036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€ 3,11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Stoumont,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parkings · 1.036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johanmmk.github.io/gemeenten/Kaart_bedrijfsparkings_Stoumont.html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Stoumont.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158 auto’s op 7 slimme parkings in Stoumont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BRUME220 (220 kV), 4.9 km van Stoumont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Stoumont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BRUME220 (220 kV) — dichtste kopstation bij Stoumont, op ± 4.9 km (laagste load van de cluster &lt;5 km). Flex ≈ 3.3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Stoumont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Stoumont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Stoumont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Stoumont</dc:title>
  <dc:subject>PptxGenJS Presentation</dc:subject>
  <dc:creator>Fluctus</dc:creator>
  <cp:lastModifiedBy>Fluctus</cp:lastModifiedBy>
  <cp:revision>1</cp:revision>
  <dcterms:created xsi:type="dcterms:W3CDTF">2026-06-25T03:35:07Z</dcterms:created>
  <dcterms:modified xsi:type="dcterms:W3CDTF">2026-06-25T03:35:07Z</dcterms:modified>
</cp:coreProperties>
</file>