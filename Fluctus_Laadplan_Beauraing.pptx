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auraing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Beauraing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BEAURAING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Beauraing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1.679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Beauraing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1.679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€ 2,52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€ 5,04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1.679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€ 2,52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1.679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€ 5,04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Beauraing,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parkings · 1.679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johanmmk.github.io/gemeenten/Kaart_bedrijfsparkings_Beauraing.html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Beauraing.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905 auto’s op 24 slimme parkings in Beauraing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PONDR 70 (70 kV), 4.4 km van Beauraing.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Beauraing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PONDR 70 (70 kV) — dichtste kopstation bij Beauraing, op ± 4.4 km. Flex ≈ 6.7 MW (11 kW/wagen + 10 kW batterij) op 33.5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Beauraing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Beauraing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Beauraing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Beauraing</dc:title>
  <dc:subject>PptxGenJS Presentation</dc:subject>
  <dc:creator>Fluctus</dc:creator>
  <cp:lastModifiedBy>Fluctus</cp:lastModifiedBy>
  <cp:revision>1</cp:revision>
  <dcterms:created xsi:type="dcterms:W3CDTF">2026-06-24T23:56:18Z</dcterms:created>
  <dcterms:modified xsi:type="dcterms:W3CDTF">2026-06-24T23:56:18Z</dcterms:modified>
</cp:coreProperties>
</file>