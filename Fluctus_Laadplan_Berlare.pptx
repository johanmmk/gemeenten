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rla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Berlare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BERLARE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Berlare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5.276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Berlare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5.276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€ 15,83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5.276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5.276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€ 15,83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Berlare,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 parkings · 5.276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johanmmk.github.io/gemeenten/Kaart_bedrijfsparkings_Berlare.html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Berlare.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966 auto’s op 48 slimme parkings in Berlare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WICHE 36 (36 kV), 3.3 km van Berlare.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Berlare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WICHE 36 (36 kV) — dichtste kopstation bij Berlare, op ± 3.3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Berlare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Berlare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Berlare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Berlare</dc:title>
  <dc:subject>PptxGenJS Presentation</dc:subject>
  <dc:creator>Fluctus</dc:creator>
  <cp:lastModifiedBy>Fluctus</cp:lastModifiedBy>
  <cp:revision>1</cp:revision>
  <dcterms:created xsi:type="dcterms:W3CDTF">2026-06-24T20:56:28Z</dcterms:created>
  <dcterms:modified xsi:type="dcterms:W3CDTF">2026-06-24T20:56:28Z</dcterms:modified>
</cp:coreProperties>
</file>