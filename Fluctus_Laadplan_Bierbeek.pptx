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ier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Bierbeek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BIERBEEK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Bierbeek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7.956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Bierbeek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7.956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Bierbeek,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parkings · 7.956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johanmmk.github.io/gemeenten/Kaart_bedrijfsparkings_Bierbeek.html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Bierbeek.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 auto’s op 14 slimme parkings in Bierbeek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HEVRL 70 (70 kV), 4.5 km van Bierbeek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Bierbeek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HEVRL 70 (70 kV) — dichtste kopstation bij Bierbeek, op ± 4.5 km (laagste load van de cluster &lt;5 km). Flex ≈ 9.8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Bierbeek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Bierbeek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Bierbeek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Bierbeek</dc:title>
  <dc:subject>PptxGenJS Presentation</dc:subject>
  <dc:creator>Fluctus</dc:creator>
  <cp:lastModifiedBy>Fluctus</cp:lastModifiedBy>
  <cp:revision>1</cp:revision>
  <dcterms:created xsi:type="dcterms:W3CDTF">2026-06-23T22:48:24Z</dcterms:created>
  <dcterms:modified xsi:type="dcterms:W3CDTF">2026-06-23T22:48:24Z</dcterms:modified>
</cp:coreProperties>
</file>