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rak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BRAKEL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Brakel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3.389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Brakel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€ 5,08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€ 10,17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€ 5,08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€ 10,17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Brakel,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parkings · 3.389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johanmmk.github.io/gemeenten/Kaart_bedrijfsparkings_Brakel.html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Brakel.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2.573 auto’s op 74 slimme parkings in Brakel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ZOTGM 70 (70 kV), 10 km van Brakel.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Brakel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ZOTGM 70 (70 kV) — dichtste kopstation bij Brakel, op ± 10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Brakel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Brakel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Brakel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Brakel</dc:title>
  <dc:subject>PptxGenJS Presentation</dc:subject>
  <dc:creator>Fluctus</dc:creator>
  <cp:lastModifiedBy>Fluctus</cp:lastModifiedBy>
  <cp:revision>1</cp:revision>
  <dcterms:created xsi:type="dcterms:W3CDTF">2026-06-23T22:56:43Z</dcterms:created>
  <dcterms:modified xsi:type="dcterms:W3CDTF">2026-06-23T22:56:43Z</dcterms:modified>
</cp:coreProperties>
</file>