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2.xlsx"/></Relationships>
</file>

<file path=ppt/charts/chart4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primo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SPRIMONT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Sprimont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3.253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Sprimont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Sprimont,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parkings · 3.253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johanmmk.github.io/gemeenten/Kaart_bedrijfsparkings_Sprimont.html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Sprimont.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1.046 auto’s op 38 slimme parkings in Sprimont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ESNEU 70 (70 kV), 4.8 km van Sprimont.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Sprimont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ESNEU 70 (70 kV) — dichtste kopstation bij Sprimont, op ± 4.8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Sprimont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Sprimont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Sprimont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Sprimont</dc:title>
  <dc:subject>PptxGenJS Presentation</dc:subject>
  <dc:creator>Fluctus</dc:creator>
  <cp:lastModifiedBy>Fluctus</cp:lastModifiedBy>
  <cp:revision>1</cp:revision>
  <dcterms:created xsi:type="dcterms:W3CDTF">2026-06-25T03:33:38Z</dcterms:created>
  <dcterms:modified xsi:type="dcterms:W3CDTF">2026-06-25T03:33:38Z</dcterms:modified>
</cp:coreProperties>
</file>