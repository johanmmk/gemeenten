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0.xlsx"/></Relationships>
</file>

<file path=ppt/charts/chart1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ls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Holsbeek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HOLSBEEK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Holsbeek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4.593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Holsbeek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Holsbeek,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parkings · 4.593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johanmmk.github.io/gemeenten/Kaart_bedrijfsparkings_Holsbeek.html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Holsbeek.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423 auto’s op 13 slimme parkings in Holsbeek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AARSC 70 (70 kV), 6.9 km van Holsbeek.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Holsbeek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AARSC 70 (70 kV) — dichtste kopstation bij Holsbeek, op ± 6.9 km. Flex ≈ 8.9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Holsbeek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Holsbeek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Holsbeek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Holsbeek</dc:title>
  <dc:subject>PptxGenJS Presentation</dc:subject>
  <dc:creator>Fluctus</dc:creator>
  <cp:lastModifiedBy>Fluctus</cp:lastModifiedBy>
  <cp:revision>1</cp:revision>
  <dcterms:created xsi:type="dcterms:W3CDTF">2026-06-24T00:44:50Z</dcterms:created>
  <dcterms:modified xsi:type="dcterms:W3CDTF">2026-06-24T00:44:50Z</dcterms:modified>
</cp:coreProperties>
</file>