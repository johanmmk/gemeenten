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3.xlsx"/></Relationships>
</file>

<file path=ppt/charts/chart1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mont_Ach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Hamont-Achel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HAMONT-ACHEL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Hamont-Achel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Hamont-Achel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Hamont-Achel,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parkings · 2.283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johanmmk.github.io/gemeenten/Kaart_bedrijfsparkings_Hamont_Achel.html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Hamont-Achel.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1.033 auto’s op 40 slimme parkings in Hamont-Achel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STHUI 70 (70 kV), 2.8 km van Hamont-Achel.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Hamont-Achel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STHUI 70 (70 kV) — dichtste kopstation bij Hamont-Achel, op ± 2.8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Hamont-Achel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Hamont-Achel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Hamont-Achel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Hamont-Achel</dc:title>
  <dc:subject>PptxGenJS Presentation</dc:subject>
  <dc:creator>Fluctus</dc:creator>
  <cp:lastModifiedBy>Fluctus</cp:lastModifiedBy>
  <cp:revision>1</cp:revision>
  <dcterms:created xsi:type="dcterms:W3CDTF">2026-06-24T00:34:20Z</dcterms:created>
  <dcterms:modified xsi:type="dcterms:W3CDTF">2026-06-24T00:34:20Z</dcterms:modified>
</cp:coreProperties>
</file>