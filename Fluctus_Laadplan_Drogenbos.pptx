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rogenbo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Drogenbos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DROGENBOS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Drogenbos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8.816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Drogenbos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Drogenbos,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parkings · 8.816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johanmmk.github.io/gemeenten/Kaart_bedrijfsparkings_Drogenbos.html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Drogenbos.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1.742 auto’s op 42 slimme parkings in Drogenbos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5.1 km van Drogenbos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Drogenbos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Drogenbos, op ± 5.1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Drogenbos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Drogenbos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Drogenbos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Drogenbos</dc:title>
  <dc:subject>PptxGenJS Presentation</dc:subject>
  <dc:creator>Fluctus</dc:creator>
  <cp:lastModifiedBy>Fluctus</cp:lastModifiedBy>
  <cp:revision>1</cp:revision>
  <dcterms:created xsi:type="dcterms:W3CDTF">2026-06-25T00:52:09Z</dcterms:created>
  <dcterms:modified xsi:type="dcterms:W3CDTF">2026-06-25T00:52:09Z</dcterms:modified>
</cp:coreProperties>
</file>