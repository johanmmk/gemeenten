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9.xlsx"/></Relationships>
</file>

<file path=ppt/charts/chart5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ssene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Assenede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ASSENEDE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Assenede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Assenede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€ 5,66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Assenede,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parkings · 3.773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johanmmk.github.io/gemeenten/Kaart_bedrijfsparkings_Assenede.html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Assenede.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1.149 auto’s op 43 slimme parkings in Assenede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KLUDO150 (150 kV), 9.5 km van Assenede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Assenede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KLUDO150 (150 kV) — dichtste kopstation bij Assenede, op ± 9.5 km (laagste load van de cluster &lt;5 km). Flex ≈ 24.1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Assenede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Assenede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Assenede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Assenede</dc:title>
  <dc:subject>PptxGenJS Presentation</dc:subject>
  <dc:creator>Fluctus</dc:creator>
  <cp:lastModifiedBy>Fluctus</cp:lastModifiedBy>
  <cp:revision>1</cp:revision>
  <dcterms:created xsi:type="dcterms:W3CDTF">2026-06-25T04:17:14Z</dcterms:created>
  <dcterms:modified xsi:type="dcterms:W3CDTF">2026-06-25T04:17:14Z</dcterms:modified>
</cp:coreProperties>
</file>