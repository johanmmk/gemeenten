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1.xlsx"/></Relationships>
</file>

<file path=ppt/charts/chart4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or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TORHOUT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Torhout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Torhout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Torhout,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 parkings · 4.194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johanmmk.github.io/gemeenten/Kaart_bedrijfsparkings_Torhout.html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Torhout.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1.134 auto’s op 40 slimme parkings in Torhout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TORHO 36 (36 kV), 1.8 km van Torhout.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Torhout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TORHO 36 (36 kV) — dichtste kopstation bij Torhout, op ± 1.8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Torhout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Torhout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Torhout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Torhout</dc:title>
  <dc:subject>PptxGenJS Presentation</dc:subject>
  <dc:creator>Fluctus</dc:creator>
  <cp:lastModifiedBy>Fluctus</cp:lastModifiedBy>
  <cp:revision>1</cp:revision>
  <dcterms:created xsi:type="dcterms:W3CDTF">2026-06-25T03:37:31Z</dcterms:created>
  <dcterms:modified xsi:type="dcterms:W3CDTF">2026-06-25T03:37:31Z</dcterms:modified>
</cp:coreProperties>
</file>