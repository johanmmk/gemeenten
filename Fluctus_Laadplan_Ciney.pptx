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69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6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9.xlsx"/></Relationships>
</file>

<file path=ppt/charts/chart6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33</c:v>
                </c:pt>
                <c:pt idx="1">
                  <c:v>64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Ciney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69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Ciney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CINEY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Ciney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6.465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Ciney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+ 29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6.465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144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€ 9,70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€ 19,39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6.465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€ 9,70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6.465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€ 19,39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Ciney,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144 parkings · 6.465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johanmmk.github.io/gemeenten/Kaart_bedrijfsparkings_Ciney.html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40080" y="6071616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 bestaande laadpunten: Departement Mobiliteit en Openbare Werken (Vlaanderen).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7" name="Shape 12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20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Ciney.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4.595 auto’s op 115 slimme parkings in Ciney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33% naar 64%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ACHEN 70 (70 kV), 5.1 km van Ciney (laagste load van de cluster &lt;5 km).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Ciney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ACHEN 70 (70 kV) — dichtste kopstation bij Ciney, op ± 5.1 km (laagste load van de cluster &lt;5 km). Flex ≈ 12 MW (11 kW/wagen + 10 kW batterij) op 60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Ciney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+94%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Ciney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+94%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Ciney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Ciney</dc:title>
  <dc:subject>PptxGenJS Presentation</dc:subject>
  <dc:creator>Fluctus</dc:creator>
  <cp:lastModifiedBy>Fluctus</cp:lastModifiedBy>
  <cp:revision>1</cp:revision>
  <dcterms:created xsi:type="dcterms:W3CDTF">2026-06-25T00:37:20Z</dcterms:created>
  <dcterms:modified xsi:type="dcterms:W3CDTF">2026-06-25T00:37:20Z</dcterms:modified>
</cp:coreProperties>
</file>