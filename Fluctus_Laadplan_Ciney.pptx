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ine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CINEY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Ciney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6.465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Ciney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6.465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€ 19,39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€ 19,39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Ciney,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parkings · 6.465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johanmmk.github.io/gemeenten/Kaart_bedrijfsparkings_Ciney.html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Ciney.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4.595 auto’s op 115 slimme parkings in Ciney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ACHEN 70 (70 kV), 5.1 km van Ciney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Ciney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ACHEN 70 (70 kV) — dichtste kopstation bij Ciney, op ± 5.1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Ciney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Ciney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Ciney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Ciney</dc:title>
  <dc:subject>PptxGenJS Presentation</dc:subject>
  <dc:creator>Fluctus</dc:creator>
  <cp:lastModifiedBy>Fluctus</cp:lastModifiedBy>
  <cp:revision>1</cp:revision>
  <dcterms:created xsi:type="dcterms:W3CDTF">2026-06-23T23:14:27Z</dcterms:created>
  <dcterms:modified xsi:type="dcterms:W3CDTF">2026-06-23T23:14:27Z</dcterms:modified>
</cp:coreProperties>
</file>