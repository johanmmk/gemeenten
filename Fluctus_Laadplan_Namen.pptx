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1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9.xlsx"/></Relationships>
</file>

<file path=ppt/charts/chart3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Nam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1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NAMEN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Namen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10.463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Namen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10.463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€ 15,69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€ 31,39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10.463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€ 15,69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10.463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€ 31,39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Namen,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381 parkings · 10.463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johanmmk.github.io/gemeenten/Kaart_bedrijfsparkings_Namen.html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Namen.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10.463 auto’s op 381 slimme parkings in Namen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CHAMP 70 (70 kV), 2.8 km van Namen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Namen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CHAMP 70 (70 kV) — dichtste kopstation bij Namen, op ± 2.8 km (laagste load van de cluster &lt;5 km). Flex ≈ 12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Namen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Namen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Namen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Namen</dc:title>
  <dc:subject>PptxGenJS Presentation</dc:subject>
  <dc:creator>Fluctus</dc:creator>
  <cp:lastModifiedBy>Fluctus</cp:lastModifiedBy>
  <cp:revision>1</cp:revision>
  <dcterms:created xsi:type="dcterms:W3CDTF">2026-06-24T01:40:14Z</dcterms:created>
  <dcterms:modified xsi:type="dcterms:W3CDTF">2026-06-24T01:40:14Z</dcterms:modified>
</cp:coreProperties>
</file>