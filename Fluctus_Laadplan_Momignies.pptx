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1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0.xlsx"/></Relationships>
</file>

<file path=ppt/charts/chart3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56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omignie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1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Momignies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MOMIGNIES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Momignies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406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Momignies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€ 0,61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€ 1,22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€ 0,61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€ 1,22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Momignies,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parkings · 406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johanmmk.github.io/gemeenten/Kaart_bedrijfsparkings_Momignies.html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Momignies.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286 auto’s op 11 slimme parkings in Momignies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37% naar 56%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COUVI 70 (70 kV), 21.6 km van Momignies.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Momignies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COUVI 70 (70 kV) — dichtste kopstation bij Momignies, op ± 21.6 km. Flex ≈ 6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Momignies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Momignies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Momignies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Momignies</dc:title>
  <dc:subject>PptxGenJS Presentation</dc:subject>
  <dc:creator>Fluctus</dc:creator>
  <cp:lastModifiedBy>Fluctus</cp:lastModifiedBy>
  <cp:revision>1</cp:revision>
  <dcterms:created xsi:type="dcterms:W3CDTF">2026-06-25T02:38:02Z</dcterms:created>
  <dcterms:modified xsi:type="dcterms:W3CDTF">2026-06-25T02:38:02Z</dcterms:modified>
</cp:coreProperties>
</file>