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2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25.xlsx"/></Relationships>
</file>

<file path=ppt/charts/chart4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tavelo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2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Stavelot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STAVELOT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Stavelot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2.104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Stavelot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+ 37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2.104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€ 3,16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€ 6,31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2.104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€ 3,16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2.104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€ 6,31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Stavelot,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 parkings · 2.104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johanmmk.github.io/gemeenten/Kaart_bedrijfsparkings_Stavelot.html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Stavelot.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612 auto’s op 29 slimme parkings in Stavelot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34%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BEVER 70 (70 kV), 6.8 km van Stavelot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Stavelot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BEVER 70 (70 kV) — dichtste kopstation bij Stavelot, op ± 6.8 km (laagste load van de cluster &lt;5 km). Flex ≈ 3 MW (11 kW/wagen + 10 kW batterij) op 15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Stavelot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Stavelot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Stavelot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Stavelot</dc:title>
  <dc:subject>PptxGenJS Presentation</dc:subject>
  <dc:creator>Fluctus</dc:creator>
  <cp:lastModifiedBy>Fluctus</cp:lastModifiedBy>
  <cp:revision>1</cp:revision>
  <dcterms:created xsi:type="dcterms:W3CDTF">2026-06-25T03:34:42Z</dcterms:created>
  <dcterms:modified xsi:type="dcterms:W3CDTF">2026-06-25T03:34:42Z</dcterms:modified>
</cp:coreProperties>
</file>