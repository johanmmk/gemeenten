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itsin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Bitsingen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BITSINGEN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Bitsingen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2.735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Bitsingen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Bitsingen,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parkings · 2.735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johanmmk.github.io/gemeenten/Kaart_bedrijfsparkings_Bitsingen.html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Bitsingen.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2.735 auto’s op 86 slimme parkings in Bitsingen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LIXHE150 (150 kV), 5 km van Bitsingen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Bitsingen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LIXHE150 (150 kV) — dichtste kopstation bij Bitsingen, op ± 5 km (laagste load van de cluster &lt;5 km). Flex ≈ 57.4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Bitsingen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Bitsingen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Bitsingen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Bitsingen</dc:title>
  <dc:subject>PptxGenJS Presentation</dc:subject>
  <dc:creator>Fluctus</dc:creator>
  <cp:lastModifiedBy>Fluctus</cp:lastModifiedBy>
  <cp:revision>1</cp:revision>
  <dcterms:created xsi:type="dcterms:W3CDTF">2026-06-23T22:18:32Z</dcterms:created>
  <dcterms:modified xsi:type="dcterms:W3CDTF">2026-06-23T22:18:32Z</dcterms:modified>
</cp:coreProperties>
</file>