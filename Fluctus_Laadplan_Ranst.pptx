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2.xlsx"/></Relationships>
</file>

<file path=ppt/charts/chart3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an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RANST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Ranst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5.876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Ranst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Ranst,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parkings · 5.876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johanmmk.github.io/gemeenten/Kaart_bedrijfsparkings_Ranst.html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Ranst.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1.067 auto’s op 32 slimme parkings in Ranst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MASSE150 (150 kV), 2.8 km van Ranst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Ranst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MASSE150 (150 kV) — dichtste kopstation bij Ranst, op ± 2.8 km (laagste load van de cluster &lt;5 km). Flex ≈ 22.4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Ranst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Ranst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Ranst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Ranst</dc:title>
  <dc:subject>PptxGenJS Presentation</dc:subject>
  <dc:creator>Fluctus</dc:creator>
  <cp:lastModifiedBy>Fluctus</cp:lastModifiedBy>
  <cp:revision>1</cp:revision>
  <dcterms:created xsi:type="dcterms:W3CDTF">2026-06-25T03:16:34Z</dcterms:created>
  <dcterms:modified xsi:type="dcterms:W3CDTF">2026-06-25T03:16:34Z</dcterms:modified>
</cp:coreProperties>
</file>