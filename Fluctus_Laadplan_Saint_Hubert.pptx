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9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9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3.xlsx"/></Relationships>
</file>

<file path=ppt/charts/chart3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aint_Huber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9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Saint-Hubert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SAINT-HUBERT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Saint-Hubert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555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Saint-Hubert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€ 0,83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€ 0,83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Saint-Hubert,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parkings · 555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johanmmk.github.io/gemeenten/Kaart_bedrijfsparkings_Saint_Hubert.html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Saint-Hubert.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475 auto’s op 16 slimme parkings in Saint-Hubert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30%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HERBA 70 (70 kV), 15.2 km van Saint-Hubert.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Saint-Hubert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HERBA 70 (70 kV) — dichtste kopstation bij Saint-Hubert, op ± 15.2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Saint-Hubert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Saint-Hubert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Saint-Hubert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Saint-Hubert</dc:title>
  <dc:subject>PptxGenJS Presentation</dc:subject>
  <dc:creator>Fluctus</dc:creator>
  <cp:lastModifiedBy>Fluctus</cp:lastModifiedBy>
  <cp:revision>1</cp:revision>
  <dcterms:created xsi:type="dcterms:W3CDTF">2026-06-25T03:23:24Z</dcterms:created>
  <dcterms:modified xsi:type="dcterms:W3CDTF">2026-06-25T03:23:24Z</dcterms:modified>
</cp:coreProperties>
</file>