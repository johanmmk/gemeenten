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9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9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7.xlsx"/></Relationships>
</file>

<file path=ppt/charts/chart3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ankt_Vith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9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Sankt Vith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SANKT VITH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Sankt Vith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1.985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Sankt Vith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1.985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1.985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€ 2,98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1.985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€ 5,96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Sankt Vith,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parkings · 1.985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johanmmk.github.io/gemeenten/Kaart_bedrijfsparkings_Sankt_Vith.html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Sankt Vith.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1.437 auto’s op 36 slimme parkings in Sankt Vith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SVITH 70 (70 kV), 1.8 km van Sankt Vith.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Sankt Vith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SVITH 70 (70 kV) — dichtste kopstation bij Sankt Vith, op ± 1.8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Sankt Vith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Sankt Vith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Sankt Vith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Sankt Vith</dc:title>
  <dc:subject>PptxGenJS Presentation</dc:subject>
  <dc:creator>Fluctus</dc:creator>
  <cp:lastModifiedBy>Fluctus</cp:lastModifiedBy>
  <cp:revision>1</cp:revision>
  <dcterms:created xsi:type="dcterms:W3CDTF">2026-06-24T02:10:21Z</dcterms:created>
  <dcterms:modified xsi:type="dcterms:W3CDTF">2026-06-24T02:10:21Z</dcterms:modified>
</cp:coreProperties>
</file>