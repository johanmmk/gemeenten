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rpe_Me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Erpe-Mere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ERPE-MERE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Erpe-Mere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5.525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Erpe-Mere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€ 16,57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€ 16,57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Erpe-Mere,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 parkings · 5.525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johanmmk.github.io/gemeenten/Kaart_bedrijfsparkings_Erpe_Mere.html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Erpe-Mere.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1.893 auto’s op 85 slimme parkings in Erpe-Mere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AALST 70 (70 kV), 7.1 km van Erpe-Mere.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Erpe-Mere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AALST 70 (70 kV) — dichtste kopstation bij Erpe-Mere, op ± 7.1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Erpe-Mere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Erpe-Mere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Erpe-Mere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Erpe-Mere</dc:title>
  <dc:subject>PptxGenJS Presentation</dc:subject>
  <dc:creator>Fluctus</dc:creator>
  <cp:lastModifiedBy>Fluctus</cp:lastModifiedBy>
  <cp:revision>1</cp:revision>
  <dcterms:created xsi:type="dcterms:W3CDTF">2026-06-25T00:56:59Z</dcterms:created>
  <dcterms:modified xsi:type="dcterms:W3CDTF">2026-06-25T00:56:59Z</dcterms:modified>
</cp:coreProperties>
</file>