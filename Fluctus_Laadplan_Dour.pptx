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8.xlsx"/></Relationships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ou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9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DOUR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2.898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Dour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€ 8,69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2.898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2.898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€ 8,69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Dour,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parkings · 2.898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johanmmk.github.io/gemeenten/Kaart_bedrijfsparkings_Dour.html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Dour.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auto’s op 53 slimme parkings in Dour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PATUR 70 (70 kV), 5.4 km van Dour.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Dour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PATUR 70 (70 kV) — dichtste kopstation bij Dour, op ± 5.4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Dour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Dour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Dour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Dour</dc:title>
  <dc:subject>PptxGenJS Presentation</dc:subject>
  <dc:creator>Fluctus</dc:creator>
  <cp:lastModifiedBy>Fluctus</cp:lastModifiedBy>
  <cp:revision>1</cp:revision>
  <dcterms:created xsi:type="dcterms:W3CDTF">2026-06-23T23:45:06Z</dcterms:created>
  <dcterms:modified xsi:type="dcterms:W3CDTF">2026-06-23T23:45:06Z</dcterms:modified>
</cp:coreProperties>
</file>