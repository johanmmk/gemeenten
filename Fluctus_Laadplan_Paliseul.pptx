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5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1.xlsx"/></Relationships>
</file>

<file path=ppt/charts/chart3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aliseu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5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Paliseul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PALISEUL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Paliseul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954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Paliseul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€ 1,43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€ 2,86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€ 1,43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€ 2,86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Paliseul,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parkings · 954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johanmmk.github.io/gemeenten/Kaart_bedrijfsparkings_Paliseul.html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Paliseul.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494 auto’s op 21 slimme parkings in Paliseul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FAYSV 70 (70 kV), 5.3 km van Paliseul.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Paliseul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FAYSV 70 (70 kV) — dichtste kopstation bij Paliseul, op ± 5.3 km. Flex ≈ 5.2 MW (11 kW/wagen + 10 kW batterij) op 26.1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Paliseul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Paliseul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Paliseul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Paliseul</dc:title>
  <dc:subject>PptxGenJS Presentation</dc:subject>
  <dc:creator>Fluctus</dc:creator>
  <cp:lastModifiedBy>Fluctus</cp:lastModifiedBy>
  <cp:revision>1</cp:revision>
  <dcterms:created xsi:type="dcterms:W3CDTF">2026-06-25T03:07:00Z</dcterms:created>
  <dcterms:modified xsi:type="dcterms:W3CDTF">2026-06-25T03:07:00Z</dcterms:modified>
</cp:coreProperties>
</file>