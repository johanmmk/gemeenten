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7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7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1.xlsx"/></Relationships>
</file>

<file path=ppt/charts/chart4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</c:v>
                </c:pt>
                <c:pt idx="1">
                  <c:v>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ezembeek_Opp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7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Wezembeek-Oppem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WEZEMBEEK-OPPEM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Wezembeek-Oppem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4.951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Wezembeek-Oppem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4.951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€ 7,43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€ 14,85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4.951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€ 7,43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4.951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€ 14,85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Wezembeek-Oppem,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 parkings · 4.951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johanmmk.github.io/gemeenten/Kaart_bedrijfsparkings_Wezembeek_Oppem.html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Wezembeek-Oppem.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 auto’s op 8 slimme parkings in Wezembeek-Oppem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44% naar 69%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ZAVEN 36 (36 kV), 5 km van Wezembeek-Oppem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Wezembeek-Oppem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ZAVEN 36 (36 kV) — dichtste kopstation bij Wezembeek-Oppem, op ± 5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Wezembeek-Oppem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Wezembeek-Oppem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Wezembeek-Oppem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Wezembeek-Oppem</dc:title>
  <dc:subject>PptxGenJS Presentation</dc:subject>
  <dc:creator>Fluctus</dc:creator>
  <cp:lastModifiedBy>Fluctus</cp:lastModifiedBy>
  <cp:revision>1</cp:revision>
  <dcterms:created xsi:type="dcterms:W3CDTF">2026-06-25T03:47:05Z</dcterms:created>
  <dcterms:modified xsi:type="dcterms:W3CDTF">2026-06-25T03:47:05Z</dcterms:modified>
</cp:coreProperties>
</file>