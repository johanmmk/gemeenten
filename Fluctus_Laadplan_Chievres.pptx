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6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6.xlsx"/></Relationships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Chievr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6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Chièvres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CHIÈVRES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Chièvres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2.651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Chièvres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2.651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€ 3,98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€ 7,95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2.651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€ 3,98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2.651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€ 7,95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Chièvres,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parkings · 2.651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johanmmk.github.io/gemeenten/Kaart_bedrijfsparkings_Chievres.html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Chièvres.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423 auto’s op 15 slimme parkings in Chièvres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CHIEV150 (150 kV), 2.4 km van Chièvres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Chièvres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CHIEV150 (150 kV) — dichtste kopstation bij Chièvres, op ± 2.4 km (laagste load van de cluster &lt;5 km). Flex ≈ 8.9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Chièvres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Chièvres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Chièvres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Chièvres</dc:title>
  <dc:subject>PptxGenJS Presentation</dc:subject>
  <dc:creator>Fluctus</dc:creator>
  <cp:lastModifiedBy>Fluctus</cp:lastModifiedBy>
  <cp:revision>1</cp:revision>
  <dcterms:created xsi:type="dcterms:W3CDTF">2026-06-23T23:10:54Z</dcterms:created>
  <dcterms:modified xsi:type="dcterms:W3CDTF">2026-06-23T23:10:54Z</dcterms:modified>
</cp:coreProperties>
</file>