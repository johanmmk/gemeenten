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479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47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79.xlsx"/></Relationships>
</file>

<file path=ppt/charts/chart47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37</c:v>
                </c:pt>
                <c:pt idx="1">
                  <c:v>66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Wuustwezel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479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Wuustwezel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WUUSTWEZEL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Wuustwezel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6.274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Wuustwezel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+ 134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6.274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173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€ 9,41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€ 18,82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6.274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€ 9,41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6.274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€ 18,82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Wuustwezel,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173 parkings · 6.274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johanmmk.github.io/gemeenten/Kaart_bedrijfsparkings_Wuustwezel.html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Wuustwezel.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1.106 auto’s op 39 slimme parkings in Wuustwezel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37% naar 66%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SJOB 70 (70 kV), 10.3 km van Wuustwezel.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Wuustwezel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SJOB 70 (70 kV) — dichtste kopstation bij Wuustwezel, op ± 10.3 km. Flex ≈ 10 MW (11 kW/wagen + 10 kW batterij) op 50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Wuustwezel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+78%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Wuustwezel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+78%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Wuustwezel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Wuustwezel</dc:title>
  <dc:subject>PptxGenJS Presentation</dc:subject>
  <dc:creator>Fluctus</dc:creator>
  <cp:lastModifiedBy>Fluctus</cp:lastModifiedBy>
  <cp:revision>1</cp:revision>
  <dcterms:created xsi:type="dcterms:W3CDTF">2026-06-24T03:23:40Z</dcterms:created>
  <dcterms:modified xsi:type="dcterms:W3CDTF">2026-06-24T03:23:40Z</dcterms:modified>
</cp:coreProperties>
</file>