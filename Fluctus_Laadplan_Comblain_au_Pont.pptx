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omblain_au_Po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Comblain-au-Pont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COMBLAIN-AU-PONT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Comblain-au-Pont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803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Comblain-au-Pont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Comblain-au-Pont,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parkings · 803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johanmmk.github.io/gemeenten/Kaart_bedrijfsparkings_Comblain_au_Pont.html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Comblain-au-Pont.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 auto’s op 9 slimme parkings in Comblain-au-Pont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ANTHI 70 (70 kV), 3.8 km van Comblain-au-Pont.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Comblain-au-Pont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ANTHI 70 (70 kV) — dichtste kopstation bij Comblain-au-Pont, op ± 3.8 km. Flex ≈ 4.9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Comblain-au-Pont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Comblain-au-Pont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Comblain-au-Pont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Comblain-au-Pont</dc:title>
  <dc:subject>PptxGenJS Presentation</dc:subject>
  <dc:creator>Fluctus</dc:creator>
  <cp:lastModifiedBy>Fluctus</cp:lastModifiedBy>
  <cp:revision>1</cp:revision>
  <dcterms:created xsi:type="dcterms:W3CDTF">2026-06-25T00:38:52Z</dcterms:created>
  <dcterms:modified xsi:type="dcterms:W3CDTF">2026-06-25T00:38:52Z</dcterms:modified>
</cp:coreProperties>
</file>