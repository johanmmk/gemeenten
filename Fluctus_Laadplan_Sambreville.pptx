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9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9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7.xlsx"/></Relationships>
</file>

<file path=ppt/charts/chart39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ambrevi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9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Sambreville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SAMBREVILLE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Sambreville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3.775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Sambreville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3.775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€ 11,32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3.775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3.775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€ 11,32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Sambreville,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 parkings · 3.775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johanmmk.github.io/gemeenten/Kaart_bedrijfsparkings_Sambreville.html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Sambreville.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2.303 auto’s op 59 slimme parkings in Sambreville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AUVEL 70 (70 kV), 1.2 km van Sambreville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Sambreville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AUVEL 70 (70 kV) — dichtste kopstation bij Sambreville, op ± 1.2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Sambreville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Sambreville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Sambreville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Sambreville</dc:title>
  <dc:subject>PptxGenJS Presentation</dc:subject>
  <dc:creator>Fluctus</dc:creator>
  <cp:lastModifiedBy>Fluctus</cp:lastModifiedBy>
  <cp:revision>1</cp:revision>
  <dcterms:created xsi:type="dcterms:W3CDTF">2026-06-25T03:24:30Z</dcterms:created>
  <dcterms:modified xsi:type="dcterms:W3CDTF">2026-06-25T03:24:30Z</dcterms:modified>
</cp:coreProperties>
</file>