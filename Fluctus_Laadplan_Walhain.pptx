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3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53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35.xlsx"/></Relationships>
</file>

<file path=ppt/charts/chart53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Walhain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535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Walhain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WALHAIN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Walhain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2.663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Walhain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+ 55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2.663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€ 3,99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€ 7,99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2.663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€ 3,99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2.663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€ 7,99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Walhain,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 parkings · 2.663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johanmmk.github.io/gemeenten/Kaart_bedrijfsparkings_Walhain.html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Walhain.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311 auto’s op 11 slimme parkings in Walhain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OTTIG 36 (36 kV), 9.3 km van Walhain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Walhain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OTTIG 36 (36 kV) — dichtste kopstation bij Walhain, op ± 9.3 km (laagste load van de cluster &lt;5 km). Flex ≈ 4 MW (11 kW/wagen + 10 kW batterij) op 20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Walhain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Walhain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Walhain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Walhain</dc:title>
  <dc:subject>PptxGenJS Presentation</dc:subject>
  <dc:creator>Fluctus</dc:creator>
  <cp:lastModifiedBy>Fluctus</cp:lastModifiedBy>
  <cp:revision>1</cp:revision>
  <dcterms:created xsi:type="dcterms:W3CDTF">2026-06-25T04:28:24Z</dcterms:created>
  <dcterms:modified xsi:type="dcterms:W3CDTF">2026-06-25T04:28:24Z</dcterms:modified>
</cp:coreProperties>
</file>