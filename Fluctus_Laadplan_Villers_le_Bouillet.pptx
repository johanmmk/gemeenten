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5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8.xlsx"/></Relationships>
</file>

<file path=ppt/charts/chart4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Villers_le_Bouille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5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Villers-le-Bouillet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VILLERS-LE-BOUILLET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Villers-le-Bouillet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2.304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Villers-le-Bouillet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Villers-le-Bouillet,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 parkings · 2.304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johanmmk.github.io/gemeenten/Kaart_bedrijfsparkings_Villers_le_Bouillet.html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Villers-le-Bouillet.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698 auto’s op 17 slimme parkings in Villers-le-Bouillet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CROIX150 (150 kV), 2.4 km van Villers-le-Bouillet.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Villers-le-Bouillet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CROIX150 (150 kV) — dichtste kopstation bij Villers-le-Bouillet, op ± 2.4 km. Flex ≈ 14.7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Villers-le-Bouillet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Villers-le-Bouillet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Villers-le-Bouillet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Villers-le-Bouillet</dc:title>
  <dc:subject>PptxGenJS Presentation</dc:subject>
  <dc:creator>Fluctus</dc:creator>
  <cp:lastModifiedBy>Fluctus</cp:lastModifiedBy>
  <cp:revision>1</cp:revision>
  <dcterms:created xsi:type="dcterms:W3CDTF">2026-06-24T03:08:56Z</dcterms:created>
  <dcterms:modified xsi:type="dcterms:W3CDTF">2026-06-24T03:08:56Z</dcterms:modified>
</cp:coreProperties>
</file>