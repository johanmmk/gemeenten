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59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45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59.xlsx"/></Relationships>
</file>

<file path=ppt/charts/chart45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</c:v>
                </c:pt>
                <c:pt idx="1">
                  <c:v>47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Villers_le_Bouillet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459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Villers-le-Bouillet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VILLERS-LE-BOUILLET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Villers-le-Bouillet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2.304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Villers-le-Bouillet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+ 42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2.304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€ 3,46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€ 6,91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2.304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€ 3,46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2.304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€ 6,91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Villers-le-Bouillet,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 parkings · 2.304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johanmmk.github.io/gemeenten/Kaart_bedrijfsparkings_Villers_le_Bouillet.html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Villers-le-Bouillet.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698 auto’s op 17 slimme parkings in Villers-le-Bouillet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32% naar 47%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CROIX150 (150 kV), 2.4 km van Villers-le-Bouillet.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Villers-le-Bouillet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CROIX150 (150 kV) — dichtste kopstation bij Villers-le-Bouillet, op ± 2.4 km. Flex ≈ 14.7 MW (11 kW/wagen + 10 kW batterij) op 175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Villers-le-Bouillet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+47%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Villers-le-Bouillet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+47%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Villers-le-Bouillet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Villers-le-Bouillet</dc:title>
  <dc:subject>PptxGenJS Presentation</dc:subject>
  <dc:creator>Fluctus</dc:creator>
  <cp:lastModifiedBy>Fluctus</cp:lastModifiedBy>
  <cp:revision>1</cp:revision>
  <dcterms:created xsi:type="dcterms:W3CDTF">2026-06-25T03:43:56Z</dcterms:created>
  <dcterms:modified xsi:type="dcterms:W3CDTF">2026-06-25T03:43:56Z</dcterms:modified>
</cp:coreProperties>
</file>