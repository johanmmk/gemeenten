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3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3.xlsx"/></Relationships>
</file>

<file path=ppt/charts/chart5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aasmunst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3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Waasmunster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WAASMUNSTER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Waasmunster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8.017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Waasmunster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8.017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€ 12,03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€ 24,05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8.017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€ 12,03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8.017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€ 24,05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Waasmunster,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 parkings · 8.017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johanmmk.github.io/gemeenten/Kaart_bedrijfsparkings_Waasmunster.html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Waasmunster.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628 auto’s op 22 slimme parkings in Waasmunster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ZELEI 36 (36 kV), 4.6 km van Waasmunster.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Waasmunster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ZELEI 36 (36 kV) — dichtste kopstation bij Waasmunster, op ± 4.6 km.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Waasmunster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Waasmunster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Waasmunster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Waasmunster</dc:title>
  <dc:subject>PptxGenJS Presentation</dc:subject>
  <dc:creator>Fluctus</dc:creator>
  <cp:lastModifiedBy>Fluctus</cp:lastModifiedBy>
  <cp:revision>1</cp:revision>
  <dcterms:created xsi:type="dcterms:W3CDTF">2026-06-25T04:26:58Z</dcterms:created>
  <dcterms:modified xsi:type="dcterms:W3CDTF">2026-06-25T04:26:58Z</dcterms:modified>
</cp:coreProperties>
</file>