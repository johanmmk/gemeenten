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0.xlsx"/></Relationships>
</file>

<file path=ppt/charts/chart5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resse_sur_Semo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Vresse-sur-Semois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VRESSE-SUR-SEMOIS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Vresse-sur-Semois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Vresse-sur-Semois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Vresse-sur-Semois,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parkings · 363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johanmmk.github.io/gemeenten/Kaart_bedrijfsparkings_Vresse_sur_Semois.html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Vresse-sur-Semois.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auto’s op 6 slimme parkings in Vresse-sur-Semois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MOARD 70 (70 kV), 8 km van Vresse-sur-Semois.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Vresse-sur-Semois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MOARD 70 (70 kV) — dichtste kopstation bij Vresse-sur-Semois, op ± 8 km. Flex ≈ 3.9 MW (11 kW/wagen + 10 kW batterij) op 25.7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Vresse-sur-Semois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Vresse-sur-Semois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Vresse-sur-Semois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Vresse-sur-Semois</dc:title>
  <dc:subject>PptxGenJS Presentation</dc:subject>
  <dc:creator>Fluctus</dc:creator>
  <cp:lastModifiedBy>Fluctus</cp:lastModifiedBy>
  <cp:revision>1</cp:revision>
  <dcterms:created xsi:type="dcterms:W3CDTF">2026-06-24T04:20:58Z</dcterms:created>
  <dcterms:modified xsi:type="dcterms:W3CDTF">2026-06-24T04:20:58Z</dcterms:modified>
</cp:coreProperties>
</file>