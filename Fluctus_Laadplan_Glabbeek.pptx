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0.xlsx"/></Relationships>
</file>

<file path=ppt/charts/chart1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lab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Glabbeek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GLABBEEK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Glabbeek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1.655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Glabbeek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Glabbeek,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parkings · 1.655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johanmmk.github.io/gemeenten/Kaart_bedrijfsparkings_Glabbeek.html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Glabbeek.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 auto’s op 14 slimme parkings in Glabbeek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45%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KERSB150 (150 kV), 4.5 km van Glabbeek.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Glabbeek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KERSB150 (150 kV) — dichtste kopstation bij Glabbeek, op ± 4.5 km. Flex ≈ 10.1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Glabbeek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Glabbeek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Glabbeek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Glabbeek</dc:title>
  <dc:subject>PptxGenJS Presentation</dc:subject>
  <dc:creator>Fluctus</dc:creator>
  <cp:lastModifiedBy>Fluctus</cp:lastModifiedBy>
  <cp:revision>1</cp:revision>
  <dcterms:created xsi:type="dcterms:W3CDTF">2026-06-25T01:27:20Z</dcterms:created>
  <dcterms:modified xsi:type="dcterms:W3CDTF">2026-06-25T01:27:20Z</dcterms:modified>
</cp:coreProperties>
</file>