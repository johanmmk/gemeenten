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1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14.xlsx"/></Relationships>
</file>

<file path=ppt/charts/chart5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</c:v>
                </c:pt>
                <c:pt idx="1">
                  <c:v>68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Aarl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1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Aarlen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AARLEN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Aarlen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3.697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Aarlen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3.697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€ 5,55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€ 11,09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3.697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€ 5,55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3.697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€ 11,09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Aarlen,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 parkings · 3.697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johanmmk.github.io/gemeenten/Kaart_bedrijfsparkings_Aarlen.html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Aarlen.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3.697 auto’s op 103 slimme parkings in Aarlen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43% naar 68%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ARLON 70 (70 kV), 1.2 km van Aarlen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Aarlen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ARLON 70 (70 kV) — dichtste kopstation bij Aarlen, op ± 1.2 km (laagste load van de cluster &lt;5 km).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Aarlen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Aarlen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Aarlen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Aarlen</dc:title>
  <dc:subject>PptxGenJS Presentation</dc:subject>
  <dc:creator>Fluctus</dc:creator>
  <cp:lastModifiedBy>Fluctus</cp:lastModifiedBy>
  <cp:revision>1</cp:revision>
  <dcterms:created xsi:type="dcterms:W3CDTF">2026-06-24T04:04:38Z</dcterms:created>
  <dcterms:modified xsi:type="dcterms:W3CDTF">2026-06-24T04:04:38Z</dcterms:modified>
</cp:coreProperties>
</file>