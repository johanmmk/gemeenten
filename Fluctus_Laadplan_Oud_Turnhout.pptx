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6.xlsx"/></Relationships>
</file>

<file path=ppt/charts/chart3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_Turn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Oud-Turnhout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OUD-TURNHOUT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Oud-Turnhout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2.852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Oud-Turnhout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Oud-Turnhout,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2.852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johanmmk.github.io/gemeenten/Kaart_bedrijfsparkings_Oud_Turnhout.html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Oud-Turnhout.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Oud-Turnhout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4.2 km van Oud-Turnhout.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Oud-Turnhout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Oud-Turnhout, op ± 4.2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Oud-Turnhout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Oud-Turnhout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Oud-Turnhout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Oud-Turnhout</dc:title>
  <dc:subject>PptxGenJS Presentation</dc:subject>
  <dc:creator>Fluctus</dc:creator>
  <cp:lastModifiedBy>Fluctus</cp:lastModifiedBy>
  <cp:revision>1</cp:revision>
  <dcterms:created xsi:type="dcterms:W3CDTF">2026-06-24T01:52:49Z</dcterms:created>
  <dcterms:modified xsi:type="dcterms:W3CDTF">2026-06-24T01:52:49Z</dcterms:modified>
</cp:coreProperties>
</file>