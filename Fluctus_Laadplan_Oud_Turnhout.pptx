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4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4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47.xlsx"/></Relationships>
</file>

<file path=ppt/charts/chart3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Oud_Turnhou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4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Oud-Turnhout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OUD-TURNHOUT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Oud-Turnhout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2.682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Oud-Turnhout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2.682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€ 4,02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€ 8,05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2.682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€ 4,02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2.682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€ 8,05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Oud-Turnhout,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parkings · 2.682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johanmmk.github.io/gemeenten/Kaart_bedrijfsparkings_Oud_Turnhout.html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Oud-Turnhout.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634 auto’s op 20 slimme parkings in Oud-Turnhout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TURNH 70 (70 kV), 4.2 km van Oud-Turnhout.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Oud-Turnhout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TURNH 70 (70 kV) — dichtste kopstation bij Oud-Turnhout, op ± 4.2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Oud-Turnhout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Oud-Turnhout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Oud-Turnhout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Oud-Turnhout</dc:title>
  <dc:subject>PptxGenJS Presentation</dc:subject>
  <dc:creator>Fluctus</dc:creator>
  <cp:lastModifiedBy>Fluctus</cp:lastModifiedBy>
  <cp:revision>1</cp:revision>
  <dcterms:created xsi:type="dcterms:W3CDTF">2026-06-25T03:03:22Z</dcterms:created>
  <dcterms:modified xsi:type="dcterms:W3CDTF">2026-06-25T03:03:22Z</dcterms:modified>
</cp:coreProperties>
</file>