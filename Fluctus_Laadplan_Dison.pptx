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9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9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5.xlsx"/></Relationships>
</file>

<file path=ppt/charts/chart9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85</c:v>
                </c:pt>
                <c:pt idx="1">
                  <c:v>85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Dison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95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Dison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DISON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Dison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5.245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Dison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+ 105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5.245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126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€ 7,87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€ 15,73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5.245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€ 7,87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5.245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€ 15,73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Dison,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126 parkings · 5.245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johanmmk.github.io/gemeenten/Kaart_bedrijfsparkings_Dison.html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Dison.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974 auto’s op 21 slimme parkings in Dison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85% naar 85%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STEMB 70 (70 kV), 1.9 km van Dison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Dison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STEMB 70 (70 kV) — dichtste kopstation bij Dison, op ± 1.9 km (laagste load van de cluster &lt;5 km). Flex ≈ 0 MW (11 kW/wagen + 10 kW batterij) op 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Dison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Dison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Dison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Dison</dc:title>
  <dc:subject>PptxGenJS Presentation</dc:subject>
  <dc:creator>Fluctus</dc:creator>
  <cp:lastModifiedBy>Fluctus</cp:lastModifiedBy>
  <cp:revision>1</cp:revision>
  <dcterms:created xsi:type="dcterms:W3CDTF">2026-06-23T23:42:02Z</dcterms:created>
  <dcterms:modified xsi:type="dcterms:W3CDTF">2026-06-23T23:42:02Z</dcterms:modified>
</cp:coreProperties>
</file>