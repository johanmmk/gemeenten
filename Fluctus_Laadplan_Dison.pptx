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5.xlsx"/></Relationships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iso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9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5.245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Dison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5.245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€ 7,87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€ 15,73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5.245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€ 7,87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5.245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€ 15,73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Dison,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parkings · 5.245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johanmmk.github.io/gemeenten/Kaart_bedrijfsparkings_Dison.html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Dison.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auto’s op 21 slimme parkings in Dison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STEMB 70 (70 kV), 1.9 km van Dison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Dison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STEMB 70 (70 kV) — dichtste kopstation bij Dison, op ± 1.9 km (laagste load van de cluster &lt;5 km).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Dison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Dison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Dison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Dison</dc:title>
  <dc:subject>PptxGenJS Presentation</dc:subject>
  <dc:creator>Fluctus</dc:creator>
  <cp:lastModifiedBy>Fluctus</cp:lastModifiedBy>
  <cp:revision>1</cp:revision>
  <dcterms:created xsi:type="dcterms:W3CDTF">2026-06-25T00:50:55Z</dcterms:created>
  <dcterms:modified xsi:type="dcterms:W3CDTF">2026-06-25T00:50:55Z</dcterms:modified>
</cp:coreProperties>
</file>