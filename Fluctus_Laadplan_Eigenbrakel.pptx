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igenbrak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Eigenbrakel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EIGENBRAKEL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Eigenbrakel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9.110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Eigenbrakel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9.110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€ 13,66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€ 27,33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9.110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€ 13,66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9.110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€ 27,33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Eigenbrakel,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 parkings · 9.110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johanmmk.github.io/gemeenten/Kaart_bedrijfsparkings_Eigenbrakel.html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Eigenbrakel.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9.110 auto’s op 280 slimme parkings in Eigenbrakel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BRAIN150 (150 kV), 1.4 km van Eigenbrakel.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Eigenbrakel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BRAIN150 (150 kV) — dichtste kopstation bij Eigenbrakel, op ± 1.4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Eigenbrakel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Eigenbrakel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Eigenbrakel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Eigenbrakel</dc:title>
  <dc:subject>PptxGenJS Presentation</dc:subject>
  <dc:creator>Fluctus</dc:creator>
  <cp:lastModifiedBy>Fluctus</cp:lastModifiedBy>
  <cp:revision>1</cp:revision>
  <dcterms:created xsi:type="dcterms:W3CDTF">2026-06-23T22:54:57Z</dcterms:created>
  <dcterms:modified xsi:type="dcterms:W3CDTF">2026-06-23T22:54:57Z</dcterms:modified>
</cp:coreProperties>
</file>