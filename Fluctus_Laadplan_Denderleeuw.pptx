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8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3.xlsx"/></Relationships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enderleeuw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8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Denderleeuw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DENDERLEEUW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Denderleeuw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3.950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Denderleeuw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3.950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€ 5,92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€ 11,85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3.950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€ 5,92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3.950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€ 11,85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Denderleeuw,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parkings · 3.950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johanmmk.github.io/gemeenten/Kaart_bedrijfsparkings_Denderleeuw.html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Denderleeuw.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854 auto’s op 30 slimme parkings in Denderleeuw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ESSNE 70 (70 kV), 5 km van Denderleeuw.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Denderleeuw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ESSNE 70 (70 kV) — dichtste kopstation bij Denderleeuw, op ± 5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Denderleeuw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Denderleeuw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Denderleeuw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Denderleeuw</dc:title>
  <dc:subject>PptxGenJS Presentation</dc:subject>
  <dc:creator>Fluctus</dc:creator>
  <cp:lastModifiedBy>Fluctus</cp:lastModifiedBy>
  <cp:revision>1</cp:revision>
  <dcterms:created xsi:type="dcterms:W3CDTF">2026-06-23T23:33:52Z</dcterms:created>
  <dcterms:modified xsi:type="dcterms:W3CDTF">2026-06-23T23:33:52Z</dcterms:modified>
</cp:coreProperties>
</file>