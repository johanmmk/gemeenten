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7.xlsx"/></Relationships>
</file>

<file path=ppt/charts/chart3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uff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Ouffet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OUFFET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Ouffet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585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Ouffet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Ouffet,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parkings · 585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johanmmk.github.io/gemeenten/Kaart_bedrijfsparkings_Ouffet.html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Ouffet.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auto’s op 16 slimme parkings in Ouffet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ANTHI 70 (70 kV), 5.4 km van Ouffet.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Ouffet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ANTHI 70 (70 kV) — dichtste kopstation bij Ouffet, op ± 5.4 km. Flex ≈ 6.3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Ouffet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Ouffet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Ouffet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Ouffet</dc:title>
  <dc:subject>PptxGenJS Presentation</dc:subject>
  <dc:creator>Fluctus</dc:creator>
  <cp:lastModifiedBy>Fluctus</cp:lastModifiedBy>
  <cp:revision>1</cp:revision>
  <dcterms:created xsi:type="dcterms:W3CDTF">2026-06-24T01:52:59Z</dcterms:created>
  <dcterms:modified xsi:type="dcterms:W3CDTF">2026-06-24T01:52:59Z</dcterms:modified>
</cp:coreProperties>
</file>