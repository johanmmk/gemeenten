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7.xlsx"/></Relationships>
</file>

<file path=ppt/charts/chart5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r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WAREGEM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Waregem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21.986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Waregem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+ 384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21.986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€ 65,96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€ 65,96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Waregem,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615 parkings · 21.986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johanmmk.github.io/gemeenten/Kaart_bedrijfsparkings_Waregem.html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Waregem.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6.784 auto’s op 231 slimme parkings in Waregem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STBAV150 (150 kV), 3.6 km van Waregem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Waregem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STBAV150 (150 kV) — dichtste kopstation bij Waregem, op ± 3.6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Waregem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Waregem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Waregem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Waregem</dc:title>
  <dc:subject>PptxGenJS Presentation</dc:subject>
  <dc:creator>Fluctus</dc:creator>
  <cp:lastModifiedBy>Fluctus</cp:lastModifiedBy>
  <cp:revision>1</cp:revision>
  <dcterms:created xsi:type="dcterms:W3CDTF">2026-06-25T04:29:37Z</dcterms:created>
  <dcterms:modified xsi:type="dcterms:W3CDTF">2026-06-25T04:29:37Z</dcterms:modified>
</cp:coreProperties>
</file>