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8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8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2.xlsx"/></Relationships>
</file>

<file path=ppt/charts/chart1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ersta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8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Herstal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HERSTAL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Herstal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13.433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Herstal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+ 186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13.433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€ 20,15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€ 40,30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13.433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€ 20,15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13.433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€ 40,30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Herstal,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 parkings · 13.433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johanmmk.github.io/gemeenten/Kaart_bedrijfsparkings_Herstal.html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Herstal.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5.980 auto’s op 223 slimme parkings in Herstal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40% naar 67%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JUPIL220 (220 kV), 4 km van Herstal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Herstal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JUPIL220 (220 kV) — dichtste kopstation bij Herstal, op ± 4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Herstal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Herstal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Herstal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Herstal</dc:title>
  <dc:subject>PptxGenJS Presentation</dc:subject>
  <dc:creator>Fluctus</dc:creator>
  <cp:lastModifiedBy>Fluctus</cp:lastModifiedBy>
  <cp:revision>1</cp:revision>
  <dcterms:created xsi:type="dcterms:W3CDTF">2026-06-25T01:43:03Z</dcterms:created>
  <dcterms:modified xsi:type="dcterms:W3CDTF">2026-06-25T01:43:03Z</dcterms:modified>
</cp:coreProperties>
</file>