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4.xlsx"/></Relationships>
</file>

<file path=ppt/charts/chart4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pzulli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Opzullik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OPZULLIK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Opzullik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Opzullik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Opzullik,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parkings · 671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johanmmk.github.io/gemeenten/Kaart_bedrijfsparkings_Opzullik.html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Opzullik.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 auto’s op 23 slimme parkings in Opzullik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HOVES 70 (70 kV), 6.2 km van Opzullik.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Opzullik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HOVES 70 (70 kV) — dichtste kopstation bij Opzullik, op ± 6.2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Opzullik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Opzullik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Opzullik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Opzullik</dc:title>
  <dc:subject>PptxGenJS Presentation</dc:subject>
  <dc:creator>Fluctus</dc:creator>
  <cp:lastModifiedBy>Fluctus</cp:lastModifiedBy>
  <cp:revision>1</cp:revision>
  <dcterms:created xsi:type="dcterms:W3CDTF">2026-06-24T02:14:13Z</dcterms:created>
  <dcterms:modified xsi:type="dcterms:W3CDTF">2026-06-24T02:14:13Z</dcterms:modified>
</cp:coreProperties>
</file>