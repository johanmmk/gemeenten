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6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6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7.xlsx"/></Relationships>
</file>

<file path=ppt/charts/chart3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Quaregno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6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Quaregnon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QUAREGNON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Quaregnon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9.562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Quaregnon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9.562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€ 14,34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€ 28,69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9.562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€ 14,34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9.562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€ 28,69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Quaregnon,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 parkings · 9.562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johanmmk.github.io/gemeenten/Kaart_bedrijfsparkings_Quaregnon.html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Quaregnon.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2.480 auto’s op 63 slimme parkings in Quaregnon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JEMAP 70 (70 kV), 2.2 km van Quaregnon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Quaregnon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JEMAP 70 (70 kV) — dichtste kopstation bij Quaregnon, op ± 2.2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Quaregnon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Quaregnon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Quaregnon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Quaregnon</dc:title>
  <dc:subject>PptxGenJS Presentation</dc:subject>
  <dc:creator>Fluctus</dc:creator>
  <cp:lastModifiedBy>Fluctus</cp:lastModifiedBy>
  <cp:revision>1</cp:revision>
  <dcterms:created xsi:type="dcterms:W3CDTF">2026-06-25T03:15:21Z</dcterms:created>
  <dcterms:modified xsi:type="dcterms:W3CDTF">2026-06-25T03:15:21Z</dcterms:modified>
</cp:coreProperties>
</file>