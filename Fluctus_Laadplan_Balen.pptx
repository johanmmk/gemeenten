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 parkings · 5.887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Balen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5.8 km van Balen.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Balen, op ± 5.8 km.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Balen</dc:title>
  <dc:subject>PptxGenJS Presentation</dc:subject>
  <dc:creator>Fluctus</dc:creator>
  <cp:lastModifiedBy>Fluctus</cp:lastModifiedBy>
  <cp:revision>1</cp:revision>
  <dcterms:created xsi:type="dcterms:W3CDTF">2026-06-23T22:17:17Z</dcterms:created>
  <dcterms:modified xsi:type="dcterms:W3CDTF">2026-06-23T22:17:17Z</dcterms:modified>
</cp:coreProperties>
</file>