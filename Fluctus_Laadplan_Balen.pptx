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al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BALEN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Balen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6.018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Balen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6.018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€ 9,03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€ 18,05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6.018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€ 9,03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6.018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€ 18,05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Balen,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 parkings · 6.018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johanmmk.github.io/gemeenten/Kaart_bedrijfsparkings_Balen.html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Balen.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2.017 auto’s op 58 slimme parkings in Balen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BALEN150 (150 kV), 5.8 km van Balen.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Balen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BALEN150 (150 kV) — dichtste kopstation bij Balen, op ± 5.8 km.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Balen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Balen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Balen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Balen</dc:title>
  <dc:subject>PptxGenJS Presentation</dc:subject>
  <dc:creator>Fluctus</dc:creator>
  <cp:lastModifiedBy>Fluctus</cp:lastModifiedBy>
  <cp:revision>1</cp:revision>
  <dcterms:created xsi:type="dcterms:W3CDTF">2026-06-24T23:52:21Z</dcterms:created>
  <dcterms:modified xsi:type="dcterms:W3CDTF">2026-06-24T23:52:21Z</dcterms:modified>
</cp:coreProperties>
</file>