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2.xlsx"/></Relationships>
</file>

<file path=ppt/charts/chart5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rdooi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Ardooie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ARDOOIE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Ardooie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10.902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Ardooie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Ardooie,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291 parkings · 10.902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johanmmk.github.io/gemeenten/Kaart_bedrijfsparkings_Ardooie.html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Ardooie.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1.954 auto’s op 63 slimme parkings in Ardooie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PITEM150 (150 kV), 4.6 km van Ardooie.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Ardooie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PITEM150 (150 kV) — dichtste kopstation bij Ardooie, op ± 4.6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Ardooie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Ardooie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Ardooie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Ardooie</dc:title>
  <dc:subject>PptxGenJS Presentation</dc:subject>
  <dc:creator>Fluctus</dc:creator>
  <cp:lastModifiedBy>Fluctus</cp:lastModifiedBy>
  <cp:revision>1</cp:revision>
  <dcterms:created xsi:type="dcterms:W3CDTF">2026-06-24T03:58:36Z</dcterms:created>
  <dcterms:modified xsi:type="dcterms:W3CDTF">2026-06-24T03:58:36Z</dcterms:modified>
</cp:coreProperties>
</file>