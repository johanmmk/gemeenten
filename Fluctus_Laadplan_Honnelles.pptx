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9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9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1.xlsx"/></Relationships>
</file>

<file path=ppt/charts/chart19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37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onnelle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9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Honnelles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HONNELLES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Honnelles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1.208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Honnelles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1.208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€ 1,81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€ 3,62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1.208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€ 1,81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1.208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€ 3,62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Honnelles,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parkings · 1.208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johanmmk.github.io/gemeenten/Kaart_bedrijfsparkings_Honnelles.html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Honnelles.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auto’s op 6 slimme parkings in Honnelles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37%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PATUR 70 (70 kV), 10.6 km van Honnelles.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Honnelles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PATUR 70 (70 kV) — dichtste kopstation bij Honnelles, op ± 10.6 km. Flex ≈ 1.9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Honnelles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Honnelles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Honnelles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Honnelles</dc:title>
  <dc:subject>PptxGenJS Presentation</dc:subject>
  <dc:creator>Fluctus</dc:creator>
  <cp:lastModifiedBy>Fluctus</cp:lastModifiedBy>
  <cp:revision>1</cp:revision>
  <dcterms:created xsi:type="dcterms:W3CDTF">2026-06-25T01:52:33Z</dcterms:created>
  <dcterms:modified xsi:type="dcterms:W3CDTF">2026-06-25T01:52:33Z</dcterms:modified>
</cp:coreProperties>
</file>