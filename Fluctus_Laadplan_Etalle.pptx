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5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5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53.xlsx"/></Relationships>
</file>

<file path=ppt/charts/chart5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Etall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5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Étalle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ÉTALLE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Étalle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1.352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Étalle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1.352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€ 2,03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€ 4,06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1.352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€ 2,03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1.352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€ 4,06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Étalle,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parkings · 1.352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johanmmk.github.io/gemeenten/Kaart_bedrijfsparkings_Etalle.html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Étalle.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550 auto’s op 18 slimme parkings in Étalle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36%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VISEM 70 (70 kV), 4.7 km van Étalle.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Étalle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VISEM 70 (70 kV) — dichtste kopstation bij Étalle, op ± 4.7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Étalle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Étalle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Étalle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Étalle</dc:title>
  <dc:subject>PptxGenJS Presentation</dc:subject>
  <dc:creator>Fluctus</dc:creator>
  <cp:lastModifiedBy>Fluctus</cp:lastModifiedBy>
  <cp:revision>1</cp:revision>
  <dcterms:created xsi:type="dcterms:W3CDTF">2026-06-25T04:43:37Z</dcterms:created>
  <dcterms:modified xsi:type="dcterms:W3CDTF">2026-06-25T04:43:37Z</dcterms:modified>
</cp:coreProperties>
</file>