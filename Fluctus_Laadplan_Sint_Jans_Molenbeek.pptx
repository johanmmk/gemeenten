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9.xlsx"/></Relationships>
</file>

<file path=ppt/charts/chart3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Jans_Molen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Sint-Jans-Molenbeek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SINT-JANS-MOLENBEEK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Sint-Jans-Molenbeek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35.601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Sint-Jans-Molenbeek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€ 53,40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€ 106,80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€ 53,40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€ 106,80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Sint-Jans-Molenbeek,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805 parkings · 35.601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johanmmk.github.io/gemeenten/Kaart_bedrijfsparkings_Sint_Jans_Molenbeek.html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Sint-Jans-Molenbeek.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35.601 auto’s op 805 slimme parkings in Sint-Jans-Molenbeek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5.5 km van Sint-Jans-Molenbeek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Sint-Jans-Molenbeek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Sint-Jans-Molenbeek, op ± 5.5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Sint-Jans-Molenbeek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Sint-Jans-Molenbeek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Sint-Jans-Molenbeek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Sint-Jans-Molenbeek</dc:title>
  <dc:subject>PptxGenJS Presentation</dc:subject>
  <dc:creator>Fluctus</dc:creator>
  <cp:lastModifiedBy>Fluctus</cp:lastModifiedBy>
  <cp:revision>1</cp:revision>
  <dcterms:created xsi:type="dcterms:W3CDTF">2026-06-25T02:37:13Z</dcterms:created>
  <dcterms:modified xsi:type="dcterms:W3CDTF">2026-06-25T02:37:13Z</dcterms:modified>
</cp:coreProperties>
</file>