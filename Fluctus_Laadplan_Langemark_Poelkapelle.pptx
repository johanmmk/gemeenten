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4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6.xlsx"/></Relationships>
</file>

<file path=ppt/charts/chart2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angemark_Poelkape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4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Langemark-Poelkapelle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LANGEMARK-POELKAPELLE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Langemark-Poelkapelle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4.033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Langemark-Poelkapelle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4.033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€ 12,10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4.033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4.033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€ 12,10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Langemark-Poelkapelle,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 parkings · 4.033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johanmmk.github.io/gemeenten/Kaart_bedrijfsparkings_Langemark_Poelkapelle.html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Langemark-Poelkapelle.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364 auto’s op 17 slimme parkings in Langemark-Poelkapelle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IEPER150 (150 kV), 8.9 km van Langemark-Poelkapelle.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Langemark-Poelkapelle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IEPER150 (150 kV) — dichtste kopstation bij Langemark-Poelkapelle, op ± 8.9 km. Flex ≈ 7.6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Langemark-Poelkapelle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Langemark-Poelkapelle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Langemark-Poelkapelle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Langemark-Poelkapelle</dc:title>
  <dc:subject>PptxGenJS Presentation</dc:subject>
  <dc:creator>Fluctus</dc:creator>
  <cp:lastModifiedBy>Fluctus</cp:lastModifiedBy>
  <cp:revision>1</cp:revision>
  <dcterms:created xsi:type="dcterms:W3CDTF">2026-06-25T02:16:32Z</dcterms:created>
  <dcterms:modified xsi:type="dcterms:W3CDTF">2026-06-25T02:16:32Z</dcterms:modified>
</cp:coreProperties>
</file>