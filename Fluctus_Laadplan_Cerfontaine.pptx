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erfontai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Cerfontaine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CERFONTAINE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Cerfontaine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442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Cerfontaine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Cerfontaine,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parkings · 442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johanmmk.github.io/gemeenten/Kaart_bedrijfsparkings_Cerfontaine.html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Cerfontaine.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 auto’s op 6 slimme parkings in Cerfontaine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PLATE150 (150 kV), 3 km van Cerfontaine.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Cerfontaine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PLATE150 (150 kV) — dichtste kopstation bij Cerfontaine, op ± 3 km. Flex ≈ 3.9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Cerfontaine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Cerfontaine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Cerfontaine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Cerfontaine</dc:title>
  <dc:subject>PptxGenJS Presentation</dc:subject>
  <dc:creator>Fluctus</dc:creator>
  <cp:lastModifiedBy>Fluctus</cp:lastModifiedBy>
  <cp:revision>1</cp:revision>
  <dcterms:created xsi:type="dcterms:W3CDTF">2026-06-25T00:31:48Z</dcterms:created>
  <dcterms:modified xsi:type="dcterms:W3CDTF">2026-06-25T00:31:48Z</dcterms:modified>
</cp:coreProperties>
</file>