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7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7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9.xlsx"/></Relationships>
</file>

<file path=ppt/charts/chart1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erk_de_Stad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7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Herk-de-Stad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HERK-DE-STAD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Herk-de-Stad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4.375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Herk-de-Stad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4.375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€ 6,56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€ 13,13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4.375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€ 6,56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4.375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€ 13,13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Herk-de-Stad,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 parkings · 4.375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johanmmk.github.io/gemeenten/Kaart_bedrijfsparkings_Herk_de_Stad.html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Herk-de-Stad.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959 auto’s op 38 slimme parkings in Herk-de-Stad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ALKEN 70 (70 kV), 10 km van Herk-de-Stad.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Herk-de-Stad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ALKEN 70 (70 kV) — dichtste kopstation bij Herk-de-Stad, op ± 10 km.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Herk-de-Stad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Herk-de-Stad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Herk-de-Stad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Herk-de-Stad</dc:title>
  <dc:subject>PptxGenJS Presentation</dc:subject>
  <dc:creator>Fluctus</dc:creator>
  <cp:lastModifiedBy>Fluctus</cp:lastModifiedBy>
  <cp:revision>1</cp:revision>
  <dcterms:created xsi:type="dcterms:W3CDTF">2026-06-25T01:42:18Z</dcterms:created>
  <dcterms:modified xsi:type="dcterms:W3CDTF">2026-06-25T01:42:18Z</dcterms:modified>
</cp:coreProperties>
</file>