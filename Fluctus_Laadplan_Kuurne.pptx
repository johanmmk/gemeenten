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3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8.xlsx"/></Relationships>
</file>

<file path=ppt/charts/chart2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uur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3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Kuurne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KUURNE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Kuurne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9.321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Kuurne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+ 178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9.321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€ 13,98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€ 27,96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€ 13,98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€ 27,96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Kuurne,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 parkings · 9.321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johanmmk.github.io/gemeenten/Kaart_bedrijfsparkings_Kuurne.html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Kuurne.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2.090 auto’s op 67 slimme parkings in Kuurne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HAREL 36 (36 kV), 2.9 km van Kuurne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Kuurne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HAREL 36 (36 kV) — dichtste kopstation bij Kuurne, op ± 2.9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Kuurne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Kuurne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Kuurne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Kuurne</dc:title>
  <dc:subject>PptxGenJS Presentation</dc:subject>
  <dc:creator>Fluctus</dc:creator>
  <cp:lastModifiedBy>Fluctus</cp:lastModifiedBy>
  <cp:revision>1</cp:revision>
  <dcterms:created xsi:type="dcterms:W3CDTF">2026-06-24T01:03:51Z</dcterms:created>
  <dcterms:modified xsi:type="dcterms:W3CDTF">2026-06-24T01:03:51Z</dcterms:modified>
</cp:coreProperties>
</file>