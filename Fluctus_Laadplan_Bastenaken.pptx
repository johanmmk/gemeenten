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5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5.xlsx"/></Relationships>
</file>

<file path=ppt/charts/chart5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astenak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5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Bastenaken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BASTENAKEN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Bastenaken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1.584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Bastenaken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1.584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1.584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€ 4,75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Bastenaken,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parkings · 1.584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johanmmk.github.io/gemeenten/Kaart_bedrijfsparkings_Bastenaken.html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Bastenaken.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1.584 auto’s op 42 slimme parkings in Bastenaken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VILLE 70 (70 kV), 7.4 km van Bastenaken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Bastenaken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VILLE 70 (70 kV) — dichtste kopstation bij Bastenaken, op ± 7.4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Bastenaken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Bastenaken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Bastenaken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Bastenaken</dc:title>
  <dc:subject>PptxGenJS Presentation</dc:subject>
  <dc:creator>Fluctus</dc:creator>
  <cp:lastModifiedBy>Fluctus</cp:lastModifiedBy>
  <cp:revision>1</cp:revision>
  <dcterms:created xsi:type="dcterms:W3CDTF">2026-06-25T04:44:25Z</dcterms:created>
  <dcterms:modified xsi:type="dcterms:W3CDTF">2026-06-25T04:44:25Z</dcterms:modified>
</cp:coreProperties>
</file>