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7.xlsx"/></Relationships>
</file>

<file path=ppt/charts/chart1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ental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Herentals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Herentals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7.701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Herentals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€ 23,10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€ 23,10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Herentals,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 parkings · 7.701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johanmmk.github.io/gemeenten/Kaart_bedrijfsparkings_Herentals.html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Herentals.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3.459 auto’s op 102 slimme parkings in Herentals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HEOUT 70 (70 kV), 1.9 km van Herentals.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Herentals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HEOUT 70 (70 kV) — dichtste kopstation bij Herentals, op ± 1.9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Herentals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Herentals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Herentals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Herentals</dc:title>
  <dc:subject>PptxGenJS Presentation</dc:subject>
  <dc:creator>Fluctus</dc:creator>
  <cp:lastModifiedBy>Fluctus</cp:lastModifiedBy>
  <cp:revision>1</cp:revision>
  <dcterms:created xsi:type="dcterms:W3CDTF">2026-06-25T01:41:25Z</dcterms:created>
  <dcterms:modified xsi:type="dcterms:W3CDTF">2026-06-25T01:41:25Z</dcterms:modified>
</cp:coreProperties>
</file>