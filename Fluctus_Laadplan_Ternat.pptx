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2.xlsx"/></Relationships>
</file>

<file path=ppt/charts/chart4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erna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Ternat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TERNAT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Ternat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3.773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Ternat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Ternat,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parkings · 3.773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johanmmk.github.io/gemeenten/Kaart_bedrijfsparkings_Ternat.html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Ternat.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1.991 auto’s op 71 slimme parkings in Ternat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ESSNE 70 (70 kV), 3.6 km van Ternat.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Ternat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ESSNE 70 (70 kV) — dichtste kopstation bij Ternat, op ± 3.6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Ternat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Ternat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Ternat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Ternat</dc:title>
  <dc:subject>PptxGenJS Presentation</dc:subject>
  <dc:creator>Fluctus</dc:creator>
  <cp:lastModifiedBy>Fluctus</cp:lastModifiedBy>
  <cp:revision>1</cp:revision>
  <dcterms:created xsi:type="dcterms:W3CDTF">2026-06-25T03:35:46Z</dcterms:created>
  <dcterms:modified xsi:type="dcterms:W3CDTF">2026-06-25T03:35:46Z</dcterms:modified>
</cp:coreProperties>
</file>