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1.xlsx"/></Relationships>
</file>

<file path=ppt/charts/chart3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esela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Roeselare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ROESELARE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Roeselare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17.691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Roeselare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€ 26,54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€ 53,07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€ 26,54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€ 53,07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Roeselare,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635 parkings · 17.691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johanmmk.github.io/gemeenten/Kaart_bedrijfsparkings_Roeselare.html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Roeselare.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9.480 auto’s op 425 slimme parkings in Roeselare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BVREN150 (150 kV), 2.5 km van Roeselare.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Roeselare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BVREN150 (150 kV) — dichtste kopstation bij Roeselare, op ± 2.5 km.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Roeselare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Roeselare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Roeselare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Roeselare</dc:title>
  <dc:subject>PptxGenJS Presentation</dc:subject>
  <dc:creator>Fluctus</dc:creator>
  <cp:lastModifiedBy>Fluctus</cp:lastModifiedBy>
  <cp:revision>1</cp:revision>
  <dcterms:created xsi:type="dcterms:W3CDTF">2026-06-24T01:59:41Z</dcterms:created>
  <dcterms:modified xsi:type="dcterms:W3CDTF">2026-06-24T01:59:41Z</dcterms:modified>
</cp:coreProperties>
</file>