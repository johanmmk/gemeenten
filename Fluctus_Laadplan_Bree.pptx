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3.599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Bree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Bree,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parkings · 3.599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johanmmk.github.io/gemeenten/Kaart_bedrijfsparkings_Bree.html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Bree.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1.825 auto’s op 65 slimme parkings in Bree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GERDI 70 (70 kV), 3.9 km van Bree.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Bree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GERDI 70 (70 kV) — dichtste kopstation bij Bree, op ± 3.9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Bree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Bree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Bree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Bree</dc:title>
  <dc:subject>PptxGenJS Presentation</dc:subject>
  <dc:creator>Fluctus</dc:creator>
  <cp:lastModifiedBy>Fluctus</cp:lastModifiedBy>
  <cp:revision>1</cp:revision>
  <dcterms:created xsi:type="dcterms:W3CDTF">2026-06-24T23:51:19Z</dcterms:created>
  <dcterms:modified xsi:type="dcterms:W3CDTF">2026-06-24T23:51:19Z</dcterms:modified>
</cp:coreProperties>
</file>