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0.xlsx"/></Relationships>
</file>

<file path=ppt/charts/chart4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piere_Helkij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Spiere-Helkijn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SPIERE-HELKIJN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Spiere-Helkijn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2.038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Spiere-Helkijn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Spiere-Helkijn,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parkings · 2.038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johanmmk.github.io/gemeenten/Kaart_bedrijfsparkings_Spiere_Helkijn.html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Spiere-Helkijn.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472 auto’s op 10 slimme parkings in Spiere-Helkijn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44%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MOUSC150 (150 kV), 8.9 km van Spiere-Helkijn.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Spiere-Helkijn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MOUSC150 (150 kV) — dichtste kopstation bij Spiere-Helkijn, op ± 8.9 km. Flex ≈ 9.9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Spiere-Helkijn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Spiere-Helkijn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Spiere-Helkijn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Spiere-Helkijn</dc:title>
  <dc:subject>PptxGenJS Presentation</dc:subject>
  <dc:creator>Fluctus</dc:creator>
  <cp:lastModifiedBy>Fluctus</cp:lastModifiedBy>
  <cp:revision>1</cp:revision>
  <dcterms:created xsi:type="dcterms:W3CDTF">2026-06-24T02:29:21Z</dcterms:created>
  <dcterms:modified xsi:type="dcterms:W3CDTF">2026-06-24T02:29:21Z</dcterms:modified>
</cp:coreProperties>
</file>