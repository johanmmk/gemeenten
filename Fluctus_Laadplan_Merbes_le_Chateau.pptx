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0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0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0.xlsx"/></Relationships>
</file>

<file path=ppt/charts/chart3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erbes_le_Chateau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0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Merbes-le-Château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MERBES-LE-CHÂTEAU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Merbes-le-Château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1.506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Merbes-le-Château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1.506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€ 4,52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€ 4,52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Merbes-le-Château,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parkings · 1.506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johanmmk.github.io/gemeenten/Kaart_bedrijfsparkings_Merbes_le_Chateau.html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Merbes-le-Château.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228 auto’s op 5 slimme parkings in Merbes-le-Château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LOBBE 70 (70 kV), 6 km van Merbes-le-Château.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Merbes-le-Château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LOBBE 70 (70 kV) — dichtste kopstation bij Merbes-le-Château, op ± 6 km. Flex ≈ 4.8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Merbes-le-Château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Merbes-le-Château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Merbes-le-Château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Merbes-le-Château</dc:title>
  <dc:subject>PptxGenJS Presentation</dc:subject>
  <dc:creator>Fluctus</dc:creator>
  <cp:lastModifiedBy>Fluctus</cp:lastModifiedBy>
  <cp:revision>1</cp:revision>
  <dcterms:created xsi:type="dcterms:W3CDTF">2026-06-24T01:28:21Z</dcterms:created>
  <dcterms:modified xsi:type="dcterms:W3CDTF">2026-06-24T01:28:21Z</dcterms:modified>
</cp:coreProperties>
</file>