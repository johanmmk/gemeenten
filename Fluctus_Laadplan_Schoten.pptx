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1.xlsx"/>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chot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Schoten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SCHOTEN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Schoten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8.112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Schoten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€ 24,34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8.112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8.112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€ 24,34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Schoten,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parkings · 8.112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johanmmk.github.io/gemeenten/Kaart_bedrijfsparkings_Schoten.html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Schoten.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2.207 auto’s op 60 slimme parkings in Schoten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ZUREN150 (150 kV), 8 km van Schoten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Schoten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ZUREN150 (150 kV) — dichtste kopstation bij Schoten, op ± 8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Schoten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Schoten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Schoten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Schoten</dc:title>
  <dc:subject>PptxGenJS Presentation</dc:subject>
  <dc:creator>Fluctus</dc:creator>
  <cp:lastModifiedBy>Fluctus</cp:lastModifiedBy>
  <cp:revision>1</cp:revision>
  <dcterms:created xsi:type="dcterms:W3CDTF">2026-06-24T02:11:50Z</dcterms:created>
  <dcterms:modified xsi:type="dcterms:W3CDTF">2026-06-24T02:11:50Z</dcterms:modified>
</cp:coreProperties>
</file>