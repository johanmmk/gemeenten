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80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8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0.xlsx"/></Relationships>
</file>

<file path=ppt/charts/chart18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35</c:v>
                </c:pt>
                <c:pt idx="1">
                  <c:v>39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Heron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180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Héron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HÉRON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Héron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2.073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Héron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+ 50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2.073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€ 3,11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€ 6,22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2.073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€ 3,11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2.073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€ 6,22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Héron,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 parkings · 2.073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johanmmk.github.io/gemeenten/Kaart_bedrijfsparkings_Heron.html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Héron.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 auto’s op 5 slimme parkings in Héron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35% naar 39%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SEILL 70 (70 kV), 4.3 km van Héron.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Héron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SEILL 70 (70 kV) — dichtste kopstation bij Héron, op ± 4.3 km. Flex ≈ 1.6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Héron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+11%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Héron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+11%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Héron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Héron</dc:title>
  <dc:subject>PptxGenJS Presentation</dc:subject>
  <dc:creator>Fluctus</dc:creator>
  <cp:lastModifiedBy>Fluctus</cp:lastModifiedBy>
  <cp:revision>1</cp:revision>
  <dcterms:created xsi:type="dcterms:W3CDTF">2026-06-25T01:42:26Z</dcterms:created>
  <dcterms:modified xsi:type="dcterms:W3CDTF">2026-06-25T01:42:26Z</dcterms:modified>
</cp:coreProperties>
</file>