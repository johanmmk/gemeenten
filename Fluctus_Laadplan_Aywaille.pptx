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2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8.xlsx"/></Relationships>
</file>

<file path=ppt/charts/chart5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ywa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2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Aywaille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AYWAILLE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Aywaille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Aywaille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Aywaille,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1.150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johanmmk.github.io/gemeenten/Kaart_bedrijfsparkings_Aywaille.html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Aywaille.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734 auto’s op 26 slimme parkings in Aywaille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ESNEU 70 (70 kV), 10.3 km van Aywaille.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Aywaille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ESNEU 70 (70 kV) — dichtste kopstation bij Aywaille, op ± 10.3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Aywaille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Aywaille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Aywaille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Aywaille</dc:title>
  <dc:subject>PptxGenJS Presentation</dc:subject>
  <dc:creator>Fluctus</dc:creator>
  <cp:lastModifiedBy>Fluctus</cp:lastModifiedBy>
  <cp:revision>1</cp:revision>
  <dcterms:created xsi:type="dcterms:W3CDTF">2026-06-25T04:23:38Z</dcterms:created>
  <dcterms:modified xsi:type="dcterms:W3CDTF">2026-06-25T04:23:38Z</dcterms:modified>
</cp:coreProperties>
</file>