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7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7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77.xlsx"/></Relationships>
</file>

<file path=ppt/charts/chart47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int_Pieters_Woluw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7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Sint-Pieters-Woluwe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SINT-PIETERS-WOLUWE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Sint-Pieters-Woluwe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27.449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Sint-Pieters-Woluwe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27.449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€ 41,17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€ 82,35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27.449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€ 41,17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27.449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€ 82,35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Sint-Pieters-Woluwe,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593 parkings · 27.449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johanmmk.github.io/gemeenten/Kaart_bedrijfsparkings_Sint_Pieters_Woluwe.html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Sint-Pieters-Woluwe.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27.449 auto’s op 593 slimme parkings in Sint-Pieters-Woluwe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JOSAP 36 (36 kV), 4.4 km van Sint-Pieters-Woluwe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Sint-Pieters-Woluwe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JOSAP 36 (36 kV) — dichtste kopstation bij Sint-Pieters-Woluwe, op ± 4.4 km (laagste load van de cluster &lt;5 km).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Sint-Pieters-Woluwe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Sint-Pieters-Woluwe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Sint-Pieters-Woluwe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Sint-Pieters-Woluwe</dc:title>
  <dc:subject>PptxGenJS Presentation</dc:subject>
  <dc:creator>Fluctus</dc:creator>
  <cp:lastModifiedBy>Fluctus</cp:lastModifiedBy>
  <cp:revision>1</cp:revision>
  <dcterms:created xsi:type="dcterms:W3CDTF">2026-06-25T03:48:24Z</dcterms:created>
  <dcterms:modified xsi:type="dcterms:W3CDTF">2026-06-25T03:48:24Z</dcterms:modified>
</cp:coreProperties>
</file>