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5.xlsx"/></Relationships>
</file>

<file path=ppt/charts/chart1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tt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Hotton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HOTTON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Hotton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761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Hotton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Hotton,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parkings · 761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johanmmk.github.io/gemeenten/Kaart_bedrijfsparkings_Hotton.html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Hotton.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 auto’s op 15 slimme parkings in Hotton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MARFA 70 (70 kV), 6.9 km van Hotton.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Hotton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MARFA 70 (70 kV) — dichtste kopstation bij Hotton, op ± 6.9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Hotton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Hotton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Hotton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Hotton</dc:title>
  <dc:subject>PptxGenJS Presentation</dc:subject>
  <dc:creator>Fluctus</dc:creator>
  <cp:lastModifiedBy>Fluctus</cp:lastModifiedBy>
  <cp:revision>1</cp:revision>
  <dcterms:created xsi:type="dcterms:W3CDTF">2026-06-24T00:47:00Z</dcterms:created>
  <dcterms:modified xsi:type="dcterms:W3CDTF">2026-06-24T00:47:00Z</dcterms:modified>
</cp:coreProperties>
</file>