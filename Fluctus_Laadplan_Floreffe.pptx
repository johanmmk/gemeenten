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2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7.xlsx"/></Relationships>
</file>

<file path=ppt/charts/chart1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Floreff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2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Floreffe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FLOREFFE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Floreffe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3.304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Floreffe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3.304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€ 4,96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€ 9,91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3.304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€ 4,96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3.304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€ 9,91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Floreffe,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 parkings · 3.304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johanmmk.github.io/gemeenten/Kaart_bedrijfsparkings_Floreffe.html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Floreffe.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875 auto’s op 41 slimme parkings in Floreffe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NAMUR 70 (70 kV), 6.3 km van Floreffe.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Floreffe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NAMUR 70 (70 kV) — dichtste kopstation bij Floreffe, op ± 6.3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Floreffe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Floreffe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Floreffe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Floreffe</dc:title>
  <dc:subject>PptxGenJS Presentation</dc:subject>
  <dc:creator>Fluctus</dc:creator>
  <cp:lastModifiedBy>Fluctus</cp:lastModifiedBy>
  <cp:revision>1</cp:revision>
  <dcterms:created xsi:type="dcterms:W3CDTF">2026-06-25T01:05:36Z</dcterms:created>
  <dcterms:modified xsi:type="dcterms:W3CDTF">2026-06-25T01:05:36Z</dcterms:modified>
</cp:coreProperties>
</file>