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7.xlsx"/></Relationships>
</file>

<file path=ppt/charts/chart2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Itte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Itter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ITTER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Itter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1.408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Itter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1.408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Itter,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parkings · 1.408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johanmmk.github.io/gemeenten/Kaart_bedrijfsparkings_Itter.html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Itter.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 auto’s op 9 slimme parkings in Itter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OISQU150 (150 kV), 3.1 km van Itter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Itter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OISQU150 (150 kV) — dichtste kopstation bij Itter, op ± 3.1 km (laagste load van de cluster &lt;5 km). Flex ≈ 4.9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Itter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Itter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Itter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Itter</dc:title>
  <dc:subject>PptxGenJS Presentation</dc:subject>
  <dc:creator>Fluctus</dc:creator>
  <cp:lastModifiedBy>Fluctus</cp:lastModifiedBy>
  <cp:revision>1</cp:revision>
  <dcterms:created xsi:type="dcterms:W3CDTF">2026-06-25T01:59:17Z</dcterms:created>
  <dcterms:modified xsi:type="dcterms:W3CDTF">2026-06-25T01:59:17Z</dcterms:modified>
</cp:coreProperties>
</file>