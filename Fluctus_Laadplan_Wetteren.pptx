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6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6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68.xlsx"/></Relationships>
</file>

<file path=ppt/charts/chart46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66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Wetter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6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Wetteren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WETTEREN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Wetteren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5.303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Wetteren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+ 60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5.303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€ 7,95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€ 15,91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5.303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€ 7,95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5.303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€ 15,91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Wetteren,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 parkings · 5.303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johanmmk.github.io/gemeenten/Kaart_bedrijfsparkings_Wetteren.html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Wetteren.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2.965 auto’s op 108 slimme parkings in Wetteren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37% naar 66%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KWATW 36 (36 kV), 2.8 km van Wetteren.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Wetteren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KWATW 36 (36 kV) — dichtste kopstation bij Wetteren, op ± 2.8 km.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Wetteren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Wetteren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Wetteren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Wetteren</dc:title>
  <dc:subject>PptxGenJS Presentation</dc:subject>
  <dc:creator>Fluctus</dc:creator>
  <cp:lastModifiedBy>Fluctus</cp:lastModifiedBy>
  <cp:revision>1</cp:revision>
  <dcterms:created xsi:type="dcterms:W3CDTF">2026-06-24T03:14:40Z</dcterms:created>
  <dcterms:modified xsi:type="dcterms:W3CDTF">2026-06-24T03:14:40Z</dcterms:modified>
</cp:coreProperties>
</file>