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alh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Dalhem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DALHEM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Dalhem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Dalhem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Dalhem,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parkings · 1.806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johanmmk.github.io/gemeenten/Kaart_bedrijfsparkings_Dalhem.html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Dalhem.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 auto’s op 12 slimme parkings in Dalhem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LIXHE150 (150 kV), 7 km van Dalhem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Dalhem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LIXHE150 (150 kV) — dichtste kopstation bij Dalhem, op ± 7 km (laagste load van de cluster &lt;5 km). Flex ≈ 8.5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Dalhem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Dalhem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Dalhem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Dalhem</dc:title>
  <dc:subject>PptxGenJS Presentation</dc:subject>
  <dc:creator>Fluctus</dc:creator>
  <cp:lastModifiedBy>Fluctus</cp:lastModifiedBy>
  <cp:revision>1</cp:revision>
  <dcterms:created xsi:type="dcterms:W3CDTF">2026-06-23T23:25:18Z</dcterms:created>
  <dcterms:modified xsi:type="dcterms:W3CDTF">2026-06-23T23:25:18Z</dcterms:modified>
</cp:coreProperties>
</file>