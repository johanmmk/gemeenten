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6.xlsx"/></Relationships>
</file>

<file path=ppt/charts/chart1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ach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Haacht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Haacht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Haacht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Haacht,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parkings · 5.290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johanmmk.github.io/gemeenten/Kaart_bedrijfsparkings_Haacht.html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Haacht.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 auto’s op 24 slimme parkings in Haacht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WILSE150 (150 kV), 8.4 km van Haacht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Haacht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WILSE150 (150 kV) — dichtste kopstation bij Haacht, op ± 8.4 km (laagste load van de cluster &lt;5 km). Flex ≈ 17.7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Haacht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Haacht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Haacht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Haacht</dc:title>
  <dc:subject>PptxGenJS Presentation</dc:subject>
  <dc:creator>Fluctus</dc:creator>
  <cp:lastModifiedBy>Fluctus</cp:lastModifiedBy>
  <cp:revision>1</cp:revision>
  <dcterms:created xsi:type="dcterms:W3CDTF">2026-06-25T01:29:29Z</dcterms:created>
  <dcterms:modified xsi:type="dcterms:W3CDTF">2026-06-25T01:29:29Z</dcterms:modified>
</cp:coreProperties>
</file>