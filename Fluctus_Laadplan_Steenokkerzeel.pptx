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2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6.xlsx"/></Relationships>
</file>

<file path=ppt/charts/chart4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</c:v>
                </c:pt>
                <c:pt idx="1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teenokkerze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2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Steenokkerzeel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STEENOKKERZEEL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Steenokkerzeel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5.883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Steenokkerzeel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5.883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€ 8,82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€ 17,65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5.883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€ 8,82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5.883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€ 17,65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Steenokkerzeel,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 parkings · 5.883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johanmmk.github.io/gemeenten/Kaart_bedrijfsparkings_Steenokkerzeel.html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Steenokkerzeel.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1.273 auto’s op 31 slimme parkings in Steenokkerzeel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44% naar 69%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HARYD 36 (36 kV), 6.8 km van Steenokkerzeel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Steenokkerzeel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HARYD 36 (36 kV) — dichtste kopstation bij Steenokkerzeel, op ± 6.8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Steenokkerzeel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Steenokkerzeel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Steenokkerzeel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Steenokkerzeel</dc:title>
  <dc:subject>PptxGenJS Presentation</dc:subject>
  <dc:creator>Fluctus</dc:creator>
  <cp:lastModifiedBy>Fluctus</cp:lastModifiedBy>
  <cp:revision>1</cp:revision>
  <dcterms:created xsi:type="dcterms:W3CDTF">2026-06-25T03:34:52Z</dcterms:created>
  <dcterms:modified xsi:type="dcterms:W3CDTF">2026-06-25T03:34:52Z</dcterms:modified>
</cp:coreProperties>
</file>