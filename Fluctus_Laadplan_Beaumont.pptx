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Beaumont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BEAUMONT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Beaumont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Beaumont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Beaumont,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49436" y="283733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49436" y="2837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49211" y="283860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49211" y="283860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49196" y="28386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196" y="28386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49240" y="28387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49240" y="28387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49114" y="28341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49114" y="28341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49152" y="28340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49152" y="28340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21800" y="281131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1800" y="28113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22106" y="280959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2106" y="28095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21699" y="280638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21699" y="28063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21681" y="280620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21681" y="280620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22165" y="281304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2165" y="2813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21812" y="281136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21812" y="28113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21841" y="280629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1841" y="28062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21162" y="280867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21162" y="28086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21436" y="280644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21436" y="28064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21657" y="28064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21657" y="28064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22392" y="281010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22392" y="2810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21917" y="281093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21917" y="281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22179" y="280909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22179" y="280909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21894" y="280827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21894" y="2808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85239" y="276985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85239" y="27698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85092" y="276955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85092" y="27695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85083" y="276956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85083" y="27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26929" y="288537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26929" y="288537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14466" y="3031450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14466" y="30314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71970" y="313103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71970" y="313103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74647" y="283145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74647" y="28314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92087" y="247394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92087" y="24739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373875" y="2319205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373875" y="2319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17851" y="209397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17851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283385" y="290443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283385" y="29044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550770" y="265257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550770" y="26525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1700079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700079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59536" y="478279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59536" y="47827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891886" y="523870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891886" y="5238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parkings · 1.820 plaatsen</a:t>
            </a:r>
            <a:endParaRPr lang="en-US" sz="2200" dirty="0"/>
          </a:p>
        </p:txBody>
      </p:sp>
      <p:sp>
        <p:nvSpPr>
          <p:cNvPr id="77" name="Text 7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78" name="Text 76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johanmmk.github.io/gemeenten/Kaart_bedrijfsparkings_Beaumont.html</a:t>
            </a:r>
            <a:endParaRPr lang="en-US" sz="1150" dirty="0"/>
          </a:p>
        </p:txBody>
      </p:sp>
      <p:sp>
        <p:nvSpPr>
          <p:cNvPr id="79" name="Shape 7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81" name="Text 7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82" name="Shape 7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84" name="Text 8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85" name="Shape 8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8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87" name="Text 8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88" name="Text 8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89" name="Text 8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Beaumont.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960 auto’s op 12 slimme parkings in Beaumont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SOLRE 70 (70 kV), 1.5 km van Beaumont.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Beaumont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SOLRE 70 (70 kV) — dichtste kopstation bij Beaumont, op ± 1.5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Beaumont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Beaumont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Beaumont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Beaumont</dc:title>
  <dc:subject>PptxGenJS Presentation</dc:subject>
  <dc:creator>Fluctus</dc:creator>
  <cp:lastModifiedBy>Fluctus</cp:lastModifiedBy>
  <cp:revision>1</cp:revision>
  <dcterms:created xsi:type="dcterms:W3CDTF">2026-06-23T22:22:26Z</dcterms:created>
  <dcterms:modified xsi:type="dcterms:W3CDTF">2026-06-23T22:22:26Z</dcterms:modified>
</cp:coreProperties>
</file>