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johanmmk.github.io/gemeenten/Kaart_bedrijfsparkings_Beaumont.html" TargetMode="Externa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Beaumont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BEAUMONT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Beaumont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17.064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Beaumont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17.064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€ 25,60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€ 51,19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17.064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€ 25,60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17.064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€ 51,19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Beaumont,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EAF0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38887" y="290097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8887" y="290097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338973" y="289890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8973" y="289890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16916" y="272124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16916" y="27212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82402" y="216091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2402" y="21609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65950" y="54607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65950" y="5460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65313" y="546484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65313" y="546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65352" y="546521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65352" y="5465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64111" y="54699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64111" y="54699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63747" y="546434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63747" y="54643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763721" y="546430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63721" y="54643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64787" y="545681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64787" y="54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64946" y="546701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64946" y="54670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64883" y="546728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64883" y="546728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763922" y="54569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63922" y="54569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67312" y="546920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67312" y="54692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764137" y="545636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64137" y="54563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63842" y="545735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63842" y="545735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63859" y="546348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63859" y="54634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38642" y="239116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38642" y="239116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764304" y="545607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64304" y="545607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766647" y="54711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66647" y="5471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764380" y="546994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64380" y="54699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764056" y="546988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64056" y="54698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764009" y="547016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64009" y="547016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764557" y="547065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64557" y="54706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764545" y="547067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64545" y="547067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764443" y="547043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64443" y="54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764980" y="546731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64980" y="54673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380762" y="216513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80762" y="216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25055" y="483445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25055" y="48344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25533" y="483476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25533" y="483476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26311" y="483452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26311" y="48345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25472" y="483465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5472" y="48346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925573" y="483442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25573" y="4834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924740" y="483391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24740" y="483391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25491" y="483355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25491" y="4833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25475" y="483496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5475" y="483496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25475" y="483493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25475" y="483493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763757" y="545736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763757" y="545736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449824" y="284273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449824" y="284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926600" y="48337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6600" y="4833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926599" y="483365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26599" y="483365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925786" y="483363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25786" y="483363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5338750" y="290127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338750" y="29012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5338876" y="29006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338876" y="2900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5338652" y="290079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338652" y="29007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5355136" y="254455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355136" y="2544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5449338" y="28435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449338" y="2843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1765751" y="546226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765751" y="546226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1765156" y="54624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765156" y="54624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1764334" y="54559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764334" y="5455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1764367" y="545566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764367" y="545566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1765042" y="546361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765042" y="54636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1765050" y="546856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765050" y="546856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1765254" y="546494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765254" y="54649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1765276" y="546493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765276" y="546493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1765034" y="546249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765034" y="54624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1765035" y="546256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765035" y="546256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1764765" y="545679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764765" y="545679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1764818" y="54568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764818" y="54568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1763368" y="544821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763368" y="54482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1763375" y="544780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763375" y="544780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1768383" y="54725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768383" y="5472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1768411" y="547318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768411" y="54731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1765475" y="545839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765475" y="545839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1767415" y="547166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767415" y="547166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1765893" y="546307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765893" y="546307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1766030" y="546372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766030" y="546372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1763933" y="546632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763933" y="5466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1766422" y="546398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766422" y="54639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1763134" y="546510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763134" y="546510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925145" y="483373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25145" y="483373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1763106" y="545451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763106" y="54545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1765419" y="546229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765419" y="546229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1765405" y="546228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765405" y="54622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1765633" y="546180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765633" y="54618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1765179" y="546527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765179" y="54652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1956731" y="528424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956731" y="52842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5379951" y="21595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379951" y="21595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1764532" y="546531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764532" y="54653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1764645" y="546221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764645" y="546221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1764359" y="546280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764359" y="546280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1764357" y="546272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764357" y="546272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1764367" y="546277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1764367" y="54627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1763969" y="54634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1763969" y="54634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1763942" y="545652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1763942" y="54565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1763110" y="546124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763110" y="546124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1763740" y="546319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1763740" y="546319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1763208" y="547517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1763208" y="547517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1765891" y="546403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1765891" y="546403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1767783" y="547067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1767783" y="547067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1767737" y="54705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1767737" y="54705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1768288" y="547418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1768288" y="54741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1" name="Shape 189"/>
          <p:cNvSpPr/>
          <p:nvPr/>
        </p:nvSpPr>
        <p:spPr>
          <a:xfrm>
            <a:off x="1764991" y="546684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1764991" y="546684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3" name="Shape 191"/>
          <p:cNvSpPr/>
          <p:nvPr/>
        </p:nvSpPr>
        <p:spPr>
          <a:xfrm>
            <a:off x="1764827" y="545659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1764827" y="5456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5" name="Shape 193"/>
          <p:cNvSpPr/>
          <p:nvPr/>
        </p:nvSpPr>
        <p:spPr>
          <a:xfrm>
            <a:off x="1764831" y="545656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1764831" y="545656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7" name="Shape 195"/>
          <p:cNvSpPr/>
          <p:nvPr/>
        </p:nvSpPr>
        <p:spPr>
          <a:xfrm>
            <a:off x="1765722" y="546076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1765722" y="546076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9" name="Shape 197"/>
          <p:cNvSpPr/>
          <p:nvPr/>
        </p:nvSpPr>
        <p:spPr>
          <a:xfrm>
            <a:off x="925112" y="483393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925112" y="48339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01" name="Shape 199"/>
          <p:cNvSpPr/>
          <p:nvPr/>
        </p:nvSpPr>
        <p:spPr>
          <a:xfrm>
            <a:off x="925395" y="48349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925395" y="48349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03" name="Shape 201"/>
          <p:cNvSpPr/>
          <p:nvPr/>
        </p:nvSpPr>
        <p:spPr>
          <a:xfrm>
            <a:off x="1763834" y="546369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1763834" y="546369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05" name="Shape 203"/>
          <p:cNvSpPr/>
          <p:nvPr/>
        </p:nvSpPr>
        <p:spPr>
          <a:xfrm>
            <a:off x="1763790" y="54638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1763790" y="54638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07" name="Shape 205"/>
          <p:cNvSpPr/>
          <p:nvPr/>
        </p:nvSpPr>
        <p:spPr>
          <a:xfrm>
            <a:off x="1763781" y="54637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1763781" y="5463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09" name="Shape 207"/>
          <p:cNvSpPr/>
          <p:nvPr/>
        </p:nvSpPr>
        <p:spPr>
          <a:xfrm>
            <a:off x="1763856" y="546363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1763856" y="54636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1" name="Shape 209"/>
          <p:cNvSpPr/>
          <p:nvPr/>
        </p:nvSpPr>
        <p:spPr>
          <a:xfrm>
            <a:off x="5383298" y="21579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5383298" y="2157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3" name="Shape 211"/>
          <p:cNvSpPr/>
          <p:nvPr/>
        </p:nvSpPr>
        <p:spPr>
          <a:xfrm>
            <a:off x="1766879" y="546684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1766879" y="546684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5" name="Shape 213"/>
          <p:cNvSpPr/>
          <p:nvPr/>
        </p:nvSpPr>
        <p:spPr>
          <a:xfrm>
            <a:off x="924818" y="483379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924818" y="483379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217" name="Shape 215"/>
          <p:cNvSpPr/>
          <p:nvPr/>
        </p:nvSpPr>
        <p:spPr>
          <a:xfrm>
            <a:off x="1764734" y="545753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1764734" y="54575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219" name="Shape 217"/>
          <p:cNvSpPr/>
          <p:nvPr/>
        </p:nvSpPr>
        <p:spPr>
          <a:xfrm>
            <a:off x="1763429" y="544965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1763429" y="544965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221" name="Shape 219"/>
          <p:cNvSpPr/>
          <p:nvPr/>
        </p:nvSpPr>
        <p:spPr>
          <a:xfrm>
            <a:off x="2615970" y="272938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2615970" y="272938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223" name="Shape 221"/>
          <p:cNvSpPr/>
          <p:nvPr/>
        </p:nvSpPr>
        <p:spPr>
          <a:xfrm>
            <a:off x="1764467" y="546953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1764467" y="546953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225" name="Shape 223"/>
          <p:cNvSpPr/>
          <p:nvPr/>
        </p:nvSpPr>
        <p:spPr>
          <a:xfrm>
            <a:off x="925846" y="483423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25846" y="483423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227" name="Shape 225"/>
          <p:cNvSpPr/>
          <p:nvPr/>
        </p:nvSpPr>
        <p:spPr>
          <a:xfrm>
            <a:off x="5380852" y="216700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5380852" y="216700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29" name="Shape 227"/>
          <p:cNvSpPr/>
          <p:nvPr/>
        </p:nvSpPr>
        <p:spPr>
          <a:xfrm>
            <a:off x="2614885" y="272341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2614885" y="27234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31" name="Shape 229"/>
          <p:cNvSpPr/>
          <p:nvPr/>
        </p:nvSpPr>
        <p:spPr>
          <a:xfrm>
            <a:off x="1765156" y="546527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765156" y="546527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33" name="Shape 231"/>
          <p:cNvSpPr/>
          <p:nvPr/>
        </p:nvSpPr>
        <p:spPr>
          <a:xfrm>
            <a:off x="5382971" y="21590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5382971" y="21590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35" name="Shape 233"/>
          <p:cNvSpPr/>
          <p:nvPr/>
        </p:nvSpPr>
        <p:spPr>
          <a:xfrm>
            <a:off x="1764340" y="546274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1764340" y="54627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37" name="Shape 235"/>
          <p:cNvSpPr/>
          <p:nvPr/>
        </p:nvSpPr>
        <p:spPr>
          <a:xfrm>
            <a:off x="1765271" y="546043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1765271" y="54604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39" name="Shape 237"/>
          <p:cNvSpPr/>
          <p:nvPr/>
        </p:nvSpPr>
        <p:spPr>
          <a:xfrm>
            <a:off x="1762558" y="546571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1762558" y="5465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41" name="Shape 239"/>
          <p:cNvSpPr/>
          <p:nvPr/>
        </p:nvSpPr>
        <p:spPr>
          <a:xfrm>
            <a:off x="1762987" y="545463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1762987" y="545463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43" name="Shape 241"/>
          <p:cNvSpPr/>
          <p:nvPr/>
        </p:nvSpPr>
        <p:spPr>
          <a:xfrm>
            <a:off x="1763468" y="545146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1763468" y="545146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45" name="Shape 243"/>
          <p:cNvSpPr/>
          <p:nvPr/>
        </p:nvSpPr>
        <p:spPr>
          <a:xfrm>
            <a:off x="1763196" y="544846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1763196" y="54484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47" name="Shape 245"/>
          <p:cNvSpPr/>
          <p:nvPr/>
        </p:nvSpPr>
        <p:spPr>
          <a:xfrm>
            <a:off x="1766005" y="546256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1766005" y="54625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49" name="Shape 247"/>
          <p:cNvSpPr/>
          <p:nvPr/>
        </p:nvSpPr>
        <p:spPr>
          <a:xfrm>
            <a:off x="1768194" y="547277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1768194" y="547277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51" name="Shape 249"/>
          <p:cNvSpPr/>
          <p:nvPr/>
        </p:nvSpPr>
        <p:spPr>
          <a:xfrm>
            <a:off x="1767651" y="547042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1767651" y="547042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53" name="Shape 251"/>
          <p:cNvSpPr/>
          <p:nvPr/>
        </p:nvSpPr>
        <p:spPr>
          <a:xfrm>
            <a:off x="1767720" y="547079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1767720" y="547079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55" name="Shape 253"/>
          <p:cNvSpPr/>
          <p:nvPr/>
        </p:nvSpPr>
        <p:spPr>
          <a:xfrm>
            <a:off x="1767024" y="547129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1767024" y="547129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1765820" y="546985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1765820" y="54698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59" name="Shape 257"/>
          <p:cNvSpPr/>
          <p:nvPr/>
        </p:nvSpPr>
        <p:spPr>
          <a:xfrm>
            <a:off x="1765792" y="546981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1765792" y="546981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61" name="Shape 259"/>
          <p:cNvSpPr/>
          <p:nvPr/>
        </p:nvSpPr>
        <p:spPr>
          <a:xfrm>
            <a:off x="1765172" y="546947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1765172" y="546947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63" name="Shape 261"/>
          <p:cNvSpPr/>
          <p:nvPr/>
        </p:nvSpPr>
        <p:spPr>
          <a:xfrm>
            <a:off x="1764551" y="54706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1764551" y="54706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65" name="Shape 263"/>
          <p:cNvSpPr/>
          <p:nvPr/>
        </p:nvSpPr>
        <p:spPr>
          <a:xfrm>
            <a:off x="1764399" y="547039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1764399" y="547039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67" name="Shape 265"/>
          <p:cNvSpPr/>
          <p:nvPr/>
        </p:nvSpPr>
        <p:spPr>
          <a:xfrm>
            <a:off x="1764364" y="547027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1764364" y="54702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69" name="Shape 267"/>
          <p:cNvSpPr/>
          <p:nvPr/>
        </p:nvSpPr>
        <p:spPr>
          <a:xfrm>
            <a:off x="1764378" y="54699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1764378" y="5469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1764284" y="546995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1764284" y="54699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73" name="Shape 271"/>
          <p:cNvSpPr/>
          <p:nvPr/>
        </p:nvSpPr>
        <p:spPr>
          <a:xfrm>
            <a:off x="1764982" y="546728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1764982" y="54672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75" name="Shape 273"/>
          <p:cNvSpPr/>
          <p:nvPr/>
        </p:nvSpPr>
        <p:spPr>
          <a:xfrm>
            <a:off x="1764893" y="546731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1764893" y="546731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77" name="Shape 275"/>
          <p:cNvSpPr/>
          <p:nvPr/>
        </p:nvSpPr>
        <p:spPr>
          <a:xfrm>
            <a:off x="1765947" y="546072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1765947" y="5460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79" name="Shape 277"/>
          <p:cNvSpPr/>
          <p:nvPr/>
        </p:nvSpPr>
        <p:spPr>
          <a:xfrm>
            <a:off x="1765063" y="545922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1765063" y="545922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81" name="Shape 279"/>
          <p:cNvSpPr/>
          <p:nvPr/>
        </p:nvSpPr>
        <p:spPr>
          <a:xfrm>
            <a:off x="1764757" y="54571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1764757" y="54571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83" name="Shape 281"/>
          <p:cNvSpPr/>
          <p:nvPr/>
        </p:nvSpPr>
        <p:spPr>
          <a:xfrm>
            <a:off x="1764696" y="54572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1764696" y="54572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85" name="Shape 283"/>
          <p:cNvSpPr/>
          <p:nvPr/>
        </p:nvSpPr>
        <p:spPr>
          <a:xfrm>
            <a:off x="1763310" y="544827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1763310" y="544827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87" name="Shape 285"/>
          <p:cNvSpPr/>
          <p:nvPr/>
        </p:nvSpPr>
        <p:spPr>
          <a:xfrm>
            <a:off x="1763244" y="544834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1763244" y="544834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89" name="Shape 287"/>
          <p:cNvSpPr/>
          <p:nvPr/>
        </p:nvSpPr>
        <p:spPr>
          <a:xfrm>
            <a:off x="1763848" y="545447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1763848" y="545447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91" name="Shape 289"/>
          <p:cNvSpPr/>
          <p:nvPr/>
        </p:nvSpPr>
        <p:spPr>
          <a:xfrm>
            <a:off x="1763898" y="545680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1763898" y="545680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93" name="Shape 291"/>
          <p:cNvSpPr/>
          <p:nvPr/>
        </p:nvSpPr>
        <p:spPr>
          <a:xfrm>
            <a:off x="1763842" y="545718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1763842" y="545718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95" name="Shape 293"/>
          <p:cNvSpPr/>
          <p:nvPr/>
        </p:nvSpPr>
        <p:spPr>
          <a:xfrm>
            <a:off x="1763883" y="545926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1763883" y="54592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97" name="Shape 295"/>
          <p:cNvSpPr/>
          <p:nvPr/>
        </p:nvSpPr>
        <p:spPr>
          <a:xfrm>
            <a:off x="1763100" y="546077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1763100" y="546077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99" name="Shape 297"/>
          <p:cNvSpPr/>
          <p:nvPr/>
        </p:nvSpPr>
        <p:spPr>
          <a:xfrm>
            <a:off x="1763068" y="546149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1763068" y="546149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01" name="Shape 299"/>
          <p:cNvSpPr/>
          <p:nvPr/>
        </p:nvSpPr>
        <p:spPr>
          <a:xfrm>
            <a:off x="1763067" y="54637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1763067" y="54637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03" name="Shape 301"/>
          <p:cNvSpPr/>
          <p:nvPr/>
        </p:nvSpPr>
        <p:spPr>
          <a:xfrm>
            <a:off x="1763114" y="546540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4" name="Text 302"/>
          <p:cNvSpPr/>
          <p:nvPr/>
        </p:nvSpPr>
        <p:spPr>
          <a:xfrm>
            <a:off x="1763114" y="546540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05" name="Shape 303"/>
          <p:cNvSpPr/>
          <p:nvPr/>
        </p:nvSpPr>
        <p:spPr>
          <a:xfrm>
            <a:off x="1763074" y="546546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1763074" y="546546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07" name="Shape 305"/>
          <p:cNvSpPr/>
          <p:nvPr/>
        </p:nvSpPr>
        <p:spPr>
          <a:xfrm>
            <a:off x="1763092" y="546135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1763092" y="546135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09" name="Shape 307"/>
          <p:cNvSpPr/>
          <p:nvPr/>
        </p:nvSpPr>
        <p:spPr>
          <a:xfrm>
            <a:off x="1765650" y="546229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1765650" y="546229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11" name="Shape 309"/>
          <p:cNvSpPr/>
          <p:nvPr/>
        </p:nvSpPr>
        <p:spPr>
          <a:xfrm>
            <a:off x="1765979" y="546234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>
            <a:off x="1765979" y="54623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13" name="Shape 311"/>
          <p:cNvSpPr/>
          <p:nvPr/>
        </p:nvSpPr>
        <p:spPr>
          <a:xfrm>
            <a:off x="1766420" y="547062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1766420" y="54706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15" name="Shape 313"/>
          <p:cNvSpPr/>
          <p:nvPr/>
        </p:nvSpPr>
        <p:spPr>
          <a:xfrm>
            <a:off x="1763089" y="545636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1763089" y="54563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17" name="Shape 315"/>
          <p:cNvSpPr/>
          <p:nvPr/>
        </p:nvSpPr>
        <p:spPr>
          <a:xfrm>
            <a:off x="1765308" y="54628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1765308" y="5462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19" name="Shape 317"/>
          <p:cNvSpPr/>
          <p:nvPr/>
        </p:nvSpPr>
        <p:spPr>
          <a:xfrm>
            <a:off x="1766889" y="546683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1766889" y="54668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21" name="Shape 319"/>
          <p:cNvSpPr/>
          <p:nvPr/>
        </p:nvSpPr>
        <p:spPr>
          <a:xfrm>
            <a:off x="1763077" y="545464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2" name="Text 320"/>
          <p:cNvSpPr/>
          <p:nvPr/>
        </p:nvSpPr>
        <p:spPr>
          <a:xfrm>
            <a:off x="1763077" y="5454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23" name="Shape 321"/>
          <p:cNvSpPr/>
          <p:nvPr/>
        </p:nvSpPr>
        <p:spPr>
          <a:xfrm>
            <a:off x="1763938" y="545446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4" name="Text 322"/>
          <p:cNvSpPr/>
          <p:nvPr/>
        </p:nvSpPr>
        <p:spPr>
          <a:xfrm>
            <a:off x="1763938" y="54544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25" name="Shape 323"/>
          <p:cNvSpPr/>
          <p:nvPr/>
        </p:nvSpPr>
        <p:spPr>
          <a:xfrm>
            <a:off x="1764942" y="545614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6" name="Text 324"/>
          <p:cNvSpPr/>
          <p:nvPr/>
        </p:nvSpPr>
        <p:spPr>
          <a:xfrm>
            <a:off x="1764942" y="54561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27" name="Shape 325"/>
          <p:cNvSpPr/>
          <p:nvPr/>
        </p:nvSpPr>
        <p:spPr>
          <a:xfrm>
            <a:off x="1763712" y="546533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8" name="Text 326"/>
          <p:cNvSpPr/>
          <p:nvPr/>
        </p:nvSpPr>
        <p:spPr>
          <a:xfrm>
            <a:off x="1763712" y="54653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29" name="Shape 327"/>
          <p:cNvSpPr/>
          <p:nvPr/>
        </p:nvSpPr>
        <p:spPr>
          <a:xfrm>
            <a:off x="1765802" y="546517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0" name="Text 328"/>
          <p:cNvSpPr/>
          <p:nvPr/>
        </p:nvSpPr>
        <p:spPr>
          <a:xfrm>
            <a:off x="1765802" y="546517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31" name="Shape 329"/>
          <p:cNvSpPr/>
          <p:nvPr/>
        </p:nvSpPr>
        <p:spPr>
          <a:xfrm>
            <a:off x="1764336" y="546519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2" name="Text 330"/>
          <p:cNvSpPr/>
          <p:nvPr/>
        </p:nvSpPr>
        <p:spPr>
          <a:xfrm>
            <a:off x="1764336" y="5465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33" name="Shape 331"/>
          <p:cNvSpPr/>
          <p:nvPr/>
        </p:nvSpPr>
        <p:spPr>
          <a:xfrm>
            <a:off x="1765084" y="546528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4" name="Text 332"/>
          <p:cNvSpPr/>
          <p:nvPr/>
        </p:nvSpPr>
        <p:spPr>
          <a:xfrm>
            <a:off x="1765084" y="546528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35" name="Shape 333"/>
          <p:cNvSpPr/>
          <p:nvPr/>
        </p:nvSpPr>
        <p:spPr>
          <a:xfrm>
            <a:off x="924660" y="483073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6" name="Text 334"/>
          <p:cNvSpPr/>
          <p:nvPr/>
        </p:nvSpPr>
        <p:spPr>
          <a:xfrm>
            <a:off x="924660" y="483073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37" name="Shape 335"/>
          <p:cNvSpPr/>
          <p:nvPr/>
        </p:nvSpPr>
        <p:spPr>
          <a:xfrm>
            <a:off x="1764663" y="54575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8" name="Text 336"/>
          <p:cNvSpPr/>
          <p:nvPr/>
        </p:nvSpPr>
        <p:spPr>
          <a:xfrm>
            <a:off x="1764663" y="54575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39" name="Shape 337"/>
          <p:cNvSpPr/>
          <p:nvPr/>
        </p:nvSpPr>
        <p:spPr>
          <a:xfrm>
            <a:off x="1763830" y="545458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1763830" y="54545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41" name="Shape 339"/>
          <p:cNvSpPr/>
          <p:nvPr/>
        </p:nvSpPr>
        <p:spPr>
          <a:xfrm>
            <a:off x="1765013" y="545929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2" name="Text 340"/>
          <p:cNvSpPr/>
          <p:nvPr/>
        </p:nvSpPr>
        <p:spPr>
          <a:xfrm>
            <a:off x="1765013" y="54592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43" name="Shape 341"/>
          <p:cNvSpPr/>
          <p:nvPr/>
        </p:nvSpPr>
        <p:spPr>
          <a:xfrm>
            <a:off x="1763770" y="546315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4" name="Text 342"/>
          <p:cNvSpPr/>
          <p:nvPr/>
        </p:nvSpPr>
        <p:spPr>
          <a:xfrm>
            <a:off x="1763770" y="546315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45" name="Shape 343"/>
          <p:cNvSpPr/>
          <p:nvPr/>
        </p:nvSpPr>
        <p:spPr>
          <a:xfrm>
            <a:off x="1766002" y="546055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6" name="Text 344"/>
          <p:cNvSpPr/>
          <p:nvPr/>
        </p:nvSpPr>
        <p:spPr>
          <a:xfrm>
            <a:off x="1766002" y="546055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47" name="Shape 345"/>
          <p:cNvSpPr/>
          <p:nvPr/>
        </p:nvSpPr>
        <p:spPr>
          <a:xfrm>
            <a:off x="1764223" y="545498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8" name="Text 346"/>
          <p:cNvSpPr/>
          <p:nvPr/>
        </p:nvSpPr>
        <p:spPr>
          <a:xfrm>
            <a:off x="1764223" y="54549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49" name="Shape 347"/>
          <p:cNvSpPr/>
          <p:nvPr/>
        </p:nvSpPr>
        <p:spPr>
          <a:xfrm>
            <a:off x="1765923" y="546071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0" name="Text 348"/>
          <p:cNvSpPr/>
          <p:nvPr/>
        </p:nvSpPr>
        <p:spPr>
          <a:xfrm>
            <a:off x="1765923" y="546071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51" name="Shape 349"/>
          <p:cNvSpPr/>
          <p:nvPr/>
        </p:nvSpPr>
        <p:spPr>
          <a:xfrm>
            <a:off x="1765803" y="546634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2" name="Text 350"/>
          <p:cNvSpPr/>
          <p:nvPr/>
        </p:nvSpPr>
        <p:spPr>
          <a:xfrm>
            <a:off x="1765803" y="54663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53" name="Shape 351"/>
          <p:cNvSpPr/>
          <p:nvPr/>
        </p:nvSpPr>
        <p:spPr>
          <a:xfrm>
            <a:off x="1763088" y="545452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4" name="Text 352"/>
          <p:cNvSpPr/>
          <p:nvPr/>
        </p:nvSpPr>
        <p:spPr>
          <a:xfrm>
            <a:off x="1763088" y="545452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55" name="Shape 353"/>
          <p:cNvSpPr/>
          <p:nvPr/>
        </p:nvSpPr>
        <p:spPr>
          <a:xfrm>
            <a:off x="1765038" y="546277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6" name="Text 354"/>
          <p:cNvSpPr/>
          <p:nvPr/>
        </p:nvSpPr>
        <p:spPr>
          <a:xfrm>
            <a:off x="1765038" y="546277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57" name="Shape 355"/>
          <p:cNvSpPr/>
          <p:nvPr/>
        </p:nvSpPr>
        <p:spPr>
          <a:xfrm>
            <a:off x="1765294" y="546131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8" name="Text 356"/>
          <p:cNvSpPr/>
          <p:nvPr/>
        </p:nvSpPr>
        <p:spPr>
          <a:xfrm>
            <a:off x="1765294" y="546131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59" name="Shape 357"/>
          <p:cNvSpPr/>
          <p:nvPr/>
        </p:nvSpPr>
        <p:spPr>
          <a:xfrm>
            <a:off x="1765497" y="545876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0" name="Text 358"/>
          <p:cNvSpPr/>
          <p:nvPr/>
        </p:nvSpPr>
        <p:spPr>
          <a:xfrm>
            <a:off x="1765497" y="5458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61" name="Shape 359"/>
          <p:cNvSpPr/>
          <p:nvPr/>
        </p:nvSpPr>
        <p:spPr>
          <a:xfrm>
            <a:off x="1765415" y="545822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2" name="Text 360"/>
          <p:cNvSpPr/>
          <p:nvPr/>
        </p:nvSpPr>
        <p:spPr>
          <a:xfrm>
            <a:off x="1765415" y="545822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63" name="Shape 361"/>
          <p:cNvSpPr/>
          <p:nvPr/>
        </p:nvSpPr>
        <p:spPr>
          <a:xfrm>
            <a:off x="1764404" y="546520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4" name="Text 362"/>
          <p:cNvSpPr/>
          <p:nvPr/>
        </p:nvSpPr>
        <p:spPr>
          <a:xfrm>
            <a:off x="1764404" y="546520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65" name="Shape 363"/>
          <p:cNvSpPr/>
          <p:nvPr/>
        </p:nvSpPr>
        <p:spPr>
          <a:xfrm>
            <a:off x="1764396" y="547128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6" name="Text 364"/>
          <p:cNvSpPr/>
          <p:nvPr/>
        </p:nvSpPr>
        <p:spPr>
          <a:xfrm>
            <a:off x="1764396" y="547128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67" name="Shape 365"/>
          <p:cNvSpPr/>
          <p:nvPr/>
        </p:nvSpPr>
        <p:spPr>
          <a:xfrm>
            <a:off x="1764782" y="546259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8" name="Text 366"/>
          <p:cNvSpPr/>
          <p:nvPr/>
        </p:nvSpPr>
        <p:spPr>
          <a:xfrm>
            <a:off x="1764782" y="54625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69" name="Shape 367"/>
          <p:cNvSpPr/>
          <p:nvPr/>
        </p:nvSpPr>
        <p:spPr>
          <a:xfrm>
            <a:off x="1764833" y="546259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0" name="Text 368"/>
          <p:cNvSpPr/>
          <p:nvPr/>
        </p:nvSpPr>
        <p:spPr>
          <a:xfrm>
            <a:off x="1764833" y="5462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71" name="Shape 369"/>
          <p:cNvSpPr/>
          <p:nvPr/>
        </p:nvSpPr>
        <p:spPr>
          <a:xfrm>
            <a:off x="1765317" y="546579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2" name="Text 370"/>
          <p:cNvSpPr/>
          <p:nvPr/>
        </p:nvSpPr>
        <p:spPr>
          <a:xfrm>
            <a:off x="1765317" y="546579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73" name="Shape 371"/>
          <p:cNvSpPr/>
          <p:nvPr/>
        </p:nvSpPr>
        <p:spPr>
          <a:xfrm>
            <a:off x="1764355" y="546297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4" name="Text 372"/>
          <p:cNvSpPr/>
          <p:nvPr/>
        </p:nvSpPr>
        <p:spPr>
          <a:xfrm>
            <a:off x="1764355" y="54629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75" name="Shape 373"/>
          <p:cNvSpPr/>
          <p:nvPr/>
        </p:nvSpPr>
        <p:spPr>
          <a:xfrm>
            <a:off x="5338756" y="290075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6" name="Text 374"/>
          <p:cNvSpPr/>
          <p:nvPr/>
        </p:nvSpPr>
        <p:spPr>
          <a:xfrm>
            <a:off x="5338756" y="29007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77" name="Shape 375"/>
          <p:cNvSpPr/>
          <p:nvPr/>
        </p:nvSpPr>
        <p:spPr>
          <a:xfrm>
            <a:off x="1763809" y="54591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8" name="Text 376"/>
          <p:cNvSpPr/>
          <p:nvPr/>
        </p:nvSpPr>
        <p:spPr>
          <a:xfrm>
            <a:off x="1763809" y="54591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79" name="Shape 377"/>
          <p:cNvSpPr/>
          <p:nvPr/>
        </p:nvSpPr>
        <p:spPr>
          <a:xfrm>
            <a:off x="1763897" y="545657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0" name="Text 378"/>
          <p:cNvSpPr/>
          <p:nvPr/>
        </p:nvSpPr>
        <p:spPr>
          <a:xfrm>
            <a:off x="1763897" y="54565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81" name="Shape 379"/>
          <p:cNvSpPr/>
          <p:nvPr/>
        </p:nvSpPr>
        <p:spPr>
          <a:xfrm>
            <a:off x="925521" y="483476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2" name="Text 380"/>
          <p:cNvSpPr/>
          <p:nvPr/>
        </p:nvSpPr>
        <p:spPr>
          <a:xfrm>
            <a:off x="925521" y="483476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83" name="Shape 381"/>
          <p:cNvSpPr/>
          <p:nvPr/>
        </p:nvSpPr>
        <p:spPr>
          <a:xfrm>
            <a:off x="925510" y="483377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4" name="Text 382"/>
          <p:cNvSpPr/>
          <p:nvPr/>
        </p:nvSpPr>
        <p:spPr>
          <a:xfrm>
            <a:off x="925510" y="483377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85" name="Shape 383"/>
          <p:cNvSpPr/>
          <p:nvPr/>
        </p:nvSpPr>
        <p:spPr>
          <a:xfrm>
            <a:off x="1765031" y="546231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6" name="Text 384"/>
          <p:cNvSpPr/>
          <p:nvPr/>
        </p:nvSpPr>
        <p:spPr>
          <a:xfrm>
            <a:off x="1765031" y="54623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87" name="Shape 385"/>
          <p:cNvSpPr/>
          <p:nvPr/>
        </p:nvSpPr>
        <p:spPr>
          <a:xfrm>
            <a:off x="2616753" y="272498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8" name="Text 386"/>
          <p:cNvSpPr/>
          <p:nvPr/>
        </p:nvSpPr>
        <p:spPr>
          <a:xfrm>
            <a:off x="2616753" y="27249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89" name="Shape 387"/>
          <p:cNvSpPr/>
          <p:nvPr/>
        </p:nvSpPr>
        <p:spPr>
          <a:xfrm>
            <a:off x="925477" y="483491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0" name="Text 388"/>
          <p:cNvSpPr/>
          <p:nvPr/>
        </p:nvSpPr>
        <p:spPr>
          <a:xfrm>
            <a:off x="925477" y="48349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91" name="Shape 389"/>
          <p:cNvSpPr/>
          <p:nvPr/>
        </p:nvSpPr>
        <p:spPr>
          <a:xfrm>
            <a:off x="1765352" y="546512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2" name="Text 390"/>
          <p:cNvSpPr/>
          <p:nvPr/>
        </p:nvSpPr>
        <p:spPr>
          <a:xfrm>
            <a:off x="1765352" y="5465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93" name="Shape 391"/>
          <p:cNvSpPr/>
          <p:nvPr/>
        </p:nvSpPr>
        <p:spPr>
          <a:xfrm>
            <a:off x="926636" y="483422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4" name="Text 392"/>
          <p:cNvSpPr/>
          <p:nvPr/>
        </p:nvSpPr>
        <p:spPr>
          <a:xfrm>
            <a:off x="926636" y="483422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95" name="Shape 393"/>
          <p:cNvSpPr/>
          <p:nvPr/>
        </p:nvSpPr>
        <p:spPr>
          <a:xfrm>
            <a:off x="926600" y="483386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6" name="Text 394"/>
          <p:cNvSpPr/>
          <p:nvPr/>
        </p:nvSpPr>
        <p:spPr>
          <a:xfrm>
            <a:off x="926600" y="483386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97" name="Shape 395"/>
          <p:cNvSpPr/>
          <p:nvPr/>
        </p:nvSpPr>
        <p:spPr>
          <a:xfrm>
            <a:off x="926627" y="483383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8" name="Text 396"/>
          <p:cNvSpPr/>
          <p:nvPr/>
        </p:nvSpPr>
        <p:spPr>
          <a:xfrm>
            <a:off x="926627" y="4833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99" name="Shape 397"/>
          <p:cNvSpPr/>
          <p:nvPr/>
        </p:nvSpPr>
        <p:spPr>
          <a:xfrm>
            <a:off x="926601" y="483351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0" name="Text 398"/>
          <p:cNvSpPr/>
          <p:nvPr/>
        </p:nvSpPr>
        <p:spPr>
          <a:xfrm>
            <a:off x="926601" y="48335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01" name="Shape 399"/>
          <p:cNvSpPr/>
          <p:nvPr/>
        </p:nvSpPr>
        <p:spPr>
          <a:xfrm>
            <a:off x="1764852" y="545662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2" name="Text 400"/>
          <p:cNvSpPr/>
          <p:nvPr/>
        </p:nvSpPr>
        <p:spPr>
          <a:xfrm>
            <a:off x="1764852" y="5456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03" name="Shape 401"/>
          <p:cNvSpPr/>
          <p:nvPr/>
        </p:nvSpPr>
        <p:spPr>
          <a:xfrm>
            <a:off x="1956727" y="528495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4" name="Text 402"/>
          <p:cNvSpPr/>
          <p:nvPr/>
        </p:nvSpPr>
        <p:spPr>
          <a:xfrm>
            <a:off x="1956727" y="528495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05" name="Shape 403"/>
          <p:cNvSpPr/>
          <p:nvPr/>
        </p:nvSpPr>
        <p:spPr>
          <a:xfrm>
            <a:off x="1764361" y="546528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6" name="Text 404"/>
          <p:cNvSpPr/>
          <p:nvPr/>
        </p:nvSpPr>
        <p:spPr>
          <a:xfrm>
            <a:off x="1764361" y="546528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07" name="Shape 405"/>
          <p:cNvSpPr/>
          <p:nvPr/>
        </p:nvSpPr>
        <p:spPr>
          <a:xfrm>
            <a:off x="1764956" y="546526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8" name="Text 406"/>
          <p:cNvSpPr/>
          <p:nvPr/>
        </p:nvSpPr>
        <p:spPr>
          <a:xfrm>
            <a:off x="1764956" y="54652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09" name="Shape 407"/>
          <p:cNvSpPr/>
          <p:nvPr/>
        </p:nvSpPr>
        <p:spPr>
          <a:xfrm>
            <a:off x="1765803" y="546716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0" name="Text 408"/>
          <p:cNvSpPr/>
          <p:nvPr/>
        </p:nvSpPr>
        <p:spPr>
          <a:xfrm>
            <a:off x="1765803" y="546716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11" name="Shape 409"/>
          <p:cNvSpPr/>
          <p:nvPr/>
        </p:nvSpPr>
        <p:spPr>
          <a:xfrm>
            <a:off x="924725" y="48306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2" name="Text 410"/>
          <p:cNvSpPr/>
          <p:nvPr/>
        </p:nvSpPr>
        <p:spPr>
          <a:xfrm>
            <a:off x="924725" y="48306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13" name="Shape 411"/>
          <p:cNvSpPr/>
          <p:nvPr/>
        </p:nvSpPr>
        <p:spPr>
          <a:xfrm>
            <a:off x="1764487" y="545557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4" name="Text 412"/>
          <p:cNvSpPr/>
          <p:nvPr/>
        </p:nvSpPr>
        <p:spPr>
          <a:xfrm>
            <a:off x="1764487" y="5455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15" name="Shape 413"/>
          <p:cNvSpPr/>
          <p:nvPr/>
        </p:nvSpPr>
        <p:spPr>
          <a:xfrm>
            <a:off x="1764867" y="545654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6" name="Text 414"/>
          <p:cNvSpPr/>
          <p:nvPr/>
        </p:nvSpPr>
        <p:spPr>
          <a:xfrm>
            <a:off x="1764867" y="54565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17" name="Shape 415"/>
          <p:cNvSpPr/>
          <p:nvPr/>
        </p:nvSpPr>
        <p:spPr>
          <a:xfrm>
            <a:off x="1765090" y="546229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8" name="Text 416"/>
          <p:cNvSpPr/>
          <p:nvPr/>
        </p:nvSpPr>
        <p:spPr>
          <a:xfrm>
            <a:off x="1765090" y="54622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19" name="Shape 417"/>
          <p:cNvSpPr/>
          <p:nvPr/>
        </p:nvSpPr>
        <p:spPr>
          <a:xfrm>
            <a:off x="1763736" y="546392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0" name="Text 418"/>
          <p:cNvSpPr/>
          <p:nvPr/>
        </p:nvSpPr>
        <p:spPr>
          <a:xfrm>
            <a:off x="1763736" y="546392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21" name="Shape 419"/>
          <p:cNvSpPr/>
          <p:nvPr/>
        </p:nvSpPr>
        <p:spPr>
          <a:xfrm>
            <a:off x="1764756" y="54649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2" name="Text 420"/>
          <p:cNvSpPr/>
          <p:nvPr/>
        </p:nvSpPr>
        <p:spPr>
          <a:xfrm>
            <a:off x="1764756" y="54649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23" name="Shape 421"/>
          <p:cNvSpPr/>
          <p:nvPr/>
        </p:nvSpPr>
        <p:spPr>
          <a:xfrm>
            <a:off x="5338877" y="290114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4" name="Text 422"/>
          <p:cNvSpPr/>
          <p:nvPr/>
        </p:nvSpPr>
        <p:spPr>
          <a:xfrm>
            <a:off x="5338877" y="290114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425" name="Shape 423"/>
          <p:cNvSpPr/>
          <p:nvPr/>
        </p:nvSpPr>
        <p:spPr>
          <a:xfrm>
            <a:off x="5380784" y="216512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6" name="Text 424"/>
          <p:cNvSpPr/>
          <p:nvPr/>
        </p:nvSpPr>
        <p:spPr>
          <a:xfrm>
            <a:off x="5380784" y="2165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427" name="Shape 425"/>
          <p:cNvSpPr/>
          <p:nvPr/>
        </p:nvSpPr>
        <p:spPr>
          <a:xfrm>
            <a:off x="1764448" y="546963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8" name="Text 426"/>
          <p:cNvSpPr/>
          <p:nvPr/>
        </p:nvSpPr>
        <p:spPr>
          <a:xfrm>
            <a:off x="1764448" y="54696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429" name="Shape 427"/>
          <p:cNvSpPr/>
          <p:nvPr/>
        </p:nvSpPr>
        <p:spPr>
          <a:xfrm>
            <a:off x="1764420" y="546974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0" name="Text 428"/>
          <p:cNvSpPr/>
          <p:nvPr/>
        </p:nvSpPr>
        <p:spPr>
          <a:xfrm>
            <a:off x="1764420" y="54697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431" name="Shape 429"/>
          <p:cNvSpPr/>
          <p:nvPr/>
        </p:nvSpPr>
        <p:spPr>
          <a:xfrm>
            <a:off x="1764860" y="546740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2" name="Text 430"/>
          <p:cNvSpPr/>
          <p:nvPr/>
        </p:nvSpPr>
        <p:spPr>
          <a:xfrm>
            <a:off x="1764860" y="546740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433" name="Shape 431"/>
          <p:cNvSpPr/>
          <p:nvPr/>
        </p:nvSpPr>
        <p:spPr>
          <a:xfrm>
            <a:off x="1765310" y="546082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4" name="Text 432"/>
          <p:cNvSpPr/>
          <p:nvPr/>
        </p:nvSpPr>
        <p:spPr>
          <a:xfrm>
            <a:off x="1765310" y="546082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435" name="Shape 433"/>
          <p:cNvSpPr/>
          <p:nvPr/>
        </p:nvSpPr>
        <p:spPr>
          <a:xfrm>
            <a:off x="5380628" y="216424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6" name="Text 434"/>
          <p:cNvSpPr/>
          <p:nvPr/>
        </p:nvSpPr>
        <p:spPr>
          <a:xfrm>
            <a:off x="5380628" y="216424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37" name="Shape 435"/>
          <p:cNvSpPr/>
          <p:nvPr/>
        </p:nvSpPr>
        <p:spPr>
          <a:xfrm>
            <a:off x="5449436" y="284254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8" name="Text 436"/>
          <p:cNvSpPr/>
          <p:nvPr/>
        </p:nvSpPr>
        <p:spPr>
          <a:xfrm>
            <a:off x="5449436" y="28425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39" name="Shape 437"/>
          <p:cNvSpPr/>
          <p:nvPr/>
        </p:nvSpPr>
        <p:spPr>
          <a:xfrm>
            <a:off x="926557" y="483463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0" name="Text 438"/>
          <p:cNvSpPr/>
          <p:nvPr/>
        </p:nvSpPr>
        <p:spPr>
          <a:xfrm>
            <a:off x="926557" y="483463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41" name="Shape 439"/>
          <p:cNvSpPr/>
          <p:nvPr/>
        </p:nvSpPr>
        <p:spPr>
          <a:xfrm>
            <a:off x="1763818" y="545758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2" name="Text 440"/>
          <p:cNvSpPr/>
          <p:nvPr/>
        </p:nvSpPr>
        <p:spPr>
          <a:xfrm>
            <a:off x="1763818" y="545758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43" name="Shape 441"/>
          <p:cNvSpPr/>
          <p:nvPr/>
        </p:nvSpPr>
        <p:spPr>
          <a:xfrm>
            <a:off x="1765154" y="546240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4" name="Text 442"/>
          <p:cNvSpPr/>
          <p:nvPr/>
        </p:nvSpPr>
        <p:spPr>
          <a:xfrm>
            <a:off x="1765154" y="54624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45" name="Shape 443"/>
          <p:cNvSpPr/>
          <p:nvPr/>
        </p:nvSpPr>
        <p:spPr>
          <a:xfrm>
            <a:off x="925379" y="483439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6" name="Text 444"/>
          <p:cNvSpPr/>
          <p:nvPr/>
        </p:nvSpPr>
        <p:spPr>
          <a:xfrm>
            <a:off x="925379" y="48343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47" name="Shape 445"/>
          <p:cNvSpPr/>
          <p:nvPr/>
        </p:nvSpPr>
        <p:spPr>
          <a:xfrm>
            <a:off x="1763622" y="546523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8" name="Text 446"/>
          <p:cNvSpPr/>
          <p:nvPr/>
        </p:nvSpPr>
        <p:spPr>
          <a:xfrm>
            <a:off x="1763622" y="54652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49" name="Shape 447"/>
          <p:cNvSpPr/>
          <p:nvPr/>
        </p:nvSpPr>
        <p:spPr>
          <a:xfrm>
            <a:off x="1765633" y="546225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0" name="Text 448"/>
          <p:cNvSpPr/>
          <p:nvPr/>
        </p:nvSpPr>
        <p:spPr>
          <a:xfrm>
            <a:off x="1765633" y="54622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51" name="Shape 449"/>
          <p:cNvSpPr/>
          <p:nvPr/>
        </p:nvSpPr>
        <p:spPr>
          <a:xfrm>
            <a:off x="1764666" y="545761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2" name="Text 450"/>
          <p:cNvSpPr/>
          <p:nvPr/>
        </p:nvSpPr>
        <p:spPr>
          <a:xfrm>
            <a:off x="1764666" y="54576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53" name="Shape 451"/>
          <p:cNvSpPr/>
          <p:nvPr/>
        </p:nvSpPr>
        <p:spPr>
          <a:xfrm>
            <a:off x="1763890" y="545943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4" name="Text 452"/>
          <p:cNvSpPr/>
          <p:nvPr/>
        </p:nvSpPr>
        <p:spPr>
          <a:xfrm>
            <a:off x="1763890" y="54594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55" name="Shape 453"/>
          <p:cNvSpPr/>
          <p:nvPr/>
        </p:nvSpPr>
        <p:spPr>
          <a:xfrm>
            <a:off x="1765257" y="546531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6" name="Text 454"/>
          <p:cNvSpPr/>
          <p:nvPr/>
        </p:nvSpPr>
        <p:spPr>
          <a:xfrm>
            <a:off x="1765257" y="546531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57" name="Shape 455"/>
          <p:cNvSpPr/>
          <p:nvPr/>
        </p:nvSpPr>
        <p:spPr>
          <a:xfrm>
            <a:off x="1765070" y="546454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8" name="Text 456"/>
          <p:cNvSpPr/>
          <p:nvPr/>
        </p:nvSpPr>
        <p:spPr>
          <a:xfrm>
            <a:off x="1765070" y="54645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59" name="Shape 457"/>
          <p:cNvSpPr/>
          <p:nvPr/>
        </p:nvSpPr>
        <p:spPr>
          <a:xfrm>
            <a:off x="1765288" y="546484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0" name="Text 458"/>
          <p:cNvSpPr/>
          <p:nvPr/>
        </p:nvSpPr>
        <p:spPr>
          <a:xfrm>
            <a:off x="1765288" y="54648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61" name="Shape 459"/>
          <p:cNvSpPr/>
          <p:nvPr/>
        </p:nvSpPr>
        <p:spPr>
          <a:xfrm>
            <a:off x="5339013" y="28990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2" name="Text 460"/>
          <p:cNvSpPr/>
          <p:nvPr/>
        </p:nvSpPr>
        <p:spPr>
          <a:xfrm>
            <a:off x="5339013" y="28990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63" name="Shape 461"/>
          <p:cNvSpPr/>
          <p:nvPr/>
        </p:nvSpPr>
        <p:spPr>
          <a:xfrm>
            <a:off x="1763064" y="546090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4" name="Text 462"/>
          <p:cNvSpPr/>
          <p:nvPr/>
        </p:nvSpPr>
        <p:spPr>
          <a:xfrm>
            <a:off x="1763064" y="54609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65" name="Shape 463"/>
          <p:cNvSpPr/>
          <p:nvPr/>
        </p:nvSpPr>
        <p:spPr>
          <a:xfrm>
            <a:off x="1764914" y="546527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6" name="Text 464"/>
          <p:cNvSpPr/>
          <p:nvPr/>
        </p:nvSpPr>
        <p:spPr>
          <a:xfrm>
            <a:off x="1764914" y="54652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67" name="Shape 465"/>
          <p:cNvSpPr/>
          <p:nvPr/>
        </p:nvSpPr>
        <p:spPr>
          <a:xfrm>
            <a:off x="1764801" y="545769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8" name="Text 466"/>
          <p:cNvSpPr/>
          <p:nvPr/>
        </p:nvSpPr>
        <p:spPr>
          <a:xfrm>
            <a:off x="1764801" y="5457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69" name="Shape 467"/>
          <p:cNvSpPr/>
          <p:nvPr/>
        </p:nvSpPr>
        <p:spPr>
          <a:xfrm>
            <a:off x="1765422" y="546398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0" name="Text 468"/>
          <p:cNvSpPr/>
          <p:nvPr/>
        </p:nvSpPr>
        <p:spPr>
          <a:xfrm>
            <a:off x="1765422" y="54639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71" name="Shape 469"/>
          <p:cNvSpPr/>
          <p:nvPr/>
        </p:nvSpPr>
        <p:spPr>
          <a:xfrm>
            <a:off x="1764526" y="54648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2" name="Text 470"/>
          <p:cNvSpPr/>
          <p:nvPr/>
        </p:nvSpPr>
        <p:spPr>
          <a:xfrm>
            <a:off x="1764526" y="54648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73" name="Shape 471"/>
          <p:cNvSpPr/>
          <p:nvPr/>
        </p:nvSpPr>
        <p:spPr>
          <a:xfrm>
            <a:off x="5449211" y="284380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4" name="Text 472"/>
          <p:cNvSpPr/>
          <p:nvPr/>
        </p:nvSpPr>
        <p:spPr>
          <a:xfrm>
            <a:off x="5449211" y="2843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75" name="Shape 473"/>
          <p:cNvSpPr/>
          <p:nvPr/>
        </p:nvSpPr>
        <p:spPr>
          <a:xfrm>
            <a:off x="5449196" y="284385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6" name="Text 474"/>
          <p:cNvSpPr/>
          <p:nvPr/>
        </p:nvSpPr>
        <p:spPr>
          <a:xfrm>
            <a:off x="5449196" y="28438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77" name="Shape 475"/>
          <p:cNvSpPr/>
          <p:nvPr/>
        </p:nvSpPr>
        <p:spPr>
          <a:xfrm>
            <a:off x="5449240" y="284394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8" name="Text 476"/>
          <p:cNvSpPr/>
          <p:nvPr/>
        </p:nvSpPr>
        <p:spPr>
          <a:xfrm>
            <a:off x="5449240" y="28439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79" name="Shape 477"/>
          <p:cNvSpPr/>
          <p:nvPr/>
        </p:nvSpPr>
        <p:spPr>
          <a:xfrm>
            <a:off x="5449114" y="283939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0" name="Text 478"/>
          <p:cNvSpPr/>
          <p:nvPr/>
        </p:nvSpPr>
        <p:spPr>
          <a:xfrm>
            <a:off x="5449114" y="28393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81" name="Shape 479"/>
          <p:cNvSpPr/>
          <p:nvPr/>
        </p:nvSpPr>
        <p:spPr>
          <a:xfrm>
            <a:off x="5449152" y="283925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2" name="Text 480"/>
          <p:cNvSpPr/>
          <p:nvPr/>
        </p:nvSpPr>
        <p:spPr>
          <a:xfrm>
            <a:off x="5449152" y="2839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83" name="Shape 481"/>
          <p:cNvSpPr/>
          <p:nvPr/>
        </p:nvSpPr>
        <p:spPr>
          <a:xfrm>
            <a:off x="5381294" y="21659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4" name="Text 482"/>
          <p:cNvSpPr/>
          <p:nvPr/>
        </p:nvSpPr>
        <p:spPr>
          <a:xfrm>
            <a:off x="5381294" y="21659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485" name="Shape 483"/>
          <p:cNvSpPr/>
          <p:nvPr/>
        </p:nvSpPr>
        <p:spPr>
          <a:xfrm>
            <a:off x="924910" y="483346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6" name="Text 484"/>
          <p:cNvSpPr/>
          <p:nvPr/>
        </p:nvSpPr>
        <p:spPr>
          <a:xfrm>
            <a:off x="924910" y="483346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487" name="Shape 485"/>
          <p:cNvSpPr/>
          <p:nvPr/>
        </p:nvSpPr>
        <p:spPr>
          <a:xfrm>
            <a:off x="1762969" y="545431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8" name="Text 486"/>
          <p:cNvSpPr/>
          <p:nvPr/>
        </p:nvSpPr>
        <p:spPr>
          <a:xfrm>
            <a:off x="1762969" y="545431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489" name="Shape 487"/>
          <p:cNvSpPr/>
          <p:nvPr/>
        </p:nvSpPr>
        <p:spPr>
          <a:xfrm>
            <a:off x="1764977" y="546691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90" name="Text 488"/>
          <p:cNvSpPr/>
          <p:nvPr/>
        </p:nvSpPr>
        <p:spPr>
          <a:xfrm>
            <a:off x="1764977" y="546691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491" name="Shape 489"/>
          <p:cNvSpPr/>
          <p:nvPr/>
        </p:nvSpPr>
        <p:spPr>
          <a:xfrm>
            <a:off x="1764932" y="546707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92" name="Text 490"/>
          <p:cNvSpPr/>
          <p:nvPr/>
        </p:nvSpPr>
        <p:spPr>
          <a:xfrm>
            <a:off x="1764932" y="546707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493" name="Shape 491"/>
          <p:cNvSpPr/>
          <p:nvPr/>
        </p:nvSpPr>
        <p:spPr>
          <a:xfrm>
            <a:off x="924559" y="48336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94" name="Text 492"/>
          <p:cNvSpPr/>
          <p:nvPr/>
        </p:nvSpPr>
        <p:spPr>
          <a:xfrm>
            <a:off x="924559" y="48336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495" name="Shape 493"/>
          <p:cNvSpPr/>
          <p:nvPr/>
        </p:nvSpPr>
        <p:spPr>
          <a:xfrm>
            <a:off x="1767523" y="546900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96" name="Text 494"/>
          <p:cNvSpPr/>
          <p:nvPr/>
        </p:nvSpPr>
        <p:spPr>
          <a:xfrm>
            <a:off x="1767523" y="546900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497" name="Shape 495"/>
          <p:cNvSpPr/>
          <p:nvPr/>
        </p:nvSpPr>
        <p:spPr>
          <a:xfrm>
            <a:off x="1736593" y="543981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98" name="Text 496"/>
          <p:cNvSpPr/>
          <p:nvPr/>
        </p:nvSpPr>
        <p:spPr>
          <a:xfrm>
            <a:off x="1736593" y="54398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499" name="Shape 497"/>
          <p:cNvSpPr/>
          <p:nvPr/>
        </p:nvSpPr>
        <p:spPr>
          <a:xfrm>
            <a:off x="1737310" y="543787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0" name="Text 498"/>
          <p:cNvSpPr/>
          <p:nvPr/>
        </p:nvSpPr>
        <p:spPr>
          <a:xfrm>
            <a:off x="1737310" y="54378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501" name="Shape 499"/>
          <p:cNvSpPr/>
          <p:nvPr/>
        </p:nvSpPr>
        <p:spPr>
          <a:xfrm>
            <a:off x="1737382" y="542919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2" name="Text 500"/>
          <p:cNvSpPr/>
          <p:nvPr/>
        </p:nvSpPr>
        <p:spPr>
          <a:xfrm>
            <a:off x="1737382" y="54291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503" name="Shape 501"/>
          <p:cNvSpPr/>
          <p:nvPr/>
        </p:nvSpPr>
        <p:spPr>
          <a:xfrm>
            <a:off x="1738534" y="543447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4" name="Text 502"/>
          <p:cNvSpPr/>
          <p:nvPr/>
        </p:nvSpPr>
        <p:spPr>
          <a:xfrm>
            <a:off x="1738534" y="54344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505" name="Shape 503"/>
          <p:cNvSpPr/>
          <p:nvPr/>
        </p:nvSpPr>
        <p:spPr>
          <a:xfrm>
            <a:off x="1738103" y="543764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6" name="Text 504"/>
          <p:cNvSpPr/>
          <p:nvPr/>
        </p:nvSpPr>
        <p:spPr>
          <a:xfrm>
            <a:off x="1738103" y="543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507" name="Shape 505"/>
          <p:cNvSpPr/>
          <p:nvPr/>
        </p:nvSpPr>
        <p:spPr>
          <a:xfrm>
            <a:off x="1736320" y="543680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8" name="Text 506"/>
          <p:cNvSpPr/>
          <p:nvPr/>
        </p:nvSpPr>
        <p:spPr>
          <a:xfrm>
            <a:off x="1736320" y="54368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509" name="Shape 507"/>
          <p:cNvSpPr/>
          <p:nvPr/>
        </p:nvSpPr>
        <p:spPr>
          <a:xfrm>
            <a:off x="5354003" y="213845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10" name="Text 508"/>
          <p:cNvSpPr/>
          <p:nvPr/>
        </p:nvSpPr>
        <p:spPr>
          <a:xfrm>
            <a:off x="5354003" y="213845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511" name="Shape 509"/>
          <p:cNvSpPr/>
          <p:nvPr/>
        </p:nvSpPr>
        <p:spPr>
          <a:xfrm>
            <a:off x="1735825" y="544816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12" name="Text 510"/>
          <p:cNvSpPr/>
          <p:nvPr/>
        </p:nvSpPr>
        <p:spPr>
          <a:xfrm>
            <a:off x="1735825" y="54481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513" name="Shape 511"/>
          <p:cNvSpPr/>
          <p:nvPr/>
        </p:nvSpPr>
        <p:spPr>
          <a:xfrm>
            <a:off x="1736792" y="544272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14" name="Text 512"/>
          <p:cNvSpPr/>
          <p:nvPr/>
        </p:nvSpPr>
        <p:spPr>
          <a:xfrm>
            <a:off x="1736792" y="544272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515" name="Shape 513"/>
          <p:cNvSpPr/>
          <p:nvPr/>
        </p:nvSpPr>
        <p:spPr>
          <a:xfrm>
            <a:off x="897142" y="480575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16" name="Text 514"/>
          <p:cNvSpPr/>
          <p:nvPr/>
        </p:nvSpPr>
        <p:spPr>
          <a:xfrm>
            <a:off x="897142" y="4805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517" name="Shape 515"/>
          <p:cNvSpPr/>
          <p:nvPr/>
        </p:nvSpPr>
        <p:spPr>
          <a:xfrm>
            <a:off x="1736467" y="543169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18" name="Text 516"/>
          <p:cNvSpPr/>
          <p:nvPr/>
        </p:nvSpPr>
        <p:spPr>
          <a:xfrm>
            <a:off x="1736467" y="543169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519" name="Shape 517"/>
          <p:cNvSpPr/>
          <p:nvPr/>
        </p:nvSpPr>
        <p:spPr>
          <a:xfrm>
            <a:off x="5311436" y="287304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0" name="Text 518"/>
          <p:cNvSpPr/>
          <p:nvPr/>
        </p:nvSpPr>
        <p:spPr>
          <a:xfrm>
            <a:off x="5311436" y="287304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521" name="Shape 519"/>
          <p:cNvSpPr/>
          <p:nvPr/>
        </p:nvSpPr>
        <p:spPr>
          <a:xfrm>
            <a:off x="1736487" y="543194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2" name="Text 520"/>
          <p:cNvSpPr/>
          <p:nvPr/>
        </p:nvSpPr>
        <p:spPr>
          <a:xfrm>
            <a:off x="1736487" y="5431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523" name="Shape 521"/>
          <p:cNvSpPr/>
          <p:nvPr/>
        </p:nvSpPr>
        <p:spPr>
          <a:xfrm>
            <a:off x="1736481" y="544215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4" name="Text 522"/>
          <p:cNvSpPr/>
          <p:nvPr/>
        </p:nvSpPr>
        <p:spPr>
          <a:xfrm>
            <a:off x="1736481" y="54421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525" name="Shape 523"/>
          <p:cNvSpPr/>
          <p:nvPr/>
        </p:nvSpPr>
        <p:spPr>
          <a:xfrm>
            <a:off x="897466" y="480591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6" name="Text 524"/>
          <p:cNvSpPr/>
          <p:nvPr/>
        </p:nvSpPr>
        <p:spPr>
          <a:xfrm>
            <a:off x="897466" y="4805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527" name="Shape 525"/>
          <p:cNvSpPr/>
          <p:nvPr/>
        </p:nvSpPr>
        <p:spPr>
          <a:xfrm>
            <a:off x="896112" y="480597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8" name="Text 526"/>
          <p:cNvSpPr/>
          <p:nvPr/>
        </p:nvSpPr>
        <p:spPr>
          <a:xfrm>
            <a:off x="896112" y="48059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529" name="Shape 527"/>
          <p:cNvSpPr/>
          <p:nvPr/>
        </p:nvSpPr>
        <p:spPr>
          <a:xfrm>
            <a:off x="1737763" y="543496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30" name="Text 528"/>
          <p:cNvSpPr/>
          <p:nvPr/>
        </p:nvSpPr>
        <p:spPr>
          <a:xfrm>
            <a:off x="1737763" y="54349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531" name="Shape 529"/>
          <p:cNvSpPr/>
          <p:nvPr/>
        </p:nvSpPr>
        <p:spPr>
          <a:xfrm>
            <a:off x="1736468" y="542926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32" name="Text 530"/>
          <p:cNvSpPr/>
          <p:nvPr/>
        </p:nvSpPr>
        <p:spPr>
          <a:xfrm>
            <a:off x="1736468" y="542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533" name="Shape 531"/>
          <p:cNvSpPr/>
          <p:nvPr/>
        </p:nvSpPr>
        <p:spPr>
          <a:xfrm>
            <a:off x="1736825" y="544252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34" name="Text 532"/>
          <p:cNvSpPr/>
          <p:nvPr/>
        </p:nvSpPr>
        <p:spPr>
          <a:xfrm>
            <a:off x="1736825" y="544252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535" name="Shape 533"/>
          <p:cNvSpPr/>
          <p:nvPr/>
        </p:nvSpPr>
        <p:spPr>
          <a:xfrm>
            <a:off x="5354069" y="213844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36" name="Text 534"/>
          <p:cNvSpPr/>
          <p:nvPr/>
        </p:nvSpPr>
        <p:spPr>
          <a:xfrm>
            <a:off x="5354069" y="2138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537" name="Shape 535"/>
          <p:cNvSpPr/>
          <p:nvPr/>
        </p:nvSpPr>
        <p:spPr>
          <a:xfrm>
            <a:off x="1736273" y="543697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38" name="Text 536"/>
          <p:cNvSpPr/>
          <p:nvPr/>
        </p:nvSpPr>
        <p:spPr>
          <a:xfrm>
            <a:off x="1736273" y="54369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539" name="Shape 537"/>
          <p:cNvSpPr/>
          <p:nvPr/>
        </p:nvSpPr>
        <p:spPr>
          <a:xfrm>
            <a:off x="1736464" y="543138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0" name="Text 538"/>
          <p:cNvSpPr/>
          <p:nvPr/>
        </p:nvSpPr>
        <p:spPr>
          <a:xfrm>
            <a:off x="1736464" y="543138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541" name="Shape 539"/>
          <p:cNvSpPr/>
          <p:nvPr/>
        </p:nvSpPr>
        <p:spPr>
          <a:xfrm>
            <a:off x="1738368" y="542948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2" name="Text 540"/>
          <p:cNvSpPr/>
          <p:nvPr/>
        </p:nvSpPr>
        <p:spPr>
          <a:xfrm>
            <a:off x="1738368" y="542948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543" name="Shape 541"/>
          <p:cNvSpPr/>
          <p:nvPr/>
        </p:nvSpPr>
        <p:spPr>
          <a:xfrm>
            <a:off x="1737197" y="542960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4" name="Text 542"/>
          <p:cNvSpPr/>
          <p:nvPr/>
        </p:nvSpPr>
        <p:spPr>
          <a:xfrm>
            <a:off x="1737197" y="5429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545" name="Shape 543"/>
          <p:cNvSpPr/>
          <p:nvPr/>
        </p:nvSpPr>
        <p:spPr>
          <a:xfrm>
            <a:off x="1738967" y="543563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6" name="Text 544"/>
          <p:cNvSpPr/>
          <p:nvPr/>
        </p:nvSpPr>
        <p:spPr>
          <a:xfrm>
            <a:off x="1738967" y="54356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547" name="Shape 545"/>
          <p:cNvSpPr/>
          <p:nvPr/>
        </p:nvSpPr>
        <p:spPr>
          <a:xfrm>
            <a:off x="5355535" y="213160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8" name="Text 546"/>
          <p:cNvSpPr/>
          <p:nvPr/>
        </p:nvSpPr>
        <p:spPr>
          <a:xfrm>
            <a:off x="5355535" y="213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49" name="Shape 547"/>
          <p:cNvSpPr/>
          <p:nvPr/>
        </p:nvSpPr>
        <p:spPr>
          <a:xfrm>
            <a:off x="1737464" y="543078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50" name="Text 548"/>
          <p:cNvSpPr/>
          <p:nvPr/>
        </p:nvSpPr>
        <p:spPr>
          <a:xfrm>
            <a:off x="1737464" y="5430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51" name="Shape 549"/>
          <p:cNvSpPr/>
          <p:nvPr/>
        </p:nvSpPr>
        <p:spPr>
          <a:xfrm>
            <a:off x="1737611" y="543690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52" name="Text 550"/>
          <p:cNvSpPr/>
          <p:nvPr/>
        </p:nvSpPr>
        <p:spPr>
          <a:xfrm>
            <a:off x="1737611" y="543690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53" name="Shape 551"/>
          <p:cNvSpPr/>
          <p:nvPr/>
        </p:nvSpPr>
        <p:spPr>
          <a:xfrm>
            <a:off x="1736792" y="543969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54" name="Text 552"/>
          <p:cNvSpPr/>
          <p:nvPr/>
        </p:nvSpPr>
        <p:spPr>
          <a:xfrm>
            <a:off x="1736792" y="54396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55" name="Shape 553"/>
          <p:cNvSpPr/>
          <p:nvPr/>
        </p:nvSpPr>
        <p:spPr>
          <a:xfrm>
            <a:off x="1736529" y="543980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56" name="Text 554"/>
          <p:cNvSpPr/>
          <p:nvPr/>
        </p:nvSpPr>
        <p:spPr>
          <a:xfrm>
            <a:off x="1736529" y="54398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57" name="Shape 555"/>
          <p:cNvSpPr/>
          <p:nvPr/>
        </p:nvSpPr>
        <p:spPr>
          <a:xfrm>
            <a:off x="897993" y="480707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58" name="Text 556"/>
          <p:cNvSpPr/>
          <p:nvPr/>
        </p:nvSpPr>
        <p:spPr>
          <a:xfrm>
            <a:off x="897993" y="48070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59" name="Shape 557"/>
          <p:cNvSpPr/>
          <p:nvPr/>
        </p:nvSpPr>
        <p:spPr>
          <a:xfrm>
            <a:off x="1737241" y="544011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0" name="Text 558"/>
          <p:cNvSpPr/>
          <p:nvPr/>
        </p:nvSpPr>
        <p:spPr>
          <a:xfrm>
            <a:off x="1737241" y="544011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61" name="Shape 559"/>
          <p:cNvSpPr/>
          <p:nvPr/>
        </p:nvSpPr>
        <p:spPr>
          <a:xfrm>
            <a:off x="1735678" y="543785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2" name="Text 560"/>
          <p:cNvSpPr/>
          <p:nvPr/>
        </p:nvSpPr>
        <p:spPr>
          <a:xfrm>
            <a:off x="1735678" y="54378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63" name="Shape 561"/>
          <p:cNvSpPr/>
          <p:nvPr/>
        </p:nvSpPr>
        <p:spPr>
          <a:xfrm>
            <a:off x="1737712" y="544235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4" name="Text 562"/>
          <p:cNvSpPr/>
          <p:nvPr/>
        </p:nvSpPr>
        <p:spPr>
          <a:xfrm>
            <a:off x="1737712" y="544235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65" name="Shape 563"/>
          <p:cNvSpPr/>
          <p:nvPr/>
        </p:nvSpPr>
        <p:spPr>
          <a:xfrm>
            <a:off x="1737665" y="544162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6" name="Text 564"/>
          <p:cNvSpPr/>
          <p:nvPr/>
        </p:nvSpPr>
        <p:spPr>
          <a:xfrm>
            <a:off x="1737665" y="544162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67" name="Shape 565"/>
          <p:cNvSpPr/>
          <p:nvPr/>
        </p:nvSpPr>
        <p:spPr>
          <a:xfrm>
            <a:off x="1736807" y="542794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8" name="Text 566"/>
          <p:cNvSpPr/>
          <p:nvPr/>
        </p:nvSpPr>
        <p:spPr>
          <a:xfrm>
            <a:off x="1736807" y="54279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69" name="Shape 567"/>
          <p:cNvSpPr/>
          <p:nvPr/>
        </p:nvSpPr>
        <p:spPr>
          <a:xfrm>
            <a:off x="1737616" y="543787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70" name="Text 568"/>
          <p:cNvSpPr/>
          <p:nvPr/>
        </p:nvSpPr>
        <p:spPr>
          <a:xfrm>
            <a:off x="1737616" y="543787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71" name="Shape 569"/>
          <p:cNvSpPr/>
          <p:nvPr/>
        </p:nvSpPr>
        <p:spPr>
          <a:xfrm>
            <a:off x="1737647" y="543956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72" name="Text 570"/>
          <p:cNvSpPr/>
          <p:nvPr/>
        </p:nvSpPr>
        <p:spPr>
          <a:xfrm>
            <a:off x="1737647" y="54395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73" name="Shape 571"/>
          <p:cNvSpPr/>
          <p:nvPr/>
        </p:nvSpPr>
        <p:spPr>
          <a:xfrm>
            <a:off x="1737731" y="5438721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74" name="Text 572"/>
          <p:cNvSpPr/>
          <p:nvPr/>
        </p:nvSpPr>
        <p:spPr>
          <a:xfrm>
            <a:off x="1737731" y="54387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75" name="Shape 573"/>
          <p:cNvSpPr/>
          <p:nvPr/>
        </p:nvSpPr>
        <p:spPr>
          <a:xfrm>
            <a:off x="1738366" y="543767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76" name="Text 574"/>
          <p:cNvSpPr/>
          <p:nvPr/>
        </p:nvSpPr>
        <p:spPr>
          <a:xfrm>
            <a:off x="1738366" y="54376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77" name="Shape 575"/>
          <p:cNvSpPr/>
          <p:nvPr/>
        </p:nvSpPr>
        <p:spPr>
          <a:xfrm>
            <a:off x="1737646" y="543944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78" name="Text 576"/>
          <p:cNvSpPr/>
          <p:nvPr/>
        </p:nvSpPr>
        <p:spPr>
          <a:xfrm>
            <a:off x="1737646" y="543944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79" name="Shape 577"/>
          <p:cNvSpPr/>
          <p:nvPr/>
        </p:nvSpPr>
        <p:spPr>
          <a:xfrm>
            <a:off x="1737672" y="543398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0" name="Text 578"/>
          <p:cNvSpPr/>
          <p:nvPr/>
        </p:nvSpPr>
        <p:spPr>
          <a:xfrm>
            <a:off x="1737672" y="54339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81" name="Shape 579"/>
          <p:cNvSpPr/>
          <p:nvPr/>
        </p:nvSpPr>
        <p:spPr>
          <a:xfrm>
            <a:off x="1737731" y="543856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2" name="Text 580"/>
          <p:cNvSpPr/>
          <p:nvPr/>
        </p:nvSpPr>
        <p:spPr>
          <a:xfrm>
            <a:off x="1737731" y="54385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83" name="Shape 581"/>
          <p:cNvSpPr/>
          <p:nvPr/>
        </p:nvSpPr>
        <p:spPr>
          <a:xfrm>
            <a:off x="5421800" y="281650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4" name="Text 582"/>
          <p:cNvSpPr/>
          <p:nvPr/>
        </p:nvSpPr>
        <p:spPr>
          <a:xfrm>
            <a:off x="5421800" y="28165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85" name="Shape 583"/>
          <p:cNvSpPr/>
          <p:nvPr/>
        </p:nvSpPr>
        <p:spPr>
          <a:xfrm>
            <a:off x="5421699" y="281161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6" name="Text 584"/>
          <p:cNvSpPr/>
          <p:nvPr/>
        </p:nvSpPr>
        <p:spPr>
          <a:xfrm>
            <a:off x="5421699" y="281161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87" name="Shape 585"/>
          <p:cNvSpPr/>
          <p:nvPr/>
        </p:nvSpPr>
        <p:spPr>
          <a:xfrm>
            <a:off x="5421681" y="281144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8" name="Text 586"/>
          <p:cNvSpPr/>
          <p:nvPr/>
        </p:nvSpPr>
        <p:spPr>
          <a:xfrm>
            <a:off x="5421681" y="281144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89" name="Shape 587"/>
          <p:cNvSpPr/>
          <p:nvPr/>
        </p:nvSpPr>
        <p:spPr>
          <a:xfrm>
            <a:off x="5422165" y="281821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90" name="Text 588"/>
          <p:cNvSpPr/>
          <p:nvPr/>
        </p:nvSpPr>
        <p:spPr>
          <a:xfrm>
            <a:off x="5422165" y="281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91" name="Shape 589"/>
          <p:cNvSpPr/>
          <p:nvPr/>
        </p:nvSpPr>
        <p:spPr>
          <a:xfrm>
            <a:off x="5421812" y="281655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92" name="Text 590"/>
          <p:cNvSpPr/>
          <p:nvPr/>
        </p:nvSpPr>
        <p:spPr>
          <a:xfrm>
            <a:off x="5421812" y="281655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93" name="Shape 591"/>
          <p:cNvSpPr/>
          <p:nvPr/>
        </p:nvSpPr>
        <p:spPr>
          <a:xfrm>
            <a:off x="5421841" y="281153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94" name="Text 592"/>
          <p:cNvSpPr/>
          <p:nvPr/>
        </p:nvSpPr>
        <p:spPr>
          <a:xfrm>
            <a:off x="5421841" y="281153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95" name="Shape 593"/>
          <p:cNvSpPr/>
          <p:nvPr/>
        </p:nvSpPr>
        <p:spPr>
          <a:xfrm>
            <a:off x="5421162" y="281389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96" name="Text 594"/>
          <p:cNvSpPr/>
          <p:nvPr/>
        </p:nvSpPr>
        <p:spPr>
          <a:xfrm>
            <a:off x="5421162" y="28138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97" name="Shape 595"/>
          <p:cNvSpPr/>
          <p:nvPr/>
        </p:nvSpPr>
        <p:spPr>
          <a:xfrm>
            <a:off x="5421436" y="281167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98" name="Text 596"/>
          <p:cNvSpPr/>
          <p:nvPr/>
        </p:nvSpPr>
        <p:spPr>
          <a:xfrm>
            <a:off x="5421436" y="28116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99" name="Shape 597"/>
          <p:cNvSpPr/>
          <p:nvPr/>
        </p:nvSpPr>
        <p:spPr>
          <a:xfrm>
            <a:off x="5421657" y="281173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0" name="Text 598"/>
          <p:cNvSpPr/>
          <p:nvPr/>
        </p:nvSpPr>
        <p:spPr>
          <a:xfrm>
            <a:off x="5421657" y="28117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601" name="Shape 599"/>
          <p:cNvSpPr/>
          <p:nvPr/>
        </p:nvSpPr>
        <p:spPr>
          <a:xfrm>
            <a:off x="5421894" y="281348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2" name="Text 600"/>
          <p:cNvSpPr/>
          <p:nvPr/>
        </p:nvSpPr>
        <p:spPr>
          <a:xfrm>
            <a:off x="5421894" y="281348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603" name="Shape 601"/>
          <p:cNvSpPr/>
          <p:nvPr/>
        </p:nvSpPr>
        <p:spPr>
          <a:xfrm>
            <a:off x="1737240" y="543549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4" name="Text 602"/>
          <p:cNvSpPr/>
          <p:nvPr/>
        </p:nvSpPr>
        <p:spPr>
          <a:xfrm>
            <a:off x="1737240" y="54354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605" name="Shape 603"/>
          <p:cNvSpPr/>
          <p:nvPr/>
        </p:nvSpPr>
        <p:spPr>
          <a:xfrm>
            <a:off x="1736223" y="543640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6" name="Text 604"/>
          <p:cNvSpPr/>
          <p:nvPr/>
        </p:nvSpPr>
        <p:spPr>
          <a:xfrm>
            <a:off x="1736223" y="54364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607" name="Shape 605"/>
          <p:cNvSpPr/>
          <p:nvPr/>
        </p:nvSpPr>
        <p:spPr>
          <a:xfrm>
            <a:off x="899091" y="480678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8" name="Text 606"/>
          <p:cNvSpPr/>
          <p:nvPr/>
        </p:nvSpPr>
        <p:spPr>
          <a:xfrm>
            <a:off x="899091" y="48067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609" name="Shape 607"/>
          <p:cNvSpPr/>
          <p:nvPr/>
        </p:nvSpPr>
        <p:spPr>
          <a:xfrm>
            <a:off x="5311740" y="287113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10" name="Text 608"/>
          <p:cNvSpPr/>
          <p:nvPr/>
        </p:nvSpPr>
        <p:spPr>
          <a:xfrm>
            <a:off x="5311740" y="28711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611" name="Shape 609"/>
          <p:cNvSpPr/>
          <p:nvPr/>
        </p:nvSpPr>
        <p:spPr>
          <a:xfrm>
            <a:off x="897200" y="480585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12" name="Text 610"/>
          <p:cNvSpPr/>
          <p:nvPr/>
        </p:nvSpPr>
        <p:spPr>
          <a:xfrm>
            <a:off x="897200" y="48058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613" name="Shape 611"/>
          <p:cNvSpPr/>
          <p:nvPr/>
        </p:nvSpPr>
        <p:spPr>
          <a:xfrm>
            <a:off x="1739159" y="543553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14" name="Text 612"/>
          <p:cNvSpPr/>
          <p:nvPr/>
        </p:nvSpPr>
        <p:spPr>
          <a:xfrm>
            <a:off x="1739159" y="543553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  <p:sp>
        <p:nvSpPr>
          <p:cNvPr id="615" name="Shape 613"/>
          <p:cNvSpPr/>
          <p:nvPr/>
        </p:nvSpPr>
        <p:spPr>
          <a:xfrm>
            <a:off x="1700076" y="539090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16" name="Text 614"/>
          <p:cNvSpPr/>
          <p:nvPr/>
        </p:nvSpPr>
        <p:spPr>
          <a:xfrm>
            <a:off x="1700076" y="5390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617" name="Shape 615"/>
          <p:cNvSpPr/>
          <p:nvPr/>
        </p:nvSpPr>
        <p:spPr>
          <a:xfrm>
            <a:off x="1700321" y="540191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18" name="Text 616"/>
          <p:cNvSpPr/>
          <p:nvPr/>
        </p:nvSpPr>
        <p:spPr>
          <a:xfrm>
            <a:off x="1700321" y="540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619" name="Shape 617"/>
          <p:cNvSpPr/>
          <p:nvPr/>
        </p:nvSpPr>
        <p:spPr>
          <a:xfrm>
            <a:off x="5316827" y="210316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0" name="Text 618"/>
          <p:cNvSpPr/>
          <p:nvPr/>
        </p:nvSpPr>
        <p:spPr>
          <a:xfrm>
            <a:off x="5316827" y="210316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621" name="Shape 619"/>
          <p:cNvSpPr/>
          <p:nvPr/>
        </p:nvSpPr>
        <p:spPr>
          <a:xfrm>
            <a:off x="1701789" y="539961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2" name="Text 620"/>
          <p:cNvSpPr/>
          <p:nvPr/>
        </p:nvSpPr>
        <p:spPr>
          <a:xfrm>
            <a:off x="1701789" y="53996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623" name="Shape 621"/>
          <p:cNvSpPr/>
          <p:nvPr/>
        </p:nvSpPr>
        <p:spPr>
          <a:xfrm>
            <a:off x="1702806" y="540275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4" name="Text 622"/>
          <p:cNvSpPr/>
          <p:nvPr/>
        </p:nvSpPr>
        <p:spPr>
          <a:xfrm>
            <a:off x="1702806" y="54027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625" name="Shape 623"/>
          <p:cNvSpPr/>
          <p:nvPr/>
        </p:nvSpPr>
        <p:spPr>
          <a:xfrm>
            <a:off x="1700234" y="539162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6" name="Text 624"/>
          <p:cNvSpPr/>
          <p:nvPr/>
        </p:nvSpPr>
        <p:spPr>
          <a:xfrm>
            <a:off x="1700234" y="539162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00" dirty="0"/>
          </a:p>
        </p:txBody>
      </p:sp>
      <p:sp>
        <p:nvSpPr>
          <p:cNvPr id="627" name="Shape 625"/>
          <p:cNvSpPr/>
          <p:nvPr/>
        </p:nvSpPr>
        <p:spPr>
          <a:xfrm>
            <a:off x="1702478" y="539836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8" name="Text 626"/>
          <p:cNvSpPr/>
          <p:nvPr/>
        </p:nvSpPr>
        <p:spPr>
          <a:xfrm>
            <a:off x="1702478" y="539836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900" dirty="0"/>
          </a:p>
        </p:txBody>
      </p:sp>
      <p:sp>
        <p:nvSpPr>
          <p:cNvPr id="629" name="Shape 627"/>
          <p:cNvSpPr/>
          <p:nvPr/>
        </p:nvSpPr>
        <p:spPr>
          <a:xfrm>
            <a:off x="1702672" y="539611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30" name="Text 628"/>
          <p:cNvSpPr/>
          <p:nvPr/>
        </p:nvSpPr>
        <p:spPr>
          <a:xfrm>
            <a:off x="1702672" y="539611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900" dirty="0"/>
          </a:p>
        </p:txBody>
      </p:sp>
      <p:sp>
        <p:nvSpPr>
          <p:cNvPr id="631" name="Shape 629"/>
          <p:cNvSpPr/>
          <p:nvPr/>
        </p:nvSpPr>
        <p:spPr>
          <a:xfrm>
            <a:off x="1892351" y="521931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32" name="Text 630"/>
          <p:cNvSpPr/>
          <p:nvPr/>
        </p:nvSpPr>
        <p:spPr>
          <a:xfrm>
            <a:off x="1892351" y="521931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900" dirty="0"/>
          </a:p>
        </p:txBody>
      </p:sp>
      <p:sp>
        <p:nvSpPr>
          <p:cNvPr id="633" name="Shape 631"/>
          <p:cNvSpPr/>
          <p:nvPr/>
        </p:nvSpPr>
        <p:spPr>
          <a:xfrm>
            <a:off x="861009" y="476977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34" name="Text 632"/>
          <p:cNvSpPr/>
          <p:nvPr/>
        </p:nvSpPr>
        <p:spPr>
          <a:xfrm>
            <a:off x="861009" y="476977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900" dirty="0"/>
          </a:p>
        </p:txBody>
      </p:sp>
      <p:sp>
        <p:nvSpPr>
          <p:cNvPr id="635" name="Shape 633"/>
          <p:cNvSpPr/>
          <p:nvPr/>
        </p:nvSpPr>
        <p:spPr>
          <a:xfrm>
            <a:off x="1701175" y="540109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36" name="Text 634"/>
          <p:cNvSpPr/>
          <p:nvPr/>
        </p:nvSpPr>
        <p:spPr>
          <a:xfrm>
            <a:off x="1701175" y="540109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900" dirty="0"/>
          </a:p>
        </p:txBody>
      </p:sp>
      <p:sp>
        <p:nvSpPr>
          <p:cNvPr id="637" name="Shape 635"/>
          <p:cNvSpPr/>
          <p:nvPr/>
        </p:nvSpPr>
        <p:spPr>
          <a:xfrm>
            <a:off x="5274591" y="283545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38" name="Text 636"/>
          <p:cNvSpPr/>
          <p:nvPr/>
        </p:nvSpPr>
        <p:spPr>
          <a:xfrm>
            <a:off x="5274591" y="283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639" name="Shape 637"/>
          <p:cNvSpPr/>
          <p:nvPr/>
        </p:nvSpPr>
        <p:spPr>
          <a:xfrm>
            <a:off x="5274992" y="283548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0" name="Text 638"/>
          <p:cNvSpPr/>
          <p:nvPr/>
        </p:nvSpPr>
        <p:spPr>
          <a:xfrm>
            <a:off x="5274992" y="28354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641" name="Shape 639"/>
          <p:cNvSpPr/>
          <p:nvPr/>
        </p:nvSpPr>
        <p:spPr>
          <a:xfrm>
            <a:off x="5274769" y="283670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2" name="Text 640"/>
          <p:cNvSpPr/>
          <p:nvPr/>
        </p:nvSpPr>
        <p:spPr>
          <a:xfrm>
            <a:off x="5274769" y="2836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643" name="Shape 641"/>
          <p:cNvSpPr/>
          <p:nvPr/>
        </p:nvSpPr>
        <p:spPr>
          <a:xfrm>
            <a:off x="5316864" y="210199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4" name="Text 642"/>
          <p:cNvSpPr/>
          <p:nvPr/>
        </p:nvSpPr>
        <p:spPr>
          <a:xfrm>
            <a:off x="5316864" y="210199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645" name="Shape 643"/>
          <p:cNvSpPr/>
          <p:nvPr/>
        </p:nvSpPr>
        <p:spPr>
          <a:xfrm>
            <a:off x="1892699" y="522094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6" name="Text 644"/>
          <p:cNvSpPr/>
          <p:nvPr/>
        </p:nvSpPr>
        <p:spPr>
          <a:xfrm>
            <a:off x="1892699" y="522094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647" name="Shape 645"/>
          <p:cNvSpPr/>
          <p:nvPr/>
        </p:nvSpPr>
        <p:spPr>
          <a:xfrm>
            <a:off x="861322" y="477073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8" name="Text 646"/>
          <p:cNvSpPr/>
          <p:nvPr/>
        </p:nvSpPr>
        <p:spPr>
          <a:xfrm>
            <a:off x="861322" y="477073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649" name="Shape 647"/>
          <p:cNvSpPr/>
          <p:nvPr/>
        </p:nvSpPr>
        <p:spPr>
          <a:xfrm>
            <a:off x="5317177" y="210135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50" name="Text 648"/>
          <p:cNvSpPr/>
          <p:nvPr/>
        </p:nvSpPr>
        <p:spPr>
          <a:xfrm>
            <a:off x="5317177" y="21013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651" name="Shape 649"/>
          <p:cNvSpPr/>
          <p:nvPr/>
        </p:nvSpPr>
        <p:spPr>
          <a:xfrm>
            <a:off x="1701224" y="539599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52" name="Text 650"/>
          <p:cNvSpPr/>
          <p:nvPr/>
        </p:nvSpPr>
        <p:spPr>
          <a:xfrm>
            <a:off x="1701224" y="539599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653" name="Shape 651"/>
          <p:cNvSpPr/>
          <p:nvPr/>
        </p:nvSpPr>
        <p:spPr>
          <a:xfrm>
            <a:off x="1700827" y="539873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54" name="Text 652"/>
          <p:cNvSpPr/>
          <p:nvPr/>
        </p:nvSpPr>
        <p:spPr>
          <a:xfrm>
            <a:off x="1700827" y="5398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655" name="Shape 653"/>
          <p:cNvSpPr/>
          <p:nvPr/>
        </p:nvSpPr>
        <p:spPr>
          <a:xfrm>
            <a:off x="1699099" y="539963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56" name="Text 654"/>
          <p:cNvSpPr/>
          <p:nvPr/>
        </p:nvSpPr>
        <p:spPr>
          <a:xfrm>
            <a:off x="1699099" y="539963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657" name="Shape 655"/>
          <p:cNvSpPr/>
          <p:nvPr/>
        </p:nvSpPr>
        <p:spPr>
          <a:xfrm>
            <a:off x="1701488" y="540147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58" name="Text 656"/>
          <p:cNvSpPr/>
          <p:nvPr/>
        </p:nvSpPr>
        <p:spPr>
          <a:xfrm>
            <a:off x="1701488" y="5401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659" name="Shape 657"/>
          <p:cNvSpPr/>
          <p:nvPr/>
        </p:nvSpPr>
        <p:spPr>
          <a:xfrm>
            <a:off x="1700849" y="540144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0" name="Text 658"/>
          <p:cNvSpPr/>
          <p:nvPr/>
        </p:nvSpPr>
        <p:spPr>
          <a:xfrm>
            <a:off x="1700849" y="5401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661" name="Shape 659"/>
          <p:cNvSpPr/>
          <p:nvPr/>
        </p:nvSpPr>
        <p:spPr>
          <a:xfrm>
            <a:off x="1699900" y="539932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2" name="Text 660"/>
          <p:cNvSpPr/>
          <p:nvPr/>
        </p:nvSpPr>
        <p:spPr>
          <a:xfrm>
            <a:off x="1699900" y="53993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663" name="Shape 661"/>
          <p:cNvSpPr/>
          <p:nvPr/>
        </p:nvSpPr>
        <p:spPr>
          <a:xfrm>
            <a:off x="1700827" y="539273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4" name="Text 662"/>
          <p:cNvSpPr/>
          <p:nvPr/>
        </p:nvSpPr>
        <p:spPr>
          <a:xfrm>
            <a:off x="1700827" y="53927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665" name="Shape 663"/>
          <p:cNvSpPr/>
          <p:nvPr/>
        </p:nvSpPr>
        <p:spPr>
          <a:xfrm>
            <a:off x="862496" y="476970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6" name="Text 664"/>
          <p:cNvSpPr/>
          <p:nvPr/>
        </p:nvSpPr>
        <p:spPr>
          <a:xfrm>
            <a:off x="862496" y="47697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667" name="Shape 665"/>
          <p:cNvSpPr/>
          <p:nvPr/>
        </p:nvSpPr>
        <p:spPr>
          <a:xfrm>
            <a:off x="5385239" y="277509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8" name="Text 666"/>
          <p:cNvSpPr/>
          <p:nvPr/>
        </p:nvSpPr>
        <p:spPr>
          <a:xfrm>
            <a:off x="5385239" y="27750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669" name="Shape 667"/>
          <p:cNvSpPr/>
          <p:nvPr/>
        </p:nvSpPr>
        <p:spPr>
          <a:xfrm>
            <a:off x="5385092" y="277479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70" name="Text 668"/>
          <p:cNvSpPr/>
          <p:nvPr/>
        </p:nvSpPr>
        <p:spPr>
          <a:xfrm>
            <a:off x="5385092" y="277479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671" name="Shape 669"/>
          <p:cNvSpPr/>
          <p:nvPr/>
        </p:nvSpPr>
        <p:spPr>
          <a:xfrm>
            <a:off x="5385083" y="277480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72" name="Text 670"/>
          <p:cNvSpPr/>
          <p:nvPr/>
        </p:nvSpPr>
        <p:spPr>
          <a:xfrm>
            <a:off x="5385083" y="2774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673" name="Shape 671"/>
          <p:cNvSpPr/>
          <p:nvPr/>
        </p:nvSpPr>
        <p:spPr>
          <a:xfrm>
            <a:off x="5274837" y="283699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74" name="Text 672"/>
          <p:cNvSpPr/>
          <p:nvPr/>
        </p:nvSpPr>
        <p:spPr>
          <a:xfrm>
            <a:off x="5274837" y="2836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900" dirty="0"/>
          </a:p>
        </p:txBody>
      </p:sp>
      <p:sp>
        <p:nvSpPr>
          <p:cNvPr id="675" name="Shape 673"/>
          <p:cNvSpPr/>
          <p:nvPr/>
        </p:nvSpPr>
        <p:spPr>
          <a:xfrm>
            <a:off x="1700028" y="539932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76" name="Text 674"/>
          <p:cNvSpPr/>
          <p:nvPr/>
        </p:nvSpPr>
        <p:spPr>
          <a:xfrm>
            <a:off x="1700028" y="53993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900" dirty="0"/>
          </a:p>
        </p:txBody>
      </p:sp>
      <p:sp>
        <p:nvSpPr>
          <p:cNvPr id="677" name="Shape 675"/>
          <p:cNvSpPr/>
          <p:nvPr/>
        </p:nvSpPr>
        <p:spPr>
          <a:xfrm>
            <a:off x="1700817" y="540108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78" name="Text 676"/>
          <p:cNvSpPr/>
          <p:nvPr/>
        </p:nvSpPr>
        <p:spPr>
          <a:xfrm>
            <a:off x="1700817" y="540108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900" dirty="0"/>
          </a:p>
        </p:txBody>
      </p:sp>
      <p:sp>
        <p:nvSpPr>
          <p:cNvPr id="679" name="Shape 677"/>
          <p:cNvSpPr/>
          <p:nvPr/>
        </p:nvSpPr>
        <p:spPr>
          <a:xfrm>
            <a:off x="5274801" y="283669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0" name="Text 678"/>
          <p:cNvSpPr/>
          <p:nvPr/>
        </p:nvSpPr>
        <p:spPr>
          <a:xfrm>
            <a:off x="5274801" y="283669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900" dirty="0"/>
          </a:p>
        </p:txBody>
      </p:sp>
      <p:sp>
        <p:nvSpPr>
          <p:cNvPr id="681" name="Shape 679"/>
          <p:cNvSpPr/>
          <p:nvPr/>
        </p:nvSpPr>
        <p:spPr>
          <a:xfrm>
            <a:off x="859605" y="476981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2" name="Text 680"/>
          <p:cNvSpPr/>
          <p:nvPr/>
        </p:nvSpPr>
        <p:spPr>
          <a:xfrm>
            <a:off x="859605" y="476981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900" dirty="0"/>
          </a:p>
        </p:txBody>
      </p:sp>
      <p:sp>
        <p:nvSpPr>
          <p:cNvPr id="683" name="Shape 681"/>
          <p:cNvSpPr/>
          <p:nvPr/>
        </p:nvSpPr>
        <p:spPr>
          <a:xfrm>
            <a:off x="1701349" y="539839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4" name="Text 682"/>
          <p:cNvSpPr/>
          <p:nvPr/>
        </p:nvSpPr>
        <p:spPr>
          <a:xfrm>
            <a:off x="1701349" y="53983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900" dirty="0"/>
          </a:p>
        </p:txBody>
      </p:sp>
      <p:sp>
        <p:nvSpPr>
          <p:cNvPr id="685" name="Shape 683"/>
          <p:cNvSpPr/>
          <p:nvPr/>
        </p:nvSpPr>
        <p:spPr>
          <a:xfrm>
            <a:off x="1700707" y="540345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6" name="Text 684"/>
          <p:cNvSpPr/>
          <p:nvPr/>
        </p:nvSpPr>
        <p:spPr>
          <a:xfrm>
            <a:off x="1700707" y="54034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900" dirty="0"/>
          </a:p>
        </p:txBody>
      </p:sp>
      <p:sp>
        <p:nvSpPr>
          <p:cNvPr id="687" name="Shape 685"/>
          <p:cNvSpPr/>
          <p:nvPr/>
        </p:nvSpPr>
        <p:spPr>
          <a:xfrm>
            <a:off x="1700718" y="539849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8" name="Text 686"/>
          <p:cNvSpPr/>
          <p:nvPr/>
        </p:nvSpPr>
        <p:spPr>
          <a:xfrm>
            <a:off x="1700718" y="5398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900" dirty="0"/>
          </a:p>
        </p:txBody>
      </p:sp>
      <p:sp>
        <p:nvSpPr>
          <p:cNvPr id="689" name="Shape 687"/>
          <p:cNvSpPr/>
          <p:nvPr/>
        </p:nvSpPr>
        <p:spPr>
          <a:xfrm>
            <a:off x="1700712" y="539876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90" name="Text 688"/>
          <p:cNvSpPr/>
          <p:nvPr/>
        </p:nvSpPr>
        <p:spPr>
          <a:xfrm>
            <a:off x="1700712" y="53987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900" dirty="0"/>
          </a:p>
        </p:txBody>
      </p:sp>
      <p:sp>
        <p:nvSpPr>
          <p:cNvPr id="691" name="Shape 689"/>
          <p:cNvSpPr/>
          <p:nvPr/>
        </p:nvSpPr>
        <p:spPr>
          <a:xfrm>
            <a:off x="860529" y="476973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92" name="Text 690"/>
          <p:cNvSpPr/>
          <p:nvPr/>
        </p:nvSpPr>
        <p:spPr>
          <a:xfrm>
            <a:off x="860529" y="47697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900" dirty="0"/>
          </a:p>
        </p:txBody>
      </p:sp>
      <p:sp>
        <p:nvSpPr>
          <p:cNvPr id="693" name="Shape 691"/>
          <p:cNvSpPr/>
          <p:nvPr/>
        </p:nvSpPr>
        <p:spPr>
          <a:xfrm>
            <a:off x="5274713" y="283656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94" name="Text 692"/>
          <p:cNvSpPr/>
          <p:nvPr/>
        </p:nvSpPr>
        <p:spPr>
          <a:xfrm>
            <a:off x="5274713" y="28365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900" dirty="0"/>
          </a:p>
        </p:txBody>
      </p:sp>
      <p:sp>
        <p:nvSpPr>
          <p:cNvPr id="695" name="Shape 693"/>
          <p:cNvSpPr/>
          <p:nvPr/>
        </p:nvSpPr>
        <p:spPr>
          <a:xfrm>
            <a:off x="5226964" y="288948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96" name="Text 694"/>
          <p:cNvSpPr/>
          <p:nvPr/>
        </p:nvSpPr>
        <p:spPr>
          <a:xfrm>
            <a:off x="5226964" y="28894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697" name="Shape 695"/>
          <p:cNvSpPr/>
          <p:nvPr/>
        </p:nvSpPr>
        <p:spPr>
          <a:xfrm>
            <a:off x="5314482" y="303414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98" name="Text 696"/>
          <p:cNvSpPr/>
          <p:nvPr/>
        </p:nvSpPr>
        <p:spPr>
          <a:xfrm>
            <a:off x="5314482" y="30341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699" name="Shape 697"/>
          <p:cNvSpPr/>
          <p:nvPr/>
        </p:nvSpPr>
        <p:spPr>
          <a:xfrm>
            <a:off x="5172018" y="313276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0" name="Text 698"/>
          <p:cNvSpPr/>
          <p:nvPr/>
        </p:nvSpPr>
        <p:spPr>
          <a:xfrm>
            <a:off x="5172018" y="31327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701" name="Shape 699"/>
          <p:cNvSpPr/>
          <p:nvPr/>
        </p:nvSpPr>
        <p:spPr>
          <a:xfrm>
            <a:off x="5274671" y="283609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2" name="Text 700"/>
          <p:cNvSpPr/>
          <p:nvPr/>
        </p:nvSpPr>
        <p:spPr>
          <a:xfrm>
            <a:off x="5274671" y="28360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703" name="Shape 701"/>
          <p:cNvSpPr/>
          <p:nvPr/>
        </p:nvSpPr>
        <p:spPr>
          <a:xfrm>
            <a:off x="5292107" y="248205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4" name="Text 702"/>
          <p:cNvSpPr/>
          <p:nvPr/>
        </p:nvSpPr>
        <p:spPr>
          <a:xfrm>
            <a:off x="5292107" y="24820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705" name="Shape 703"/>
          <p:cNvSpPr/>
          <p:nvPr/>
        </p:nvSpPr>
        <p:spPr>
          <a:xfrm>
            <a:off x="5373877" y="232882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6" name="Text 704"/>
          <p:cNvSpPr/>
          <p:nvPr/>
        </p:nvSpPr>
        <p:spPr>
          <a:xfrm>
            <a:off x="5373877" y="232882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707" name="Shape 705"/>
          <p:cNvSpPr/>
          <p:nvPr/>
        </p:nvSpPr>
        <p:spPr>
          <a:xfrm>
            <a:off x="5317866" y="210578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8" name="Text 706"/>
          <p:cNvSpPr/>
          <p:nvPr/>
        </p:nvSpPr>
        <p:spPr>
          <a:xfrm>
            <a:off x="5317866" y="21057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709" name="Shape 707"/>
          <p:cNvSpPr/>
          <p:nvPr/>
        </p:nvSpPr>
        <p:spPr>
          <a:xfrm>
            <a:off x="5283408" y="290836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10" name="Text 708"/>
          <p:cNvSpPr/>
          <p:nvPr/>
        </p:nvSpPr>
        <p:spPr>
          <a:xfrm>
            <a:off x="5283408" y="2908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711" name="Shape 709"/>
          <p:cNvSpPr/>
          <p:nvPr/>
        </p:nvSpPr>
        <p:spPr>
          <a:xfrm>
            <a:off x="2551399" y="265895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12" name="Text 710"/>
          <p:cNvSpPr/>
          <p:nvPr/>
        </p:nvSpPr>
        <p:spPr>
          <a:xfrm>
            <a:off x="2551399" y="26589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713" name="Shape 711"/>
          <p:cNvSpPr/>
          <p:nvPr/>
        </p:nvSpPr>
        <p:spPr>
          <a:xfrm>
            <a:off x="1700898" y="539280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14" name="Text 712"/>
          <p:cNvSpPr/>
          <p:nvPr/>
        </p:nvSpPr>
        <p:spPr>
          <a:xfrm>
            <a:off x="1700898" y="5392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715" name="Shape 713"/>
          <p:cNvSpPr/>
          <p:nvPr/>
        </p:nvSpPr>
        <p:spPr>
          <a:xfrm>
            <a:off x="860542" y="476847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16" name="Text 714"/>
          <p:cNvSpPr/>
          <p:nvPr/>
        </p:nvSpPr>
        <p:spPr>
          <a:xfrm>
            <a:off x="860542" y="4768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717" name="Shape 715"/>
          <p:cNvSpPr/>
          <p:nvPr/>
        </p:nvSpPr>
        <p:spPr>
          <a:xfrm>
            <a:off x="1892662" y="521995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18" name="Text 716"/>
          <p:cNvSpPr/>
          <p:nvPr/>
        </p:nvSpPr>
        <p:spPr>
          <a:xfrm>
            <a:off x="1892662" y="521995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719" name="Shape 717"/>
          <p:cNvSpPr/>
          <p:nvPr/>
        </p:nvSpPr>
        <p:spPr>
          <a:xfrm>
            <a:off x="1699511" y="541209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0" name="Text 718"/>
          <p:cNvSpPr/>
          <p:nvPr/>
        </p:nvSpPr>
        <p:spPr>
          <a:xfrm>
            <a:off x="1699511" y="5412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721" name="Shape 719"/>
          <p:cNvSpPr/>
          <p:nvPr/>
        </p:nvSpPr>
        <p:spPr>
          <a:xfrm>
            <a:off x="861541" y="476649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2" name="Text 720"/>
          <p:cNvSpPr/>
          <p:nvPr/>
        </p:nvSpPr>
        <p:spPr>
          <a:xfrm>
            <a:off x="861541" y="4766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900" dirty="0"/>
          </a:p>
        </p:txBody>
      </p:sp>
      <p:sp>
        <p:nvSpPr>
          <p:cNvPr id="723" name="Shape 721"/>
          <p:cNvSpPr/>
          <p:nvPr/>
        </p:nvSpPr>
        <p:spPr>
          <a:xfrm>
            <a:off x="861471" y="477074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4" name="Text 722"/>
          <p:cNvSpPr/>
          <p:nvPr/>
        </p:nvSpPr>
        <p:spPr>
          <a:xfrm>
            <a:off x="861471" y="4770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900" dirty="0"/>
          </a:p>
        </p:txBody>
      </p:sp>
      <p:sp>
        <p:nvSpPr>
          <p:cNvPr id="725" name="Shape 723"/>
          <p:cNvSpPr/>
          <p:nvPr/>
        </p:nvSpPr>
        <p:spPr>
          <a:xfrm>
            <a:off x="1704324" y="540869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6" name="Text 724"/>
          <p:cNvSpPr/>
          <p:nvPr/>
        </p:nvSpPr>
        <p:spPr>
          <a:xfrm>
            <a:off x="1704324" y="5408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900" dirty="0"/>
          </a:p>
        </p:txBody>
      </p:sp>
      <p:sp>
        <p:nvSpPr>
          <p:cNvPr id="727" name="Shape 725"/>
          <p:cNvSpPr/>
          <p:nvPr/>
        </p:nvSpPr>
        <p:spPr>
          <a:xfrm>
            <a:off x="1699780" y="539038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8" name="Text 726"/>
          <p:cNvSpPr/>
          <p:nvPr/>
        </p:nvSpPr>
        <p:spPr>
          <a:xfrm>
            <a:off x="1699780" y="539038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900" dirty="0"/>
          </a:p>
        </p:txBody>
      </p:sp>
      <p:sp>
        <p:nvSpPr>
          <p:cNvPr id="729" name="Shape 727"/>
          <p:cNvSpPr/>
          <p:nvPr/>
        </p:nvSpPr>
        <p:spPr>
          <a:xfrm>
            <a:off x="1701104" y="540263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30" name="Text 728"/>
          <p:cNvSpPr/>
          <p:nvPr/>
        </p:nvSpPr>
        <p:spPr>
          <a:xfrm>
            <a:off x="1701104" y="540263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900" dirty="0"/>
          </a:p>
        </p:txBody>
      </p:sp>
      <p:sp>
        <p:nvSpPr>
          <p:cNvPr id="731" name="Shape 729"/>
          <p:cNvSpPr/>
          <p:nvPr/>
        </p:nvSpPr>
        <p:spPr>
          <a:xfrm>
            <a:off x="1701261" y="540109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32" name="Text 730"/>
          <p:cNvSpPr/>
          <p:nvPr/>
        </p:nvSpPr>
        <p:spPr>
          <a:xfrm>
            <a:off x="1701261" y="540109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900" dirty="0"/>
          </a:p>
        </p:txBody>
      </p:sp>
      <p:sp>
        <p:nvSpPr>
          <p:cNvPr id="733" name="Shape 731"/>
          <p:cNvSpPr/>
          <p:nvPr/>
        </p:nvSpPr>
        <p:spPr>
          <a:xfrm>
            <a:off x="825971" y="4733215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34" name="Text 732"/>
          <p:cNvSpPr/>
          <p:nvPr/>
        </p:nvSpPr>
        <p:spPr>
          <a:xfrm>
            <a:off x="825971" y="47332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1100" dirty="0"/>
          </a:p>
        </p:txBody>
      </p:sp>
      <p:sp>
        <p:nvSpPr>
          <p:cNvPr id="735" name="Shape 733"/>
          <p:cNvSpPr/>
          <p:nvPr/>
        </p:nvSpPr>
        <p:spPr>
          <a:xfrm>
            <a:off x="1663439" y="5356315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36" name="Text 734"/>
          <p:cNvSpPr/>
          <p:nvPr/>
        </p:nvSpPr>
        <p:spPr>
          <a:xfrm>
            <a:off x="1663439" y="53563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100" dirty="0"/>
          </a:p>
        </p:txBody>
      </p:sp>
      <p:sp>
        <p:nvSpPr>
          <p:cNvPr id="737" name="Shape 735"/>
          <p:cNvSpPr/>
          <p:nvPr/>
        </p:nvSpPr>
        <p:spPr>
          <a:xfrm>
            <a:off x="825722" y="4733655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38" name="Text 736"/>
          <p:cNvSpPr/>
          <p:nvPr/>
        </p:nvSpPr>
        <p:spPr>
          <a:xfrm>
            <a:off x="825722" y="47336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100" dirty="0"/>
          </a:p>
        </p:txBody>
      </p:sp>
      <p:sp>
        <p:nvSpPr>
          <p:cNvPr id="739" name="Shape 737"/>
          <p:cNvSpPr/>
          <p:nvPr/>
        </p:nvSpPr>
        <p:spPr>
          <a:xfrm>
            <a:off x="1664284" y="5356788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0" name="Text 738"/>
          <p:cNvSpPr/>
          <p:nvPr/>
        </p:nvSpPr>
        <p:spPr>
          <a:xfrm>
            <a:off x="1664284" y="53567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100" dirty="0"/>
          </a:p>
        </p:txBody>
      </p:sp>
      <p:sp>
        <p:nvSpPr>
          <p:cNvPr id="741" name="Shape 739"/>
          <p:cNvSpPr/>
          <p:nvPr/>
        </p:nvSpPr>
        <p:spPr>
          <a:xfrm>
            <a:off x="1667742" y="5370280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2" name="Text 740"/>
          <p:cNvSpPr/>
          <p:nvPr/>
        </p:nvSpPr>
        <p:spPr>
          <a:xfrm>
            <a:off x="1667742" y="537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</a:t>
            </a:r>
            <a:endParaRPr lang="en-US" sz="1100" dirty="0"/>
          </a:p>
        </p:txBody>
      </p:sp>
      <p:sp>
        <p:nvSpPr>
          <p:cNvPr id="743" name="Shape 741"/>
          <p:cNvSpPr/>
          <p:nvPr/>
        </p:nvSpPr>
        <p:spPr>
          <a:xfrm>
            <a:off x="1664756" y="5364310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4" name="Text 742"/>
          <p:cNvSpPr/>
          <p:nvPr/>
        </p:nvSpPr>
        <p:spPr>
          <a:xfrm>
            <a:off x="1664756" y="53643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</a:t>
            </a:r>
            <a:endParaRPr lang="en-US" sz="1100" dirty="0"/>
          </a:p>
        </p:txBody>
      </p:sp>
      <p:sp>
        <p:nvSpPr>
          <p:cNvPr id="745" name="Shape 743"/>
          <p:cNvSpPr/>
          <p:nvPr/>
        </p:nvSpPr>
        <p:spPr>
          <a:xfrm>
            <a:off x="1663197" y="5356657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6" name="Text 744"/>
          <p:cNvSpPr/>
          <p:nvPr/>
        </p:nvSpPr>
        <p:spPr>
          <a:xfrm>
            <a:off x="1663197" y="535665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</a:t>
            </a:r>
            <a:endParaRPr lang="en-US" sz="1100" dirty="0"/>
          </a:p>
        </p:txBody>
      </p:sp>
      <p:sp>
        <p:nvSpPr>
          <p:cNvPr id="747" name="Shape 745"/>
          <p:cNvSpPr/>
          <p:nvPr/>
        </p:nvSpPr>
        <p:spPr>
          <a:xfrm>
            <a:off x="5348949" y="2741654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8" name="Text 746"/>
          <p:cNvSpPr/>
          <p:nvPr/>
        </p:nvSpPr>
        <p:spPr>
          <a:xfrm>
            <a:off x="5348949" y="274165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49" name="Shape 747"/>
          <p:cNvSpPr/>
          <p:nvPr/>
        </p:nvSpPr>
        <p:spPr>
          <a:xfrm>
            <a:off x="1663527" y="5355295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50" name="Text 748"/>
          <p:cNvSpPr/>
          <p:nvPr/>
        </p:nvSpPr>
        <p:spPr>
          <a:xfrm>
            <a:off x="1663527" y="535529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51" name="Shape 749"/>
          <p:cNvSpPr/>
          <p:nvPr/>
        </p:nvSpPr>
        <p:spPr>
          <a:xfrm>
            <a:off x="5238122" y="280001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52" name="Text 750"/>
          <p:cNvSpPr/>
          <p:nvPr/>
        </p:nvSpPr>
        <p:spPr>
          <a:xfrm>
            <a:off x="5238122" y="280001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53" name="Shape 751"/>
          <p:cNvSpPr/>
          <p:nvPr/>
        </p:nvSpPr>
        <p:spPr>
          <a:xfrm>
            <a:off x="1663340" y="5355682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54" name="Text 752"/>
          <p:cNvSpPr/>
          <p:nvPr/>
        </p:nvSpPr>
        <p:spPr>
          <a:xfrm>
            <a:off x="1663340" y="53556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55" name="Shape 753"/>
          <p:cNvSpPr/>
          <p:nvPr/>
        </p:nvSpPr>
        <p:spPr>
          <a:xfrm>
            <a:off x="1663581" y="5356035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56" name="Text 754"/>
          <p:cNvSpPr/>
          <p:nvPr/>
        </p:nvSpPr>
        <p:spPr>
          <a:xfrm>
            <a:off x="1663581" y="535603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57" name="Shape 755"/>
          <p:cNvSpPr/>
          <p:nvPr/>
        </p:nvSpPr>
        <p:spPr>
          <a:xfrm>
            <a:off x="1663223" y="5358342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58" name="Text 756"/>
          <p:cNvSpPr/>
          <p:nvPr/>
        </p:nvSpPr>
        <p:spPr>
          <a:xfrm>
            <a:off x="1663223" y="5358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59" name="Shape 757"/>
          <p:cNvSpPr/>
          <p:nvPr/>
        </p:nvSpPr>
        <p:spPr>
          <a:xfrm>
            <a:off x="5238225" y="2800098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0" name="Text 758"/>
          <p:cNvSpPr/>
          <p:nvPr/>
        </p:nvSpPr>
        <p:spPr>
          <a:xfrm>
            <a:off x="5238225" y="280009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61" name="Shape 759"/>
          <p:cNvSpPr/>
          <p:nvPr/>
        </p:nvSpPr>
        <p:spPr>
          <a:xfrm>
            <a:off x="825863" y="473370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2" name="Text 760"/>
          <p:cNvSpPr/>
          <p:nvPr/>
        </p:nvSpPr>
        <p:spPr>
          <a:xfrm>
            <a:off x="825863" y="473370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63" name="Shape 761"/>
          <p:cNvSpPr/>
          <p:nvPr/>
        </p:nvSpPr>
        <p:spPr>
          <a:xfrm>
            <a:off x="1663857" y="5355085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4" name="Text 762"/>
          <p:cNvSpPr/>
          <p:nvPr/>
        </p:nvSpPr>
        <p:spPr>
          <a:xfrm>
            <a:off x="1663857" y="53550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65" name="Shape 763"/>
          <p:cNvSpPr/>
          <p:nvPr/>
        </p:nvSpPr>
        <p:spPr>
          <a:xfrm>
            <a:off x="1663778" y="5354967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6" name="Text 764"/>
          <p:cNvSpPr/>
          <p:nvPr/>
        </p:nvSpPr>
        <p:spPr>
          <a:xfrm>
            <a:off x="1663778" y="53549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67" name="Shape 765"/>
          <p:cNvSpPr/>
          <p:nvPr/>
        </p:nvSpPr>
        <p:spPr>
          <a:xfrm>
            <a:off x="1663787" y="535542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8" name="Text 766"/>
          <p:cNvSpPr/>
          <p:nvPr/>
        </p:nvSpPr>
        <p:spPr>
          <a:xfrm>
            <a:off x="1663787" y="53554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69" name="Shape 767"/>
          <p:cNvSpPr/>
          <p:nvPr/>
        </p:nvSpPr>
        <p:spPr>
          <a:xfrm>
            <a:off x="1664605" y="5364064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70" name="Text 768"/>
          <p:cNvSpPr/>
          <p:nvPr/>
        </p:nvSpPr>
        <p:spPr>
          <a:xfrm>
            <a:off x="1664605" y="5364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71" name="Shape 769"/>
          <p:cNvSpPr/>
          <p:nvPr/>
        </p:nvSpPr>
        <p:spPr>
          <a:xfrm>
            <a:off x="1664201" y="5357152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72" name="Text 770"/>
          <p:cNvSpPr/>
          <p:nvPr/>
        </p:nvSpPr>
        <p:spPr>
          <a:xfrm>
            <a:off x="1664201" y="5357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73" name="Shape 771"/>
          <p:cNvSpPr/>
          <p:nvPr/>
        </p:nvSpPr>
        <p:spPr>
          <a:xfrm>
            <a:off x="1664308" y="5356276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74" name="Text 772"/>
          <p:cNvSpPr/>
          <p:nvPr/>
        </p:nvSpPr>
        <p:spPr>
          <a:xfrm>
            <a:off x="1664308" y="5356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75" name="Shape 773"/>
          <p:cNvSpPr/>
          <p:nvPr/>
        </p:nvSpPr>
        <p:spPr>
          <a:xfrm>
            <a:off x="1664230" y="5356714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76" name="Text 774"/>
          <p:cNvSpPr/>
          <p:nvPr/>
        </p:nvSpPr>
        <p:spPr>
          <a:xfrm>
            <a:off x="1664230" y="53567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77" name="Shape 775"/>
          <p:cNvSpPr/>
          <p:nvPr/>
        </p:nvSpPr>
        <p:spPr>
          <a:xfrm>
            <a:off x="1662859" y="534933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78" name="Text 776"/>
          <p:cNvSpPr/>
          <p:nvPr/>
        </p:nvSpPr>
        <p:spPr>
          <a:xfrm>
            <a:off x="1662859" y="53493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79" name="Shape 777"/>
          <p:cNvSpPr/>
          <p:nvPr/>
        </p:nvSpPr>
        <p:spPr>
          <a:xfrm>
            <a:off x="824888" y="473435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0" name="Text 778"/>
          <p:cNvSpPr/>
          <p:nvPr/>
        </p:nvSpPr>
        <p:spPr>
          <a:xfrm>
            <a:off x="824888" y="473435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81" name="Shape 779"/>
          <p:cNvSpPr/>
          <p:nvPr/>
        </p:nvSpPr>
        <p:spPr>
          <a:xfrm>
            <a:off x="1664093" y="536962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2" name="Text 780"/>
          <p:cNvSpPr/>
          <p:nvPr/>
        </p:nvSpPr>
        <p:spPr>
          <a:xfrm>
            <a:off x="1664093" y="536962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83" name="Shape 781"/>
          <p:cNvSpPr/>
          <p:nvPr/>
        </p:nvSpPr>
        <p:spPr>
          <a:xfrm>
            <a:off x="824790" y="4734137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4" name="Text 782"/>
          <p:cNvSpPr/>
          <p:nvPr/>
        </p:nvSpPr>
        <p:spPr>
          <a:xfrm>
            <a:off x="824790" y="473413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85" name="Shape 783"/>
          <p:cNvSpPr/>
          <p:nvPr/>
        </p:nvSpPr>
        <p:spPr>
          <a:xfrm>
            <a:off x="824721" y="4734380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6" name="Text 784"/>
          <p:cNvSpPr/>
          <p:nvPr/>
        </p:nvSpPr>
        <p:spPr>
          <a:xfrm>
            <a:off x="824721" y="4734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87" name="Shape 785"/>
          <p:cNvSpPr/>
          <p:nvPr/>
        </p:nvSpPr>
        <p:spPr>
          <a:xfrm>
            <a:off x="5238365" y="2800346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8" name="Text 786"/>
          <p:cNvSpPr/>
          <p:nvPr/>
        </p:nvSpPr>
        <p:spPr>
          <a:xfrm>
            <a:off x="5238365" y="28003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</a:t>
            </a:r>
            <a:endParaRPr lang="en-US" sz="1100" dirty="0"/>
          </a:p>
        </p:txBody>
      </p:sp>
      <p:sp>
        <p:nvSpPr>
          <p:cNvPr id="789" name="Shape 787"/>
          <p:cNvSpPr/>
          <p:nvPr/>
        </p:nvSpPr>
        <p:spPr>
          <a:xfrm>
            <a:off x="1667207" y="5370845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90" name="Text 788"/>
          <p:cNvSpPr/>
          <p:nvPr/>
        </p:nvSpPr>
        <p:spPr>
          <a:xfrm>
            <a:off x="1667207" y="53708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1100" dirty="0"/>
          </a:p>
        </p:txBody>
      </p:sp>
      <p:sp>
        <p:nvSpPr>
          <p:cNvPr id="791" name="Shape 789"/>
          <p:cNvSpPr/>
          <p:nvPr/>
        </p:nvSpPr>
        <p:spPr>
          <a:xfrm>
            <a:off x="1664453" y="5362582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92" name="Text 790"/>
          <p:cNvSpPr/>
          <p:nvPr/>
        </p:nvSpPr>
        <p:spPr>
          <a:xfrm>
            <a:off x="1664453" y="53625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100" dirty="0"/>
          </a:p>
        </p:txBody>
      </p:sp>
      <p:sp>
        <p:nvSpPr>
          <p:cNvPr id="793" name="Shape 791"/>
          <p:cNvSpPr/>
          <p:nvPr/>
        </p:nvSpPr>
        <p:spPr>
          <a:xfrm>
            <a:off x="5254819" y="244668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94" name="Text 792"/>
          <p:cNvSpPr/>
          <p:nvPr/>
        </p:nvSpPr>
        <p:spPr>
          <a:xfrm>
            <a:off x="5254819" y="244668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1100" dirty="0"/>
          </a:p>
        </p:txBody>
      </p:sp>
      <p:sp>
        <p:nvSpPr>
          <p:cNvPr id="795" name="Shape 793"/>
          <p:cNvSpPr/>
          <p:nvPr/>
        </p:nvSpPr>
        <p:spPr>
          <a:xfrm>
            <a:off x="1667022" y="5365202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96" name="Text 794"/>
          <p:cNvSpPr/>
          <p:nvPr/>
        </p:nvSpPr>
        <p:spPr>
          <a:xfrm>
            <a:off x="1667022" y="53652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1100" dirty="0"/>
          </a:p>
        </p:txBody>
      </p:sp>
      <p:sp>
        <p:nvSpPr>
          <p:cNvPr id="797" name="Shape 795"/>
          <p:cNvSpPr/>
          <p:nvPr/>
        </p:nvSpPr>
        <p:spPr>
          <a:xfrm>
            <a:off x="1666873" y="5374693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98" name="Text 796"/>
          <p:cNvSpPr/>
          <p:nvPr/>
        </p:nvSpPr>
        <p:spPr>
          <a:xfrm>
            <a:off x="1666873" y="537469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1100" dirty="0"/>
          </a:p>
        </p:txBody>
      </p:sp>
      <p:sp>
        <p:nvSpPr>
          <p:cNvPr id="799" name="Shape 797"/>
          <p:cNvSpPr/>
          <p:nvPr/>
        </p:nvSpPr>
        <p:spPr>
          <a:xfrm>
            <a:off x="1661033" y="5364746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0" name="Text 798"/>
          <p:cNvSpPr/>
          <p:nvPr/>
        </p:nvSpPr>
        <p:spPr>
          <a:xfrm>
            <a:off x="1661033" y="53647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1100" dirty="0"/>
          </a:p>
        </p:txBody>
      </p:sp>
      <p:sp>
        <p:nvSpPr>
          <p:cNvPr id="801" name="Shape 799"/>
          <p:cNvSpPr/>
          <p:nvPr/>
        </p:nvSpPr>
        <p:spPr>
          <a:xfrm>
            <a:off x="1664755" y="5369232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2" name="Text 800"/>
          <p:cNvSpPr/>
          <p:nvPr/>
        </p:nvSpPr>
        <p:spPr>
          <a:xfrm>
            <a:off x="1664755" y="536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1100" dirty="0"/>
          </a:p>
        </p:txBody>
      </p:sp>
      <p:sp>
        <p:nvSpPr>
          <p:cNvPr id="803" name="Shape 801"/>
          <p:cNvSpPr/>
          <p:nvPr/>
        </p:nvSpPr>
        <p:spPr>
          <a:xfrm>
            <a:off x="1663479" y="5355756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4" name="Text 802"/>
          <p:cNvSpPr/>
          <p:nvPr/>
        </p:nvSpPr>
        <p:spPr>
          <a:xfrm>
            <a:off x="1663479" y="53557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263</a:t>
            </a:r>
            <a:endParaRPr lang="en-US" sz="1100" dirty="0"/>
          </a:p>
        </p:txBody>
      </p:sp>
      <p:sp>
        <p:nvSpPr>
          <p:cNvPr id="805" name="Shape 803"/>
          <p:cNvSpPr/>
          <p:nvPr/>
        </p:nvSpPr>
        <p:spPr>
          <a:xfrm>
            <a:off x="1667390" y="5374844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6" name="Text 804"/>
          <p:cNvSpPr/>
          <p:nvPr/>
        </p:nvSpPr>
        <p:spPr>
          <a:xfrm>
            <a:off x="1667390" y="53748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1100" dirty="0"/>
          </a:p>
        </p:txBody>
      </p:sp>
      <p:sp>
        <p:nvSpPr>
          <p:cNvPr id="807" name="Shape 805"/>
          <p:cNvSpPr/>
          <p:nvPr/>
        </p:nvSpPr>
        <p:spPr>
          <a:xfrm>
            <a:off x="1666642" y="5376672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08" name="Text 806"/>
          <p:cNvSpPr/>
          <p:nvPr/>
        </p:nvSpPr>
        <p:spPr>
          <a:xfrm>
            <a:off x="1666642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1100" dirty="0"/>
          </a:p>
        </p:txBody>
      </p:sp>
      <p:sp>
        <p:nvSpPr>
          <p:cNvPr id="809" name="Text 807"/>
          <p:cNvSpPr/>
          <p:nvPr/>
        </p:nvSpPr>
        <p:spPr>
          <a:xfrm>
            <a:off x="868680" y="56052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Schematische spreiding — interactieve kaart via de link.</a:t>
            </a:r>
            <a:endParaRPr lang="en-US" sz="1000" dirty="0"/>
          </a:p>
        </p:txBody>
      </p:sp>
      <p:sp>
        <p:nvSpPr>
          <p:cNvPr id="810" name="Text 808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402 parkings · 17.064 plaatsen</a:t>
            </a:r>
            <a:endParaRPr lang="en-US" sz="2200" dirty="0"/>
          </a:p>
        </p:txBody>
      </p:sp>
      <p:sp>
        <p:nvSpPr>
          <p:cNvPr id="811" name="Text 809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812" name="Text 810">
            <a:hlinkClick r:id="rId1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johanmmk.github.io/gemeenten/Kaart_bedrijfsparkings_Beaumont.html</a:t>
            </a:r>
            <a:endParaRPr lang="en-US" sz="1150" dirty="0"/>
          </a:p>
        </p:txBody>
      </p:sp>
      <p:sp>
        <p:nvSpPr>
          <p:cNvPr id="813" name="Text 811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814" name="Shape 812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81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816" name="Text 813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817" name="Shape 814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8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819" name="Text 815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820" name="Shape 816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8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822" name="Text 817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823" name="Text 8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824" name="Text 8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Beaumont.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16.384 auto’s op 384 slimme parkings in Beaumont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66%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SOLRE 70 (70 kV), 1.5 km van Beaumont.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Beaumont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SOLRE 70 (70 kV) — dichtste kopstation bij Beaumont, op ± 1.5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Beaumont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Beaumont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Beaumont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Beaumont</dc:title>
  <dc:subject>PptxGenJS Presentation</dc:subject>
  <dc:creator>Fluctus</dc:creator>
  <cp:lastModifiedBy>Fluctus</cp:lastModifiedBy>
  <cp:revision>1</cp:revision>
  <dcterms:created xsi:type="dcterms:W3CDTF">2026-06-24T23:55:13Z</dcterms:created>
  <dcterms:modified xsi:type="dcterms:W3CDTF">2026-06-24T23:55:13Z</dcterms:modified>
</cp:coreProperties>
</file>