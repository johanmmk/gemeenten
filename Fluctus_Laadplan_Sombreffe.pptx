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7.xlsx"/></Relationships>
</file>

<file path=ppt/charts/chart4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ombreff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Sombreffe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SOMBREFFE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Sombreffe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1.572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Sombreffe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Sombreffe,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parkings · 1.572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johanmmk.github.io/gemeenten/Kaart_bedrijfsparkings_Sombreffe.html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Sombreffe.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 auto’s op 21 slimme parkings in Sombreffe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GEMBL 70 (70 kV), 5.2 km van Sombreffe.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Sombreffe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GEMBL 70 (70 kV) — dichtste kopstation bij Sombreffe, op ± 5.2 km. Flex ≈ 4.5 MW (11 kW/wagen + 10 kW batterij) op 22.7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Sombreffe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Sombreffe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Sombreffe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Sombreffe</dc:title>
  <dc:subject>PptxGenJS Presentation</dc:subject>
  <dc:creator>Fluctus</dc:creator>
  <cp:lastModifiedBy>Fluctus</cp:lastModifiedBy>
  <cp:revision>1</cp:revision>
  <dcterms:created xsi:type="dcterms:W3CDTF">2026-06-25T03:32:44Z</dcterms:created>
  <dcterms:modified xsi:type="dcterms:W3CDTF">2026-06-25T03:32:44Z</dcterms:modified>
</cp:coreProperties>
</file>