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3.xlsx"/></Relationships>
</file>

<file path=ppt/charts/chart1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nk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GENK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Genk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11.386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Genk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11.386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€ 34,16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€ 17,08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11.386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€ 34,16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Genk,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355 parkings · 11.386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johanmmk.github.io/gemeenten/Kaart_bedrijfsparkings_Genk.html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Genk.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7.522 auto’s op 256 slimme parkings in Genk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LANLO150 (150 kV), 3.1 km van Genk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Genk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LANLO150 (150 kV) — dichtste kopstation bij Genk, op ± 3.1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Genk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Genk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Genk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Genk</dc:title>
  <dc:subject>PptxGenJS Presentation</dc:subject>
  <dc:creator>Fluctus</dc:creator>
  <cp:lastModifiedBy>Fluctus</cp:lastModifiedBy>
  <cp:revision>1</cp:revision>
  <dcterms:created xsi:type="dcterms:W3CDTF">2026-06-25T01:14:44Z</dcterms:created>
  <dcterms:modified xsi:type="dcterms:W3CDTF">2026-06-25T01:14:44Z</dcterms:modified>
</cp:coreProperties>
</file>