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9.xlsx"/></Relationships>
</file>

<file path=ppt/charts/chart1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840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parkings · 840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auto’s op 7 slimme parkings in Geer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SAIVE 70 (70 kV), 3.9 km van Geer.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SAIVE 70 (70 kV) — dichtste kopstation bij Geer, op ± 3.9 km. Flex ≈ 3.2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Geer</dc:title>
  <dc:subject>PptxGenJS Presentation</dc:subject>
  <dc:creator>Fluctus</dc:creator>
  <cp:lastModifiedBy>Fluctus</cp:lastModifiedBy>
  <cp:revision>1</cp:revision>
  <dcterms:created xsi:type="dcterms:W3CDTF">2026-06-25T01:11:56Z</dcterms:created>
  <dcterms:modified xsi:type="dcterms:W3CDTF">2026-06-25T01:11:56Z</dcterms:modified>
</cp:coreProperties>
</file>