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3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3.xlsx"/></Relationships>
</file>

<file path=ppt/charts/chart2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43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ortenak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3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Kortenaken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KORTENAKEN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Kortenaken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1.842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Kortenaken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1.842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€ 2,76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€ 5,53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1.842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€ 2,76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1.842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€ 5,53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Kortenaken,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 parkings · 1.842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johanmmk.github.io/gemeenten/Kaart_bedrijfsparkings_Kortenaken.html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Kortenaken.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388 auto’s op 18 slimme parkings in Kortenaken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43%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KERSB150 (150 kV), 2.1 km van Kortenaken.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Kortenaken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KERSB150 (150 kV) — dichtste kopstation bij Kortenaken, op ± 2.1 km. Flex ≈ 8.1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Kortenaken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Kortenaken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Kortenaken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Kortenaken</dc:title>
  <dc:subject>PptxGenJS Presentation</dc:subject>
  <dc:creator>Fluctus</dc:creator>
  <cp:lastModifiedBy>Fluctus</cp:lastModifiedBy>
  <cp:revision>1</cp:revision>
  <dcterms:created xsi:type="dcterms:W3CDTF">2026-06-24T00:57:32Z</dcterms:created>
  <dcterms:modified xsi:type="dcterms:W3CDTF">2026-06-24T00:57:32Z</dcterms:modified>
</cp:coreProperties>
</file>