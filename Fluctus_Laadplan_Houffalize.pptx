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6.xlsx"/></Relationships>
</file>

<file path=ppt/charts/chart1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56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uffaliz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Houffalize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HOUFFALIZE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Houffalize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588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Houffalize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Houffalize,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parkings · 588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johanmmk.github.io/gemeenten/Kaart_bedrijfsparkings_Houffalize.html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Houffalize.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 auto’s op 11 slimme parkings in Houffalize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56%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HOUFF 70 (70 kV), 2.4 km van Houffalize.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Houffalize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HOUFF 70 (70 kV) — dichtste kopstation bij Houffalize, op ± 2.4 km. Flex ≈ 4.4 MW (11 kW/wagen + 10 kW batterij) op 39.9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Houffalize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Houffalize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Houffalize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Houffalize</dc:title>
  <dc:subject>PptxGenJS Presentation</dc:subject>
  <dc:creator>Fluctus</dc:creator>
  <cp:lastModifiedBy>Fluctus</cp:lastModifiedBy>
  <cp:revision>1</cp:revision>
  <dcterms:created xsi:type="dcterms:W3CDTF">2026-06-24T00:47:06Z</dcterms:created>
  <dcterms:modified xsi:type="dcterms:W3CDTF">2026-06-24T00:47:06Z</dcterms:modified>
</cp:coreProperties>
</file>