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8.xlsx"/></Relationships>
</file>

<file path=ppt/charts/chart5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Waterloo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Waterloo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WATERLOO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Waterloo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31.680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Waterloo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€ 47,52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€ 95,04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€ 47,52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€ 95,04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Waterloo,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8949" y="21619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8949" y="21619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7714" y="36293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7714" y="36293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7716" y="36292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7716" y="36292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7702" y="36293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7702" y="3629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7695" y="36292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7695" y="36292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7701" y="36292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7701" y="362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7699" y="36292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7699" y="36292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7697" y="36292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7697" y="36292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7694" y="36291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7694" y="36291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7693" y="36292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7693" y="36292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7687" y="36292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7687" y="36292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7684" y="36292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7684" y="36292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7682" y="36292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7682" y="36292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7679" y="36292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7679" y="36292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27677" y="36292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677" y="36292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27674" y="36292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674" y="36292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7669" y="36292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7669" y="36292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7665" y="36292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7665" y="3629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27670" y="36291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7670" y="3629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27658" y="36292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7658" y="36292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27663" y="36291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27663" y="36291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27676" y="36291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7676" y="36291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27673" y="36291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27673" y="3629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427680" y="36291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27680" y="36291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27666" y="36291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27666" y="3629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27668" y="36291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7668" y="36291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427686" y="36291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27686" y="36291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27641" y="36289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27641" y="36289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427395" y="36270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27395" y="36270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427642" y="36235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27642" y="362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427915" y="36239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27915" y="36239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28552" y="36252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28552" y="36252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27243" y="36244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27243" y="36244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428953" y="36312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28953" y="36312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428534" y="36296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28534" y="36296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428566" y="36295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28566" y="36295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428602" y="36297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28602" y="36297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448945" y="21620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48945" y="21620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448398" y="21605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48398" y="21605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48808" y="21581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8808" y="21581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48233" y="21613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48233" y="2161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48678" y="21607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48678" y="21607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448955" y="21622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48955" y="2162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49126" y="21659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49126" y="21659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449070" y="21655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49070" y="2165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49088" y="21657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49088" y="21657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49097" y="21657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9097" y="2165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428070" y="36311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28070" y="36311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49214" y="2161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49214" y="2161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428268" y="36276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28268" y="36276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428139" y="36283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28139" y="36283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428135" y="36281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28135" y="36281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428135" y="36281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428135" y="36281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428160" y="36287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428160" y="36287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428146" y="36285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428146" y="36285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428149" y="36285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428149" y="36285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428176" y="36285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428176" y="36285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428021" y="36223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428021" y="36223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2427810" y="36232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427810" y="36232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428027" y="36221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428027" y="36221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427968" y="36221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427968" y="36221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2427976" y="36223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27976" y="36223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2428065" y="36220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428065" y="36220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2428029" y="36230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28029" y="36230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2427924" y="36236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427924" y="362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427810" y="36215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427810" y="36215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428007" y="36220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28007" y="36220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428373" y="36210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428373" y="36210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428003" y="36222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428003" y="36222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2427957" y="36227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427957" y="36227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2427909" y="36230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427909" y="36230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427477" y="36276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427477" y="36276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2427587" y="36278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427587" y="36278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2427588" y="36267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427588" y="36267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2427641" y="36271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427641" y="36271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2428114" y="36273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428114" y="36273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2428248" y="3627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428248" y="3627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2428178" y="36272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428178" y="36272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428274" y="36279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428274" y="362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2428163" y="36272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428163" y="36272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2428281" y="36280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428281" y="36280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2428197" y="36274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28197" y="36274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2428189" y="36273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428189" y="36273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2427589" y="36265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27589" y="362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2427698" y="36276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27698" y="36276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427779" y="36306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427779" y="36306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2428209" y="36283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428209" y="36283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2428190" y="36284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28190" y="36284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2426105" y="36286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426105" y="36286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2428776" y="3626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28776" y="3626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2427781" y="36291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2427781" y="36291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2428264" y="36313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428264" y="36313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2428272" y="36313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428272" y="36313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2428220" y="36307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428220" y="36307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2428241" y="36307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428241" y="363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2428246" y="36308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428246" y="36308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2428247" y="36308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428247" y="3630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2428250" y="36309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2428250" y="36309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2428262" y="36307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428262" y="36307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2428174" y="36308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2428174" y="36308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2428262" y="36308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428262" y="36308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2428245" y="36308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428245" y="36308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2428247" y="36309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428247" y="36309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2428094" y="36305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428094" y="3630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2428207" y="36305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428207" y="36305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2428248" y="36304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428248" y="36304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2428212" y="36306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428212" y="36306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2428235" y="36304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2428235" y="36304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2428226" y="36304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2428226" y="36304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2428224" y="36304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2428224" y="3630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2428189" y="36301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2428189" y="3630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2428206" y="36300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428206" y="36300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2428188" y="36301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2428188" y="36301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2428196" y="36299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2428196" y="36299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2426590" y="36302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2426590" y="36302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2426626" y="36302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426626" y="36302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5449525" y="21620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5449525" y="216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2427468" y="36275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2427468" y="3627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2427645" y="36267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2427645" y="36267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2428649" y="36311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2428649" y="3631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2428857" y="36307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2428857" y="36307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2428829" y="36307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2428829" y="36307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2427382" y="36226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2427382" y="36226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2427714" y="36220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2427714" y="36220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2428207" y="36299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2428207" y="36299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2428179" y="36299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428179" y="3629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2428197" y="36299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2428197" y="3629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2428178" y="36299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2428178" y="3629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2427967" y="36238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427967" y="36238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2426251" y="36351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426251" y="363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2426294" y="36352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2426294" y="36352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2426481" y="36346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2426481" y="36346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2426448" y="36346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2426448" y="363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2428256" y="36283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2428256" y="36283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2428371" y="36280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428371" y="36280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2428358" y="36280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2428358" y="3628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2428358" y="36281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2428358" y="3628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2427726" y="36233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2427726" y="36233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2427866" y="36243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2427866" y="36243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2425660" y="36291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2425660" y="36291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2428597" y="36299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2428597" y="36299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2428809" y="36312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2428809" y="363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2428956" y="36310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2428956" y="36310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2428790" y="36310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2428790" y="36310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2428453" y="36285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428453" y="36285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2428355" y="36282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2428355" y="36282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2428057" y="36268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2428057" y="3626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2428096" y="3626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2428096" y="3626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2426803" y="36360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2426803" y="36360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2426821" y="36361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2426821" y="3636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2428216" y="36300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2428216" y="36300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2428324" y="36280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2428324" y="36280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2428274" y="36272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2428274" y="36272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2428369" y="36273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2428369" y="36273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2428406" y="36318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2428406" y="36318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2428485" y="36320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428485" y="36320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2428291" y="36288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2428291" y="36288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2428347" y="36284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2428347" y="36284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2428320" y="36287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2428320" y="36287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3" name="Shape 321"/>
          <p:cNvSpPr/>
          <p:nvPr/>
        </p:nvSpPr>
        <p:spPr>
          <a:xfrm>
            <a:off x="5448851" y="21582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5448851" y="21582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5448976" y="21629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448976" y="21629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2426841" y="36362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2426841" y="36362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2427884" y="36315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2427884" y="36315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2428229" y="36315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2428229" y="36315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2428236" y="36298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2428236" y="3629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2428263" y="36297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2428263" y="36297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2428134" y="36304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2428134" y="36304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2428280" y="36313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2428280" y="36313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2428191" y="36297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2428191" y="36297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2428217" y="36297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2428217" y="36297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5449327" y="21661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5449327" y="21661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7" name="Shape 345"/>
          <p:cNvSpPr/>
          <p:nvPr/>
        </p:nvSpPr>
        <p:spPr>
          <a:xfrm>
            <a:off x="2427101" y="36329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2427101" y="36329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9" name="Shape 347"/>
          <p:cNvSpPr/>
          <p:nvPr/>
        </p:nvSpPr>
        <p:spPr>
          <a:xfrm>
            <a:off x="2429282" y="36259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2429282" y="3625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1" name="Shape 349"/>
          <p:cNvSpPr/>
          <p:nvPr/>
        </p:nvSpPr>
        <p:spPr>
          <a:xfrm>
            <a:off x="2427381" y="36227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2427381" y="36227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2427986" y="36308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2427986" y="36308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5448841" y="21584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5448841" y="21584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7" name="Shape 355"/>
          <p:cNvSpPr/>
          <p:nvPr/>
        </p:nvSpPr>
        <p:spPr>
          <a:xfrm>
            <a:off x="5448855" y="21589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5448855" y="21589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5448857" y="21589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5448857" y="21589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1" name="Shape 359"/>
          <p:cNvSpPr/>
          <p:nvPr/>
        </p:nvSpPr>
        <p:spPr>
          <a:xfrm>
            <a:off x="2426771" y="36359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2426771" y="36359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3" name="Shape 361"/>
          <p:cNvSpPr/>
          <p:nvPr/>
        </p:nvSpPr>
        <p:spPr>
          <a:xfrm>
            <a:off x="2427387" y="36228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2427387" y="36228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5" name="Shape 363"/>
          <p:cNvSpPr/>
          <p:nvPr/>
        </p:nvSpPr>
        <p:spPr>
          <a:xfrm>
            <a:off x="2427468" y="36234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2427468" y="36234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7" name="Shape 365"/>
          <p:cNvSpPr/>
          <p:nvPr/>
        </p:nvSpPr>
        <p:spPr>
          <a:xfrm>
            <a:off x="2428094" y="36270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2428094" y="36270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9" name="Shape 367"/>
          <p:cNvSpPr/>
          <p:nvPr/>
        </p:nvSpPr>
        <p:spPr>
          <a:xfrm>
            <a:off x="2427662" y="36248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2427662" y="36248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1" name="Shape 369"/>
          <p:cNvSpPr/>
          <p:nvPr/>
        </p:nvSpPr>
        <p:spPr>
          <a:xfrm>
            <a:off x="5448828" y="21585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5448828" y="21585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3" name="Shape 371"/>
          <p:cNvSpPr/>
          <p:nvPr/>
        </p:nvSpPr>
        <p:spPr>
          <a:xfrm>
            <a:off x="2127194" y="36883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2127194" y="36883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2429413" y="36243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2429413" y="36243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7" name="Shape 375"/>
          <p:cNvSpPr/>
          <p:nvPr/>
        </p:nvSpPr>
        <p:spPr>
          <a:xfrm>
            <a:off x="2427407" y="36246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2427407" y="36246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9" name="Shape 377"/>
          <p:cNvSpPr/>
          <p:nvPr/>
        </p:nvSpPr>
        <p:spPr>
          <a:xfrm>
            <a:off x="2427429" y="36248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2427429" y="36248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1" name="Shape 379"/>
          <p:cNvSpPr/>
          <p:nvPr/>
        </p:nvSpPr>
        <p:spPr>
          <a:xfrm>
            <a:off x="5449248" y="21669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449248" y="21669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3" name="Shape 381"/>
          <p:cNvSpPr/>
          <p:nvPr/>
        </p:nvSpPr>
        <p:spPr>
          <a:xfrm>
            <a:off x="2007088" y="38257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2007088" y="38257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5" name="Shape 383"/>
          <p:cNvSpPr/>
          <p:nvPr/>
        </p:nvSpPr>
        <p:spPr>
          <a:xfrm>
            <a:off x="2427789" y="36252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2427789" y="36252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2427815" y="36250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427815" y="36250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9" name="Shape 387"/>
          <p:cNvSpPr/>
          <p:nvPr/>
        </p:nvSpPr>
        <p:spPr>
          <a:xfrm>
            <a:off x="2427605" y="36263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2427605" y="36263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2008793" y="38377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2008793" y="38377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2008719" y="38376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2008719" y="38376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5" name="Shape 393"/>
          <p:cNvSpPr/>
          <p:nvPr/>
        </p:nvSpPr>
        <p:spPr>
          <a:xfrm>
            <a:off x="2008789" y="38376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2008789" y="38376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7" name="Shape 395"/>
          <p:cNvSpPr/>
          <p:nvPr/>
        </p:nvSpPr>
        <p:spPr>
          <a:xfrm>
            <a:off x="2008729" y="38377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2008729" y="38377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9" name="Shape 397"/>
          <p:cNvSpPr/>
          <p:nvPr/>
        </p:nvSpPr>
        <p:spPr>
          <a:xfrm>
            <a:off x="2085615" y="46658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2085615" y="46658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1" name="Shape 399"/>
          <p:cNvSpPr/>
          <p:nvPr/>
        </p:nvSpPr>
        <p:spPr>
          <a:xfrm>
            <a:off x="2085637" y="46659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2085637" y="46659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3" name="Shape 401"/>
          <p:cNvSpPr/>
          <p:nvPr/>
        </p:nvSpPr>
        <p:spPr>
          <a:xfrm>
            <a:off x="2085736" y="46680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2085736" y="46680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5" name="Shape 403"/>
          <p:cNvSpPr/>
          <p:nvPr/>
        </p:nvSpPr>
        <p:spPr>
          <a:xfrm>
            <a:off x="2085729" y="46677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2085729" y="46677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7" name="Shape 405"/>
          <p:cNvSpPr/>
          <p:nvPr/>
        </p:nvSpPr>
        <p:spPr>
          <a:xfrm>
            <a:off x="2085722" y="46673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2085722" y="46673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9" name="Shape 407"/>
          <p:cNvSpPr/>
          <p:nvPr/>
        </p:nvSpPr>
        <p:spPr>
          <a:xfrm>
            <a:off x="2010648" y="38246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2010648" y="3824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2011008" y="38231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2011008" y="38231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2427698" y="36292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2427698" y="36292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2005042" y="38383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2005042" y="38383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7" name="Shape 415"/>
          <p:cNvSpPr/>
          <p:nvPr/>
        </p:nvSpPr>
        <p:spPr>
          <a:xfrm>
            <a:off x="2005753" y="38256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2005753" y="38256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9" name="Shape 417"/>
          <p:cNvSpPr/>
          <p:nvPr/>
        </p:nvSpPr>
        <p:spPr>
          <a:xfrm>
            <a:off x="2005382" y="38350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2005382" y="38350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1" name="Shape 419"/>
          <p:cNvSpPr/>
          <p:nvPr/>
        </p:nvSpPr>
        <p:spPr>
          <a:xfrm>
            <a:off x="2008059" y="38244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2008059" y="38244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3" name="Shape 421"/>
          <p:cNvSpPr/>
          <p:nvPr/>
        </p:nvSpPr>
        <p:spPr>
          <a:xfrm>
            <a:off x="2007632" y="38248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2007632" y="3824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5" name="Shape 423"/>
          <p:cNvSpPr/>
          <p:nvPr/>
        </p:nvSpPr>
        <p:spPr>
          <a:xfrm>
            <a:off x="2008038" y="38265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6" name="Text 424"/>
          <p:cNvSpPr/>
          <p:nvPr/>
        </p:nvSpPr>
        <p:spPr>
          <a:xfrm>
            <a:off x="2008038" y="38265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7" name="Shape 425"/>
          <p:cNvSpPr/>
          <p:nvPr/>
        </p:nvSpPr>
        <p:spPr>
          <a:xfrm>
            <a:off x="2008029" y="38265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2008029" y="38265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9" name="Shape 427"/>
          <p:cNvSpPr/>
          <p:nvPr/>
        </p:nvSpPr>
        <p:spPr>
          <a:xfrm>
            <a:off x="2008069" y="38264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2008069" y="38264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1" name="Shape 429"/>
          <p:cNvSpPr/>
          <p:nvPr/>
        </p:nvSpPr>
        <p:spPr>
          <a:xfrm>
            <a:off x="2008054" y="38263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2" name="Text 430"/>
          <p:cNvSpPr/>
          <p:nvPr/>
        </p:nvSpPr>
        <p:spPr>
          <a:xfrm>
            <a:off x="2008054" y="382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3" name="Shape 431"/>
          <p:cNvSpPr/>
          <p:nvPr/>
        </p:nvSpPr>
        <p:spPr>
          <a:xfrm>
            <a:off x="2427755" y="36291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4" name="Text 432"/>
          <p:cNvSpPr/>
          <p:nvPr/>
        </p:nvSpPr>
        <p:spPr>
          <a:xfrm>
            <a:off x="2427755" y="3629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2427758" y="36291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6" name="Text 434"/>
          <p:cNvSpPr/>
          <p:nvPr/>
        </p:nvSpPr>
        <p:spPr>
          <a:xfrm>
            <a:off x="2427758" y="3629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2427762" y="36291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8" name="Text 436"/>
          <p:cNvSpPr/>
          <p:nvPr/>
        </p:nvSpPr>
        <p:spPr>
          <a:xfrm>
            <a:off x="2427762" y="36291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9" name="Shape 437"/>
          <p:cNvSpPr/>
          <p:nvPr/>
        </p:nvSpPr>
        <p:spPr>
          <a:xfrm>
            <a:off x="2427735" y="36292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2427735" y="36292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1" name="Shape 439"/>
          <p:cNvSpPr/>
          <p:nvPr/>
        </p:nvSpPr>
        <p:spPr>
          <a:xfrm>
            <a:off x="2427739" y="36292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2" name="Text 440"/>
          <p:cNvSpPr/>
          <p:nvPr/>
        </p:nvSpPr>
        <p:spPr>
          <a:xfrm>
            <a:off x="2427739" y="36292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3" name="Shape 441"/>
          <p:cNvSpPr/>
          <p:nvPr/>
        </p:nvSpPr>
        <p:spPr>
          <a:xfrm>
            <a:off x="2427741" y="36292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4" name="Text 442"/>
          <p:cNvSpPr/>
          <p:nvPr/>
        </p:nvSpPr>
        <p:spPr>
          <a:xfrm>
            <a:off x="2427741" y="36292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5" name="Shape 443"/>
          <p:cNvSpPr/>
          <p:nvPr/>
        </p:nvSpPr>
        <p:spPr>
          <a:xfrm>
            <a:off x="2427744" y="36292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6" name="Text 444"/>
          <p:cNvSpPr/>
          <p:nvPr/>
        </p:nvSpPr>
        <p:spPr>
          <a:xfrm>
            <a:off x="2427744" y="36292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7" name="Shape 445"/>
          <p:cNvSpPr/>
          <p:nvPr/>
        </p:nvSpPr>
        <p:spPr>
          <a:xfrm>
            <a:off x="2427746" y="36292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8" name="Text 446"/>
          <p:cNvSpPr/>
          <p:nvPr/>
        </p:nvSpPr>
        <p:spPr>
          <a:xfrm>
            <a:off x="2427746" y="36292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9" name="Shape 447"/>
          <p:cNvSpPr/>
          <p:nvPr/>
        </p:nvSpPr>
        <p:spPr>
          <a:xfrm>
            <a:off x="2427750" y="36292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0" name="Text 448"/>
          <p:cNvSpPr/>
          <p:nvPr/>
        </p:nvSpPr>
        <p:spPr>
          <a:xfrm>
            <a:off x="2427750" y="36292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1" name="Shape 449"/>
          <p:cNvSpPr/>
          <p:nvPr/>
        </p:nvSpPr>
        <p:spPr>
          <a:xfrm>
            <a:off x="2427735" y="36291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2" name="Text 450"/>
          <p:cNvSpPr/>
          <p:nvPr/>
        </p:nvSpPr>
        <p:spPr>
          <a:xfrm>
            <a:off x="2427735" y="36291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3" name="Shape 451"/>
          <p:cNvSpPr/>
          <p:nvPr/>
        </p:nvSpPr>
        <p:spPr>
          <a:xfrm>
            <a:off x="2427732" y="36291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2427732" y="36291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5" name="Shape 453"/>
          <p:cNvSpPr/>
          <p:nvPr/>
        </p:nvSpPr>
        <p:spPr>
          <a:xfrm>
            <a:off x="2427735" y="36291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6" name="Text 454"/>
          <p:cNvSpPr/>
          <p:nvPr/>
        </p:nvSpPr>
        <p:spPr>
          <a:xfrm>
            <a:off x="2427735" y="36291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7" name="Shape 455"/>
          <p:cNvSpPr/>
          <p:nvPr/>
        </p:nvSpPr>
        <p:spPr>
          <a:xfrm>
            <a:off x="2427736" y="36292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8" name="Text 456"/>
          <p:cNvSpPr/>
          <p:nvPr/>
        </p:nvSpPr>
        <p:spPr>
          <a:xfrm>
            <a:off x="2427736" y="36292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9" name="Shape 457"/>
          <p:cNvSpPr/>
          <p:nvPr/>
        </p:nvSpPr>
        <p:spPr>
          <a:xfrm>
            <a:off x="2427741" y="36292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0" name="Text 458"/>
          <p:cNvSpPr/>
          <p:nvPr/>
        </p:nvSpPr>
        <p:spPr>
          <a:xfrm>
            <a:off x="2427741" y="36292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1" name="Shape 459"/>
          <p:cNvSpPr/>
          <p:nvPr/>
        </p:nvSpPr>
        <p:spPr>
          <a:xfrm>
            <a:off x="2426375" y="36287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2" name="Text 460"/>
          <p:cNvSpPr/>
          <p:nvPr/>
        </p:nvSpPr>
        <p:spPr>
          <a:xfrm>
            <a:off x="2426375" y="3628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3" name="Shape 461"/>
          <p:cNvSpPr/>
          <p:nvPr/>
        </p:nvSpPr>
        <p:spPr>
          <a:xfrm>
            <a:off x="2426297" y="36290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2426297" y="36290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5" name="Shape 463"/>
          <p:cNvSpPr/>
          <p:nvPr/>
        </p:nvSpPr>
        <p:spPr>
          <a:xfrm>
            <a:off x="2085764" y="46675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6" name="Text 464"/>
          <p:cNvSpPr/>
          <p:nvPr/>
        </p:nvSpPr>
        <p:spPr>
          <a:xfrm>
            <a:off x="2085764" y="46675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7" name="Shape 465"/>
          <p:cNvSpPr/>
          <p:nvPr/>
        </p:nvSpPr>
        <p:spPr>
          <a:xfrm>
            <a:off x="2427767" y="36219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8" name="Text 466"/>
          <p:cNvSpPr/>
          <p:nvPr/>
        </p:nvSpPr>
        <p:spPr>
          <a:xfrm>
            <a:off x="2427767" y="36219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9" name="Shape 467"/>
          <p:cNvSpPr/>
          <p:nvPr/>
        </p:nvSpPr>
        <p:spPr>
          <a:xfrm>
            <a:off x="1867685" y="40727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0" name="Text 468"/>
          <p:cNvSpPr/>
          <p:nvPr/>
        </p:nvSpPr>
        <p:spPr>
          <a:xfrm>
            <a:off x="1867685" y="40727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1" name="Shape 469"/>
          <p:cNvSpPr/>
          <p:nvPr/>
        </p:nvSpPr>
        <p:spPr>
          <a:xfrm>
            <a:off x="1867686" y="40728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1867686" y="40728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3" name="Shape 471"/>
          <p:cNvSpPr/>
          <p:nvPr/>
        </p:nvSpPr>
        <p:spPr>
          <a:xfrm>
            <a:off x="2428052" y="36207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2428052" y="36207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5" name="Shape 473"/>
          <p:cNvSpPr/>
          <p:nvPr/>
        </p:nvSpPr>
        <p:spPr>
          <a:xfrm>
            <a:off x="2428086" y="36209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6" name="Text 474"/>
          <p:cNvSpPr/>
          <p:nvPr/>
        </p:nvSpPr>
        <p:spPr>
          <a:xfrm>
            <a:off x="2428086" y="36209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7" name="Shape 475"/>
          <p:cNvSpPr/>
          <p:nvPr/>
        </p:nvSpPr>
        <p:spPr>
          <a:xfrm>
            <a:off x="2428284" y="36313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8" name="Text 476"/>
          <p:cNvSpPr/>
          <p:nvPr/>
        </p:nvSpPr>
        <p:spPr>
          <a:xfrm>
            <a:off x="2428284" y="36313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9" name="Shape 477"/>
          <p:cNvSpPr/>
          <p:nvPr/>
        </p:nvSpPr>
        <p:spPr>
          <a:xfrm>
            <a:off x="2428214" y="36279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0" name="Text 478"/>
          <p:cNvSpPr/>
          <p:nvPr/>
        </p:nvSpPr>
        <p:spPr>
          <a:xfrm>
            <a:off x="2428214" y="36279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1" name="Shape 479"/>
          <p:cNvSpPr/>
          <p:nvPr/>
        </p:nvSpPr>
        <p:spPr>
          <a:xfrm>
            <a:off x="2007802" y="38269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2007802" y="38269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3" name="Shape 481"/>
          <p:cNvSpPr/>
          <p:nvPr/>
        </p:nvSpPr>
        <p:spPr>
          <a:xfrm>
            <a:off x="2127267" y="36878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2127267" y="36878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5" name="Shape 483"/>
          <p:cNvSpPr/>
          <p:nvPr/>
        </p:nvSpPr>
        <p:spPr>
          <a:xfrm>
            <a:off x="2127255" y="36880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6" name="Text 484"/>
          <p:cNvSpPr/>
          <p:nvPr/>
        </p:nvSpPr>
        <p:spPr>
          <a:xfrm>
            <a:off x="2127255" y="36880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7" name="Shape 485"/>
          <p:cNvSpPr/>
          <p:nvPr/>
        </p:nvSpPr>
        <p:spPr>
          <a:xfrm>
            <a:off x="2127361" y="36880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8" name="Text 486"/>
          <p:cNvSpPr/>
          <p:nvPr/>
        </p:nvSpPr>
        <p:spPr>
          <a:xfrm>
            <a:off x="2127361" y="3688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9" name="Shape 487"/>
          <p:cNvSpPr/>
          <p:nvPr/>
        </p:nvSpPr>
        <p:spPr>
          <a:xfrm>
            <a:off x="2126472" y="36883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0" name="Text 488"/>
          <p:cNvSpPr/>
          <p:nvPr/>
        </p:nvSpPr>
        <p:spPr>
          <a:xfrm>
            <a:off x="2126472" y="3688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1" name="Shape 489"/>
          <p:cNvSpPr/>
          <p:nvPr/>
        </p:nvSpPr>
        <p:spPr>
          <a:xfrm>
            <a:off x="2006170" y="38324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2006170" y="38324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3" name="Shape 491"/>
          <p:cNvSpPr/>
          <p:nvPr/>
        </p:nvSpPr>
        <p:spPr>
          <a:xfrm>
            <a:off x="2427589" y="36246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4" name="Text 492"/>
          <p:cNvSpPr/>
          <p:nvPr/>
        </p:nvSpPr>
        <p:spPr>
          <a:xfrm>
            <a:off x="2427589" y="3624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5" name="Shape 493"/>
          <p:cNvSpPr/>
          <p:nvPr/>
        </p:nvSpPr>
        <p:spPr>
          <a:xfrm>
            <a:off x="2427694" y="36248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6" name="Text 494"/>
          <p:cNvSpPr/>
          <p:nvPr/>
        </p:nvSpPr>
        <p:spPr>
          <a:xfrm>
            <a:off x="2427694" y="362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7" name="Shape 495"/>
          <p:cNvSpPr/>
          <p:nvPr/>
        </p:nvSpPr>
        <p:spPr>
          <a:xfrm>
            <a:off x="2427637" y="36283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8" name="Text 496"/>
          <p:cNvSpPr/>
          <p:nvPr/>
        </p:nvSpPr>
        <p:spPr>
          <a:xfrm>
            <a:off x="2427637" y="36283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9" name="Shape 497"/>
          <p:cNvSpPr/>
          <p:nvPr/>
        </p:nvSpPr>
        <p:spPr>
          <a:xfrm>
            <a:off x="2007986" y="38258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0" name="Text 498"/>
          <p:cNvSpPr/>
          <p:nvPr/>
        </p:nvSpPr>
        <p:spPr>
          <a:xfrm>
            <a:off x="2007986" y="38258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1" name="Shape 499"/>
          <p:cNvSpPr/>
          <p:nvPr/>
        </p:nvSpPr>
        <p:spPr>
          <a:xfrm>
            <a:off x="2008318" y="38270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2" name="Text 500"/>
          <p:cNvSpPr/>
          <p:nvPr/>
        </p:nvSpPr>
        <p:spPr>
          <a:xfrm>
            <a:off x="2008318" y="38270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3" name="Shape 501"/>
          <p:cNvSpPr/>
          <p:nvPr/>
        </p:nvSpPr>
        <p:spPr>
          <a:xfrm>
            <a:off x="2008378" y="38273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2008378" y="38273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5" name="Shape 503"/>
          <p:cNvSpPr/>
          <p:nvPr/>
        </p:nvSpPr>
        <p:spPr>
          <a:xfrm>
            <a:off x="2008727" y="38282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6" name="Text 504"/>
          <p:cNvSpPr/>
          <p:nvPr/>
        </p:nvSpPr>
        <p:spPr>
          <a:xfrm>
            <a:off x="2008727" y="3828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7" name="Shape 505"/>
          <p:cNvSpPr/>
          <p:nvPr/>
        </p:nvSpPr>
        <p:spPr>
          <a:xfrm>
            <a:off x="2006389" y="38271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2006389" y="38271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9" name="Shape 507"/>
          <p:cNvSpPr/>
          <p:nvPr/>
        </p:nvSpPr>
        <p:spPr>
          <a:xfrm>
            <a:off x="2008385" y="38271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0" name="Text 508"/>
          <p:cNvSpPr/>
          <p:nvPr/>
        </p:nvSpPr>
        <p:spPr>
          <a:xfrm>
            <a:off x="2008385" y="38271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1" name="Shape 509"/>
          <p:cNvSpPr/>
          <p:nvPr/>
        </p:nvSpPr>
        <p:spPr>
          <a:xfrm>
            <a:off x="2008375" y="38271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2" name="Text 510"/>
          <p:cNvSpPr/>
          <p:nvPr/>
        </p:nvSpPr>
        <p:spPr>
          <a:xfrm>
            <a:off x="2008375" y="38271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3" name="Shape 511"/>
          <p:cNvSpPr/>
          <p:nvPr/>
        </p:nvSpPr>
        <p:spPr>
          <a:xfrm>
            <a:off x="2008350" y="38272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2008350" y="38272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5" name="Shape 513"/>
          <p:cNvSpPr/>
          <p:nvPr/>
        </p:nvSpPr>
        <p:spPr>
          <a:xfrm>
            <a:off x="2007679" y="38250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6" name="Text 514"/>
          <p:cNvSpPr/>
          <p:nvPr/>
        </p:nvSpPr>
        <p:spPr>
          <a:xfrm>
            <a:off x="2007679" y="38250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7" name="Shape 515"/>
          <p:cNvSpPr/>
          <p:nvPr/>
        </p:nvSpPr>
        <p:spPr>
          <a:xfrm>
            <a:off x="2006350" y="38241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8" name="Text 516"/>
          <p:cNvSpPr/>
          <p:nvPr/>
        </p:nvSpPr>
        <p:spPr>
          <a:xfrm>
            <a:off x="2006350" y="3824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9" name="Shape 517"/>
          <p:cNvSpPr/>
          <p:nvPr/>
        </p:nvSpPr>
        <p:spPr>
          <a:xfrm>
            <a:off x="2006518" y="38246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0" name="Text 518"/>
          <p:cNvSpPr/>
          <p:nvPr/>
        </p:nvSpPr>
        <p:spPr>
          <a:xfrm>
            <a:off x="2006518" y="3824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1" name="Shape 519"/>
          <p:cNvSpPr/>
          <p:nvPr/>
        </p:nvSpPr>
        <p:spPr>
          <a:xfrm>
            <a:off x="2427732" y="36292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2" name="Text 520"/>
          <p:cNvSpPr/>
          <p:nvPr/>
        </p:nvSpPr>
        <p:spPr>
          <a:xfrm>
            <a:off x="2427732" y="36292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3" name="Shape 521"/>
          <p:cNvSpPr/>
          <p:nvPr/>
        </p:nvSpPr>
        <p:spPr>
          <a:xfrm>
            <a:off x="2427381" y="36228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2427381" y="36228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5" name="Shape 523"/>
          <p:cNvSpPr/>
          <p:nvPr/>
        </p:nvSpPr>
        <p:spPr>
          <a:xfrm>
            <a:off x="2429583" y="36184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6" name="Text 524"/>
          <p:cNvSpPr/>
          <p:nvPr/>
        </p:nvSpPr>
        <p:spPr>
          <a:xfrm>
            <a:off x="2429583" y="36184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7" name="Shape 525"/>
          <p:cNvSpPr/>
          <p:nvPr/>
        </p:nvSpPr>
        <p:spPr>
          <a:xfrm>
            <a:off x="5449197" y="21616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8" name="Text 526"/>
          <p:cNvSpPr/>
          <p:nvPr/>
        </p:nvSpPr>
        <p:spPr>
          <a:xfrm>
            <a:off x="5449197" y="2161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9" name="Shape 527"/>
          <p:cNvSpPr/>
          <p:nvPr/>
        </p:nvSpPr>
        <p:spPr>
          <a:xfrm>
            <a:off x="2427612" y="3624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0" name="Text 528"/>
          <p:cNvSpPr/>
          <p:nvPr/>
        </p:nvSpPr>
        <p:spPr>
          <a:xfrm>
            <a:off x="2427612" y="3624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1" name="Shape 529"/>
          <p:cNvSpPr/>
          <p:nvPr/>
        </p:nvSpPr>
        <p:spPr>
          <a:xfrm>
            <a:off x="2007933" y="38176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2" name="Text 530"/>
          <p:cNvSpPr/>
          <p:nvPr/>
        </p:nvSpPr>
        <p:spPr>
          <a:xfrm>
            <a:off x="2007933" y="381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3" name="Shape 531"/>
          <p:cNvSpPr/>
          <p:nvPr/>
        </p:nvSpPr>
        <p:spPr>
          <a:xfrm>
            <a:off x="2009742" y="38238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2009742" y="38238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5" name="Shape 533"/>
          <p:cNvSpPr/>
          <p:nvPr/>
        </p:nvSpPr>
        <p:spPr>
          <a:xfrm>
            <a:off x="2009657" y="38238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6" name="Text 534"/>
          <p:cNvSpPr/>
          <p:nvPr/>
        </p:nvSpPr>
        <p:spPr>
          <a:xfrm>
            <a:off x="2009657" y="38238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7" name="Shape 535"/>
          <p:cNvSpPr/>
          <p:nvPr/>
        </p:nvSpPr>
        <p:spPr>
          <a:xfrm>
            <a:off x="2010036" y="38240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8" name="Text 536"/>
          <p:cNvSpPr/>
          <p:nvPr/>
        </p:nvSpPr>
        <p:spPr>
          <a:xfrm>
            <a:off x="2010036" y="38240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9" name="Shape 537"/>
          <p:cNvSpPr/>
          <p:nvPr/>
        </p:nvSpPr>
        <p:spPr>
          <a:xfrm>
            <a:off x="2010200" y="38222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0" name="Text 538"/>
          <p:cNvSpPr/>
          <p:nvPr/>
        </p:nvSpPr>
        <p:spPr>
          <a:xfrm>
            <a:off x="2010200" y="38222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1" name="Shape 539"/>
          <p:cNvSpPr/>
          <p:nvPr/>
        </p:nvSpPr>
        <p:spPr>
          <a:xfrm>
            <a:off x="2010314" y="38228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2010314" y="38228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3" name="Shape 541"/>
          <p:cNvSpPr/>
          <p:nvPr/>
        </p:nvSpPr>
        <p:spPr>
          <a:xfrm>
            <a:off x="2010685" y="38260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2010685" y="38260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5" name="Shape 543"/>
          <p:cNvSpPr/>
          <p:nvPr/>
        </p:nvSpPr>
        <p:spPr>
          <a:xfrm>
            <a:off x="2006419" y="38181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6" name="Text 544"/>
          <p:cNvSpPr/>
          <p:nvPr/>
        </p:nvSpPr>
        <p:spPr>
          <a:xfrm>
            <a:off x="2006419" y="38181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7" name="Shape 545"/>
          <p:cNvSpPr/>
          <p:nvPr/>
        </p:nvSpPr>
        <p:spPr>
          <a:xfrm>
            <a:off x="2006353" y="38179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8" name="Text 546"/>
          <p:cNvSpPr/>
          <p:nvPr/>
        </p:nvSpPr>
        <p:spPr>
          <a:xfrm>
            <a:off x="2006353" y="38179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9" name="Shape 547"/>
          <p:cNvSpPr/>
          <p:nvPr/>
        </p:nvSpPr>
        <p:spPr>
          <a:xfrm>
            <a:off x="2006400" y="38186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2006400" y="38186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1" name="Shape 549"/>
          <p:cNvSpPr/>
          <p:nvPr/>
        </p:nvSpPr>
        <p:spPr>
          <a:xfrm>
            <a:off x="2006579" y="38193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2" name="Text 550"/>
          <p:cNvSpPr/>
          <p:nvPr/>
        </p:nvSpPr>
        <p:spPr>
          <a:xfrm>
            <a:off x="2006579" y="38193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3" name="Shape 551"/>
          <p:cNvSpPr/>
          <p:nvPr/>
        </p:nvSpPr>
        <p:spPr>
          <a:xfrm>
            <a:off x="2006585" y="38190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4" name="Text 552"/>
          <p:cNvSpPr/>
          <p:nvPr/>
        </p:nvSpPr>
        <p:spPr>
          <a:xfrm>
            <a:off x="2006585" y="38190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5" name="Shape 553"/>
          <p:cNvSpPr/>
          <p:nvPr/>
        </p:nvSpPr>
        <p:spPr>
          <a:xfrm>
            <a:off x="2009333" y="38291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2009333" y="38291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7" name="Shape 555"/>
          <p:cNvSpPr/>
          <p:nvPr/>
        </p:nvSpPr>
        <p:spPr>
          <a:xfrm>
            <a:off x="2008032" y="38203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8" name="Text 556"/>
          <p:cNvSpPr/>
          <p:nvPr/>
        </p:nvSpPr>
        <p:spPr>
          <a:xfrm>
            <a:off x="2008032" y="382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9" name="Shape 557"/>
          <p:cNvSpPr/>
          <p:nvPr/>
        </p:nvSpPr>
        <p:spPr>
          <a:xfrm>
            <a:off x="2007997" y="38173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0" name="Text 558"/>
          <p:cNvSpPr/>
          <p:nvPr/>
        </p:nvSpPr>
        <p:spPr>
          <a:xfrm>
            <a:off x="2007997" y="38173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1" name="Shape 559"/>
          <p:cNvSpPr/>
          <p:nvPr/>
        </p:nvSpPr>
        <p:spPr>
          <a:xfrm>
            <a:off x="2007903" y="38179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2007903" y="38179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3" name="Shape 561"/>
          <p:cNvSpPr/>
          <p:nvPr/>
        </p:nvSpPr>
        <p:spPr>
          <a:xfrm>
            <a:off x="2007946" y="38185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4" name="Text 562"/>
          <p:cNvSpPr/>
          <p:nvPr/>
        </p:nvSpPr>
        <p:spPr>
          <a:xfrm>
            <a:off x="2007946" y="38185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5" name="Shape 563"/>
          <p:cNvSpPr/>
          <p:nvPr/>
        </p:nvSpPr>
        <p:spPr>
          <a:xfrm>
            <a:off x="2007892" y="38191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6" name="Text 564"/>
          <p:cNvSpPr/>
          <p:nvPr/>
        </p:nvSpPr>
        <p:spPr>
          <a:xfrm>
            <a:off x="2007892" y="381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7" name="Shape 565"/>
          <p:cNvSpPr/>
          <p:nvPr/>
        </p:nvSpPr>
        <p:spPr>
          <a:xfrm>
            <a:off x="2007020" y="38204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2007020" y="3820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9" name="Shape 567"/>
          <p:cNvSpPr/>
          <p:nvPr/>
        </p:nvSpPr>
        <p:spPr>
          <a:xfrm>
            <a:off x="2007132" y="38208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0" name="Text 568"/>
          <p:cNvSpPr/>
          <p:nvPr/>
        </p:nvSpPr>
        <p:spPr>
          <a:xfrm>
            <a:off x="2007132" y="38208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1" name="Shape 569"/>
          <p:cNvSpPr/>
          <p:nvPr/>
        </p:nvSpPr>
        <p:spPr>
          <a:xfrm>
            <a:off x="2007245" y="38212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2007245" y="38212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3" name="Shape 571"/>
          <p:cNvSpPr/>
          <p:nvPr/>
        </p:nvSpPr>
        <p:spPr>
          <a:xfrm>
            <a:off x="2006952" y="38189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2006952" y="38189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5" name="Shape 573"/>
          <p:cNvSpPr/>
          <p:nvPr/>
        </p:nvSpPr>
        <p:spPr>
          <a:xfrm>
            <a:off x="2006361" y="38176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6" name="Text 574"/>
          <p:cNvSpPr/>
          <p:nvPr/>
        </p:nvSpPr>
        <p:spPr>
          <a:xfrm>
            <a:off x="2006361" y="38176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7" name="Shape 575"/>
          <p:cNvSpPr/>
          <p:nvPr/>
        </p:nvSpPr>
        <p:spPr>
          <a:xfrm>
            <a:off x="2006312" y="38176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8" name="Text 576"/>
          <p:cNvSpPr/>
          <p:nvPr/>
        </p:nvSpPr>
        <p:spPr>
          <a:xfrm>
            <a:off x="2006312" y="38176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9" name="Shape 577"/>
          <p:cNvSpPr/>
          <p:nvPr/>
        </p:nvSpPr>
        <p:spPr>
          <a:xfrm>
            <a:off x="2005955" y="38169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2005955" y="38169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1" name="Shape 579"/>
          <p:cNvSpPr/>
          <p:nvPr/>
        </p:nvSpPr>
        <p:spPr>
          <a:xfrm>
            <a:off x="2005867" y="38170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2005867" y="3817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3" name="Shape 581"/>
          <p:cNvSpPr/>
          <p:nvPr/>
        </p:nvSpPr>
        <p:spPr>
          <a:xfrm>
            <a:off x="2005862" y="38171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4" name="Text 582"/>
          <p:cNvSpPr/>
          <p:nvPr/>
        </p:nvSpPr>
        <p:spPr>
          <a:xfrm>
            <a:off x="2005862" y="38171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5" name="Shape 583"/>
          <p:cNvSpPr/>
          <p:nvPr/>
        </p:nvSpPr>
        <p:spPr>
          <a:xfrm>
            <a:off x="2006935" y="38176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2006935" y="3817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7" name="Shape 585"/>
          <p:cNvSpPr/>
          <p:nvPr/>
        </p:nvSpPr>
        <p:spPr>
          <a:xfrm>
            <a:off x="2007016" y="38176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8" name="Text 586"/>
          <p:cNvSpPr/>
          <p:nvPr/>
        </p:nvSpPr>
        <p:spPr>
          <a:xfrm>
            <a:off x="2007016" y="3817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9" name="Shape 587"/>
          <p:cNvSpPr/>
          <p:nvPr/>
        </p:nvSpPr>
        <p:spPr>
          <a:xfrm>
            <a:off x="2007281" y="38176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0" name="Text 588"/>
          <p:cNvSpPr/>
          <p:nvPr/>
        </p:nvSpPr>
        <p:spPr>
          <a:xfrm>
            <a:off x="2007281" y="38176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1" name="Shape 589"/>
          <p:cNvSpPr/>
          <p:nvPr/>
        </p:nvSpPr>
        <p:spPr>
          <a:xfrm>
            <a:off x="2007230" y="38175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2007230" y="38175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3" name="Shape 591"/>
          <p:cNvSpPr/>
          <p:nvPr/>
        </p:nvSpPr>
        <p:spPr>
          <a:xfrm>
            <a:off x="2005670" y="38337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4" name="Text 592"/>
          <p:cNvSpPr/>
          <p:nvPr/>
        </p:nvSpPr>
        <p:spPr>
          <a:xfrm>
            <a:off x="2005670" y="3833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5" name="Shape 593"/>
          <p:cNvSpPr/>
          <p:nvPr/>
        </p:nvSpPr>
        <p:spPr>
          <a:xfrm>
            <a:off x="2005171" y="38180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6" name="Text 594"/>
          <p:cNvSpPr/>
          <p:nvPr/>
        </p:nvSpPr>
        <p:spPr>
          <a:xfrm>
            <a:off x="2005171" y="38180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7" name="Shape 595"/>
          <p:cNvSpPr/>
          <p:nvPr/>
        </p:nvSpPr>
        <p:spPr>
          <a:xfrm>
            <a:off x="2005940" y="38180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2005940" y="38180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9" name="Shape 597"/>
          <p:cNvSpPr/>
          <p:nvPr/>
        </p:nvSpPr>
        <p:spPr>
          <a:xfrm>
            <a:off x="2006077" y="38180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0" name="Text 598"/>
          <p:cNvSpPr/>
          <p:nvPr/>
        </p:nvSpPr>
        <p:spPr>
          <a:xfrm>
            <a:off x="2006077" y="38180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1" name="Shape 599"/>
          <p:cNvSpPr/>
          <p:nvPr/>
        </p:nvSpPr>
        <p:spPr>
          <a:xfrm>
            <a:off x="2006812" y="38151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2" name="Text 600"/>
          <p:cNvSpPr/>
          <p:nvPr/>
        </p:nvSpPr>
        <p:spPr>
          <a:xfrm>
            <a:off x="2006812" y="38151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3" name="Shape 601"/>
          <p:cNvSpPr/>
          <p:nvPr/>
        </p:nvSpPr>
        <p:spPr>
          <a:xfrm>
            <a:off x="2007706" y="38230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4" name="Text 602"/>
          <p:cNvSpPr/>
          <p:nvPr/>
        </p:nvSpPr>
        <p:spPr>
          <a:xfrm>
            <a:off x="2007706" y="38230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5" name="Shape 603"/>
          <p:cNvSpPr/>
          <p:nvPr/>
        </p:nvSpPr>
        <p:spPr>
          <a:xfrm>
            <a:off x="2009576" y="38263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6" name="Text 604"/>
          <p:cNvSpPr/>
          <p:nvPr/>
        </p:nvSpPr>
        <p:spPr>
          <a:xfrm>
            <a:off x="2009576" y="38263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7" name="Shape 605"/>
          <p:cNvSpPr/>
          <p:nvPr/>
        </p:nvSpPr>
        <p:spPr>
          <a:xfrm>
            <a:off x="2009512" y="38268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8" name="Text 606"/>
          <p:cNvSpPr/>
          <p:nvPr/>
        </p:nvSpPr>
        <p:spPr>
          <a:xfrm>
            <a:off x="2009512" y="3826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9" name="Shape 607"/>
          <p:cNvSpPr/>
          <p:nvPr/>
        </p:nvSpPr>
        <p:spPr>
          <a:xfrm>
            <a:off x="2009343" y="38259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0" name="Text 608"/>
          <p:cNvSpPr/>
          <p:nvPr/>
        </p:nvSpPr>
        <p:spPr>
          <a:xfrm>
            <a:off x="2009343" y="38259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1" name="Shape 609"/>
          <p:cNvSpPr/>
          <p:nvPr/>
        </p:nvSpPr>
        <p:spPr>
          <a:xfrm>
            <a:off x="2008069" y="38246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2" name="Text 610"/>
          <p:cNvSpPr/>
          <p:nvPr/>
        </p:nvSpPr>
        <p:spPr>
          <a:xfrm>
            <a:off x="2008069" y="38246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3" name="Shape 611"/>
          <p:cNvSpPr/>
          <p:nvPr/>
        </p:nvSpPr>
        <p:spPr>
          <a:xfrm>
            <a:off x="2008119" y="38251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4" name="Text 612"/>
          <p:cNvSpPr/>
          <p:nvPr/>
        </p:nvSpPr>
        <p:spPr>
          <a:xfrm>
            <a:off x="2008119" y="38251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5" name="Shape 613"/>
          <p:cNvSpPr/>
          <p:nvPr/>
        </p:nvSpPr>
        <p:spPr>
          <a:xfrm>
            <a:off x="2008117" y="38256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6" name="Text 614"/>
          <p:cNvSpPr/>
          <p:nvPr/>
        </p:nvSpPr>
        <p:spPr>
          <a:xfrm>
            <a:off x="2008117" y="38256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7" name="Shape 615"/>
          <p:cNvSpPr/>
          <p:nvPr/>
        </p:nvSpPr>
        <p:spPr>
          <a:xfrm>
            <a:off x="2009481" y="38298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8" name="Text 616"/>
          <p:cNvSpPr/>
          <p:nvPr/>
        </p:nvSpPr>
        <p:spPr>
          <a:xfrm>
            <a:off x="2009481" y="38298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9" name="Shape 617"/>
          <p:cNvSpPr/>
          <p:nvPr/>
        </p:nvSpPr>
        <p:spPr>
          <a:xfrm>
            <a:off x="2009412" y="38300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0" name="Text 618"/>
          <p:cNvSpPr/>
          <p:nvPr/>
        </p:nvSpPr>
        <p:spPr>
          <a:xfrm>
            <a:off x="2009412" y="38300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1" name="Shape 619"/>
          <p:cNvSpPr/>
          <p:nvPr/>
        </p:nvSpPr>
        <p:spPr>
          <a:xfrm>
            <a:off x="2006835" y="38205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2" name="Text 620"/>
          <p:cNvSpPr/>
          <p:nvPr/>
        </p:nvSpPr>
        <p:spPr>
          <a:xfrm>
            <a:off x="2006835" y="38205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3" name="Shape 621"/>
          <p:cNvSpPr/>
          <p:nvPr/>
        </p:nvSpPr>
        <p:spPr>
          <a:xfrm>
            <a:off x="5449286" y="21661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4" name="Text 622"/>
          <p:cNvSpPr/>
          <p:nvPr/>
        </p:nvSpPr>
        <p:spPr>
          <a:xfrm>
            <a:off x="5449286" y="21661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5" name="Shape 623"/>
          <p:cNvSpPr/>
          <p:nvPr/>
        </p:nvSpPr>
        <p:spPr>
          <a:xfrm>
            <a:off x="2006555" y="38319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6" name="Text 624"/>
          <p:cNvSpPr/>
          <p:nvPr/>
        </p:nvSpPr>
        <p:spPr>
          <a:xfrm>
            <a:off x="2006555" y="3831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7" name="Shape 625"/>
          <p:cNvSpPr/>
          <p:nvPr/>
        </p:nvSpPr>
        <p:spPr>
          <a:xfrm>
            <a:off x="2007215" y="38217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8" name="Text 626"/>
          <p:cNvSpPr/>
          <p:nvPr/>
        </p:nvSpPr>
        <p:spPr>
          <a:xfrm>
            <a:off x="2007215" y="38217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9" name="Shape 627"/>
          <p:cNvSpPr/>
          <p:nvPr/>
        </p:nvSpPr>
        <p:spPr>
          <a:xfrm>
            <a:off x="2007295" y="38223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0" name="Text 628"/>
          <p:cNvSpPr/>
          <p:nvPr/>
        </p:nvSpPr>
        <p:spPr>
          <a:xfrm>
            <a:off x="2007295" y="38223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1" name="Shape 629"/>
          <p:cNvSpPr/>
          <p:nvPr/>
        </p:nvSpPr>
        <p:spPr>
          <a:xfrm>
            <a:off x="2007360" y="38222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2" name="Text 630"/>
          <p:cNvSpPr/>
          <p:nvPr/>
        </p:nvSpPr>
        <p:spPr>
          <a:xfrm>
            <a:off x="2007360" y="3822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3" name="Shape 631"/>
          <p:cNvSpPr/>
          <p:nvPr/>
        </p:nvSpPr>
        <p:spPr>
          <a:xfrm>
            <a:off x="2007450" y="38224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4" name="Text 632"/>
          <p:cNvSpPr/>
          <p:nvPr/>
        </p:nvSpPr>
        <p:spPr>
          <a:xfrm>
            <a:off x="2007450" y="38224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5" name="Shape 633"/>
          <p:cNvSpPr/>
          <p:nvPr/>
        </p:nvSpPr>
        <p:spPr>
          <a:xfrm>
            <a:off x="2007426" y="38227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6" name="Text 634"/>
          <p:cNvSpPr/>
          <p:nvPr/>
        </p:nvSpPr>
        <p:spPr>
          <a:xfrm>
            <a:off x="2007426" y="3822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7" name="Shape 635"/>
          <p:cNvSpPr/>
          <p:nvPr/>
        </p:nvSpPr>
        <p:spPr>
          <a:xfrm>
            <a:off x="2427083" y="36329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8" name="Text 636"/>
          <p:cNvSpPr/>
          <p:nvPr/>
        </p:nvSpPr>
        <p:spPr>
          <a:xfrm>
            <a:off x="2427083" y="3632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9" name="Shape 637"/>
          <p:cNvSpPr/>
          <p:nvPr/>
        </p:nvSpPr>
        <p:spPr>
          <a:xfrm>
            <a:off x="2005905" y="38321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0" name="Text 638"/>
          <p:cNvSpPr/>
          <p:nvPr/>
        </p:nvSpPr>
        <p:spPr>
          <a:xfrm>
            <a:off x="2005905" y="38321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1" name="Shape 639"/>
          <p:cNvSpPr/>
          <p:nvPr/>
        </p:nvSpPr>
        <p:spPr>
          <a:xfrm>
            <a:off x="2005898" y="38324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2" name="Text 640"/>
          <p:cNvSpPr/>
          <p:nvPr/>
        </p:nvSpPr>
        <p:spPr>
          <a:xfrm>
            <a:off x="2005898" y="38324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3" name="Shape 641"/>
          <p:cNvSpPr/>
          <p:nvPr/>
        </p:nvSpPr>
        <p:spPr>
          <a:xfrm>
            <a:off x="2005860" y="38323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4" name="Text 642"/>
          <p:cNvSpPr/>
          <p:nvPr/>
        </p:nvSpPr>
        <p:spPr>
          <a:xfrm>
            <a:off x="2005860" y="3832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5" name="Shape 643"/>
          <p:cNvSpPr/>
          <p:nvPr/>
        </p:nvSpPr>
        <p:spPr>
          <a:xfrm>
            <a:off x="2006207" y="38313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6" name="Text 644"/>
          <p:cNvSpPr/>
          <p:nvPr/>
        </p:nvSpPr>
        <p:spPr>
          <a:xfrm>
            <a:off x="2006207" y="38313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7" name="Shape 645"/>
          <p:cNvSpPr/>
          <p:nvPr/>
        </p:nvSpPr>
        <p:spPr>
          <a:xfrm>
            <a:off x="2006682" y="38279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2006682" y="3827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9" name="Shape 647"/>
          <p:cNvSpPr/>
          <p:nvPr/>
        </p:nvSpPr>
        <p:spPr>
          <a:xfrm>
            <a:off x="2006601" y="38280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0" name="Text 648"/>
          <p:cNvSpPr/>
          <p:nvPr/>
        </p:nvSpPr>
        <p:spPr>
          <a:xfrm>
            <a:off x="2006601" y="38280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1" name="Shape 649"/>
          <p:cNvSpPr/>
          <p:nvPr/>
        </p:nvSpPr>
        <p:spPr>
          <a:xfrm>
            <a:off x="2007013" y="38262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2" name="Text 650"/>
          <p:cNvSpPr/>
          <p:nvPr/>
        </p:nvSpPr>
        <p:spPr>
          <a:xfrm>
            <a:off x="2007013" y="38262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3" name="Shape 651"/>
          <p:cNvSpPr/>
          <p:nvPr/>
        </p:nvSpPr>
        <p:spPr>
          <a:xfrm>
            <a:off x="2007040" y="38265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2007040" y="38265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5" name="Shape 653"/>
          <p:cNvSpPr/>
          <p:nvPr/>
        </p:nvSpPr>
        <p:spPr>
          <a:xfrm>
            <a:off x="2007087" y="38266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6" name="Text 654"/>
          <p:cNvSpPr/>
          <p:nvPr/>
        </p:nvSpPr>
        <p:spPr>
          <a:xfrm>
            <a:off x="2007087" y="38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7" name="Shape 655"/>
          <p:cNvSpPr/>
          <p:nvPr/>
        </p:nvSpPr>
        <p:spPr>
          <a:xfrm>
            <a:off x="2007015" y="38267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8" name="Text 656"/>
          <p:cNvSpPr/>
          <p:nvPr/>
        </p:nvSpPr>
        <p:spPr>
          <a:xfrm>
            <a:off x="2007015" y="38267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9" name="Shape 657"/>
          <p:cNvSpPr/>
          <p:nvPr/>
        </p:nvSpPr>
        <p:spPr>
          <a:xfrm>
            <a:off x="2006948" y="38261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2006948" y="38261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61" name="Shape 659"/>
          <p:cNvSpPr/>
          <p:nvPr/>
        </p:nvSpPr>
        <p:spPr>
          <a:xfrm>
            <a:off x="2007232" y="38265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2007232" y="38265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63" name="Shape 661"/>
          <p:cNvSpPr/>
          <p:nvPr/>
        </p:nvSpPr>
        <p:spPr>
          <a:xfrm>
            <a:off x="2006924" y="38255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2006924" y="38255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65" name="Shape 663"/>
          <p:cNvSpPr/>
          <p:nvPr/>
        </p:nvSpPr>
        <p:spPr>
          <a:xfrm>
            <a:off x="2006840" y="38252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6" name="Text 664"/>
          <p:cNvSpPr/>
          <p:nvPr/>
        </p:nvSpPr>
        <p:spPr>
          <a:xfrm>
            <a:off x="2006840" y="38252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67" name="Shape 665"/>
          <p:cNvSpPr/>
          <p:nvPr/>
        </p:nvSpPr>
        <p:spPr>
          <a:xfrm>
            <a:off x="2006785" y="38247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2006785" y="38247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69" name="Shape 667"/>
          <p:cNvSpPr/>
          <p:nvPr/>
        </p:nvSpPr>
        <p:spPr>
          <a:xfrm>
            <a:off x="2006681" y="38245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0" name="Text 668"/>
          <p:cNvSpPr/>
          <p:nvPr/>
        </p:nvSpPr>
        <p:spPr>
          <a:xfrm>
            <a:off x="2006681" y="38245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1" name="Shape 669"/>
          <p:cNvSpPr/>
          <p:nvPr/>
        </p:nvSpPr>
        <p:spPr>
          <a:xfrm>
            <a:off x="2007730" y="38285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2007730" y="38285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3" name="Shape 671"/>
          <p:cNvSpPr/>
          <p:nvPr/>
        </p:nvSpPr>
        <p:spPr>
          <a:xfrm>
            <a:off x="2007148" y="38177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4" name="Text 672"/>
          <p:cNvSpPr/>
          <p:nvPr/>
        </p:nvSpPr>
        <p:spPr>
          <a:xfrm>
            <a:off x="2007148" y="38177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5" name="Shape 673"/>
          <p:cNvSpPr/>
          <p:nvPr/>
        </p:nvSpPr>
        <p:spPr>
          <a:xfrm>
            <a:off x="2008593" y="38286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6" name="Text 674"/>
          <p:cNvSpPr/>
          <p:nvPr/>
        </p:nvSpPr>
        <p:spPr>
          <a:xfrm>
            <a:off x="2008593" y="38286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7" name="Shape 675"/>
          <p:cNvSpPr/>
          <p:nvPr/>
        </p:nvSpPr>
        <p:spPr>
          <a:xfrm>
            <a:off x="2008661" y="38288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8" name="Text 676"/>
          <p:cNvSpPr/>
          <p:nvPr/>
        </p:nvSpPr>
        <p:spPr>
          <a:xfrm>
            <a:off x="2008661" y="3828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9" name="Shape 677"/>
          <p:cNvSpPr/>
          <p:nvPr/>
        </p:nvSpPr>
        <p:spPr>
          <a:xfrm>
            <a:off x="2008659" y="38286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0" name="Text 678"/>
          <p:cNvSpPr/>
          <p:nvPr/>
        </p:nvSpPr>
        <p:spPr>
          <a:xfrm>
            <a:off x="2008659" y="38286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1" name="Shape 679"/>
          <p:cNvSpPr/>
          <p:nvPr/>
        </p:nvSpPr>
        <p:spPr>
          <a:xfrm>
            <a:off x="2008734" y="38288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2008734" y="38288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3" name="Shape 681"/>
          <p:cNvSpPr/>
          <p:nvPr/>
        </p:nvSpPr>
        <p:spPr>
          <a:xfrm>
            <a:off x="2008823" y="38290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4" name="Text 682"/>
          <p:cNvSpPr/>
          <p:nvPr/>
        </p:nvSpPr>
        <p:spPr>
          <a:xfrm>
            <a:off x="2008823" y="38290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5" name="Shape 683"/>
          <p:cNvSpPr/>
          <p:nvPr/>
        </p:nvSpPr>
        <p:spPr>
          <a:xfrm>
            <a:off x="2008824" y="38293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2008824" y="38293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7" name="Shape 685"/>
          <p:cNvSpPr/>
          <p:nvPr/>
        </p:nvSpPr>
        <p:spPr>
          <a:xfrm>
            <a:off x="2005843" y="38258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8" name="Text 686"/>
          <p:cNvSpPr/>
          <p:nvPr/>
        </p:nvSpPr>
        <p:spPr>
          <a:xfrm>
            <a:off x="2005843" y="38258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9" name="Shape 687"/>
          <p:cNvSpPr/>
          <p:nvPr/>
        </p:nvSpPr>
        <p:spPr>
          <a:xfrm>
            <a:off x="2006022" y="38256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0" name="Text 688"/>
          <p:cNvSpPr/>
          <p:nvPr/>
        </p:nvSpPr>
        <p:spPr>
          <a:xfrm>
            <a:off x="2006022" y="3825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1" name="Shape 689"/>
          <p:cNvSpPr/>
          <p:nvPr/>
        </p:nvSpPr>
        <p:spPr>
          <a:xfrm>
            <a:off x="2006095" y="38258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2" name="Text 690"/>
          <p:cNvSpPr/>
          <p:nvPr/>
        </p:nvSpPr>
        <p:spPr>
          <a:xfrm>
            <a:off x="2006095" y="3825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3" name="Shape 691"/>
          <p:cNvSpPr/>
          <p:nvPr/>
        </p:nvSpPr>
        <p:spPr>
          <a:xfrm>
            <a:off x="2007837" y="38275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4" name="Text 692"/>
          <p:cNvSpPr/>
          <p:nvPr/>
        </p:nvSpPr>
        <p:spPr>
          <a:xfrm>
            <a:off x="2007837" y="38275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5" name="Shape 693"/>
          <p:cNvSpPr/>
          <p:nvPr/>
        </p:nvSpPr>
        <p:spPr>
          <a:xfrm>
            <a:off x="2007907" y="38275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6" name="Text 694"/>
          <p:cNvSpPr/>
          <p:nvPr/>
        </p:nvSpPr>
        <p:spPr>
          <a:xfrm>
            <a:off x="2007907" y="3827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7" name="Shape 695"/>
          <p:cNvSpPr/>
          <p:nvPr/>
        </p:nvSpPr>
        <p:spPr>
          <a:xfrm>
            <a:off x="2007963" y="38242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8" name="Text 696"/>
          <p:cNvSpPr/>
          <p:nvPr/>
        </p:nvSpPr>
        <p:spPr>
          <a:xfrm>
            <a:off x="2007963" y="38242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9" name="Shape 697"/>
          <p:cNvSpPr/>
          <p:nvPr/>
        </p:nvSpPr>
        <p:spPr>
          <a:xfrm>
            <a:off x="2426605" y="36296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0" name="Text 698"/>
          <p:cNvSpPr/>
          <p:nvPr/>
        </p:nvSpPr>
        <p:spPr>
          <a:xfrm>
            <a:off x="2426605" y="36296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1" name="Shape 699"/>
          <p:cNvSpPr/>
          <p:nvPr/>
        </p:nvSpPr>
        <p:spPr>
          <a:xfrm>
            <a:off x="2006438" y="38261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2" name="Text 700"/>
          <p:cNvSpPr/>
          <p:nvPr/>
        </p:nvSpPr>
        <p:spPr>
          <a:xfrm>
            <a:off x="2006438" y="38261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3" name="Shape 701"/>
          <p:cNvSpPr/>
          <p:nvPr/>
        </p:nvSpPr>
        <p:spPr>
          <a:xfrm>
            <a:off x="2006502" y="38258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4" name="Text 702"/>
          <p:cNvSpPr/>
          <p:nvPr/>
        </p:nvSpPr>
        <p:spPr>
          <a:xfrm>
            <a:off x="2006502" y="3825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5" name="Shape 703"/>
          <p:cNvSpPr/>
          <p:nvPr/>
        </p:nvSpPr>
        <p:spPr>
          <a:xfrm>
            <a:off x="2006532" y="38260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6" name="Text 704"/>
          <p:cNvSpPr/>
          <p:nvPr/>
        </p:nvSpPr>
        <p:spPr>
          <a:xfrm>
            <a:off x="2006532" y="38260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7" name="Shape 705"/>
          <p:cNvSpPr/>
          <p:nvPr/>
        </p:nvSpPr>
        <p:spPr>
          <a:xfrm>
            <a:off x="2005856" y="38263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8" name="Text 706"/>
          <p:cNvSpPr/>
          <p:nvPr/>
        </p:nvSpPr>
        <p:spPr>
          <a:xfrm>
            <a:off x="2005856" y="382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9" name="Shape 707"/>
          <p:cNvSpPr/>
          <p:nvPr/>
        </p:nvSpPr>
        <p:spPr>
          <a:xfrm>
            <a:off x="2005790" y="38256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0" name="Text 708"/>
          <p:cNvSpPr/>
          <p:nvPr/>
        </p:nvSpPr>
        <p:spPr>
          <a:xfrm>
            <a:off x="2005790" y="38256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1" name="Shape 709"/>
          <p:cNvSpPr/>
          <p:nvPr/>
        </p:nvSpPr>
        <p:spPr>
          <a:xfrm>
            <a:off x="2005540" y="38251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2" name="Text 710"/>
          <p:cNvSpPr/>
          <p:nvPr/>
        </p:nvSpPr>
        <p:spPr>
          <a:xfrm>
            <a:off x="2005540" y="38251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3" name="Shape 711"/>
          <p:cNvSpPr/>
          <p:nvPr/>
        </p:nvSpPr>
        <p:spPr>
          <a:xfrm>
            <a:off x="2006861" y="38190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4" name="Text 712"/>
          <p:cNvSpPr/>
          <p:nvPr/>
        </p:nvSpPr>
        <p:spPr>
          <a:xfrm>
            <a:off x="2006861" y="38190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5" name="Shape 713"/>
          <p:cNvSpPr/>
          <p:nvPr/>
        </p:nvSpPr>
        <p:spPr>
          <a:xfrm>
            <a:off x="2007213" y="38184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6" name="Text 714"/>
          <p:cNvSpPr/>
          <p:nvPr/>
        </p:nvSpPr>
        <p:spPr>
          <a:xfrm>
            <a:off x="2007213" y="381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7" name="Shape 715"/>
          <p:cNvSpPr/>
          <p:nvPr/>
        </p:nvSpPr>
        <p:spPr>
          <a:xfrm>
            <a:off x="2007227" y="38179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8" name="Text 716"/>
          <p:cNvSpPr/>
          <p:nvPr/>
        </p:nvSpPr>
        <p:spPr>
          <a:xfrm>
            <a:off x="2007227" y="3817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9" name="Shape 717"/>
          <p:cNvSpPr/>
          <p:nvPr/>
        </p:nvSpPr>
        <p:spPr>
          <a:xfrm>
            <a:off x="2005865" y="38174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0" name="Text 718"/>
          <p:cNvSpPr/>
          <p:nvPr/>
        </p:nvSpPr>
        <p:spPr>
          <a:xfrm>
            <a:off x="2005865" y="38174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21" name="Shape 719"/>
          <p:cNvSpPr/>
          <p:nvPr/>
        </p:nvSpPr>
        <p:spPr>
          <a:xfrm>
            <a:off x="2005962" y="38173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2" name="Text 720"/>
          <p:cNvSpPr/>
          <p:nvPr/>
        </p:nvSpPr>
        <p:spPr>
          <a:xfrm>
            <a:off x="2005962" y="38173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23" name="Shape 721"/>
          <p:cNvSpPr/>
          <p:nvPr/>
        </p:nvSpPr>
        <p:spPr>
          <a:xfrm>
            <a:off x="2005626" y="38179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4" name="Text 722"/>
          <p:cNvSpPr/>
          <p:nvPr/>
        </p:nvSpPr>
        <p:spPr>
          <a:xfrm>
            <a:off x="2005626" y="38179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25" name="Shape 723"/>
          <p:cNvSpPr/>
          <p:nvPr/>
        </p:nvSpPr>
        <p:spPr>
          <a:xfrm>
            <a:off x="2007077" y="38261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6" name="Text 724"/>
          <p:cNvSpPr/>
          <p:nvPr/>
        </p:nvSpPr>
        <p:spPr>
          <a:xfrm>
            <a:off x="2007077" y="38261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27" name="Shape 725"/>
          <p:cNvSpPr/>
          <p:nvPr/>
        </p:nvSpPr>
        <p:spPr>
          <a:xfrm>
            <a:off x="2007397" y="38222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8" name="Text 726"/>
          <p:cNvSpPr/>
          <p:nvPr/>
        </p:nvSpPr>
        <p:spPr>
          <a:xfrm>
            <a:off x="2007397" y="3822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29" name="Shape 727"/>
          <p:cNvSpPr/>
          <p:nvPr/>
        </p:nvSpPr>
        <p:spPr>
          <a:xfrm>
            <a:off x="2007632" y="38286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0" name="Text 728"/>
          <p:cNvSpPr/>
          <p:nvPr/>
        </p:nvSpPr>
        <p:spPr>
          <a:xfrm>
            <a:off x="2007632" y="38286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1" name="Shape 729"/>
          <p:cNvSpPr/>
          <p:nvPr/>
        </p:nvSpPr>
        <p:spPr>
          <a:xfrm>
            <a:off x="2007946" y="38242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2" name="Text 730"/>
          <p:cNvSpPr/>
          <p:nvPr/>
        </p:nvSpPr>
        <p:spPr>
          <a:xfrm>
            <a:off x="2007946" y="3824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3" name="Shape 731"/>
          <p:cNvSpPr/>
          <p:nvPr/>
        </p:nvSpPr>
        <p:spPr>
          <a:xfrm>
            <a:off x="2004862" y="38319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2004862" y="383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5" name="Shape 733"/>
          <p:cNvSpPr/>
          <p:nvPr/>
        </p:nvSpPr>
        <p:spPr>
          <a:xfrm>
            <a:off x="2009207" y="38266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6" name="Text 734"/>
          <p:cNvSpPr/>
          <p:nvPr/>
        </p:nvSpPr>
        <p:spPr>
          <a:xfrm>
            <a:off x="2009207" y="38266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7" name="Shape 735"/>
          <p:cNvSpPr/>
          <p:nvPr/>
        </p:nvSpPr>
        <p:spPr>
          <a:xfrm>
            <a:off x="2007678" y="38237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8" name="Text 736"/>
          <p:cNvSpPr/>
          <p:nvPr/>
        </p:nvSpPr>
        <p:spPr>
          <a:xfrm>
            <a:off x="2007678" y="382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9" name="Shape 737"/>
          <p:cNvSpPr/>
          <p:nvPr/>
        </p:nvSpPr>
        <p:spPr>
          <a:xfrm>
            <a:off x="2007675" y="38240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0" name="Text 738"/>
          <p:cNvSpPr/>
          <p:nvPr/>
        </p:nvSpPr>
        <p:spPr>
          <a:xfrm>
            <a:off x="2007675" y="38240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41" name="Shape 739"/>
          <p:cNvSpPr/>
          <p:nvPr/>
        </p:nvSpPr>
        <p:spPr>
          <a:xfrm>
            <a:off x="2007673" y="38241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2" name="Text 740"/>
          <p:cNvSpPr/>
          <p:nvPr/>
        </p:nvSpPr>
        <p:spPr>
          <a:xfrm>
            <a:off x="2007673" y="38241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43" name="Shape 741"/>
          <p:cNvSpPr/>
          <p:nvPr/>
        </p:nvSpPr>
        <p:spPr>
          <a:xfrm>
            <a:off x="2008788" y="38284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4" name="Text 742"/>
          <p:cNvSpPr/>
          <p:nvPr/>
        </p:nvSpPr>
        <p:spPr>
          <a:xfrm>
            <a:off x="2008788" y="38284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45" name="Shape 743"/>
          <p:cNvSpPr/>
          <p:nvPr/>
        </p:nvSpPr>
        <p:spPr>
          <a:xfrm>
            <a:off x="2008755" y="38272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6" name="Text 744"/>
          <p:cNvSpPr/>
          <p:nvPr/>
        </p:nvSpPr>
        <p:spPr>
          <a:xfrm>
            <a:off x="2008755" y="38272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47" name="Shape 745"/>
          <p:cNvSpPr/>
          <p:nvPr/>
        </p:nvSpPr>
        <p:spPr>
          <a:xfrm>
            <a:off x="2005086" y="38377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8" name="Text 746"/>
          <p:cNvSpPr/>
          <p:nvPr/>
        </p:nvSpPr>
        <p:spPr>
          <a:xfrm>
            <a:off x="2005086" y="38377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49" name="Shape 747"/>
          <p:cNvSpPr/>
          <p:nvPr/>
        </p:nvSpPr>
        <p:spPr>
          <a:xfrm>
            <a:off x="2004995" y="38376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0" name="Text 748"/>
          <p:cNvSpPr/>
          <p:nvPr/>
        </p:nvSpPr>
        <p:spPr>
          <a:xfrm>
            <a:off x="2004995" y="38376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1" name="Shape 749"/>
          <p:cNvSpPr/>
          <p:nvPr/>
        </p:nvSpPr>
        <p:spPr>
          <a:xfrm>
            <a:off x="2005026" y="38374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2" name="Text 750"/>
          <p:cNvSpPr/>
          <p:nvPr/>
        </p:nvSpPr>
        <p:spPr>
          <a:xfrm>
            <a:off x="2005026" y="38374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3" name="Shape 751"/>
          <p:cNvSpPr/>
          <p:nvPr/>
        </p:nvSpPr>
        <p:spPr>
          <a:xfrm>
            <a:off x="2005054" y="38372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4" name="Text 752"/>
          <p:cNvSpPr/>
          <p:nvPr/>
        </p:nvSpPr>
        <p:spPr>
          <a:xfrm>
            <a:off x="2005054" y="383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5" name="Shape 753"/>
          <p:cNvSpPr/>
          <p:nvPr/>
        </p:nvSpPr>
        <p:spPr>
          <a:xfrm>
            <a:off x="2005114" y="38370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6" name="Text 754"/>
          <p:cNvSpPr/>
          <p:nvPr/>
        </p:nvSpPr>
        <p:spPr>
          <a:xfrm>
            <a:off x="2005114" y="38370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7" name="Shape 755"/>
          <p:cNvSpPr/>
          <p:nvPr/>
        </p:nvSpPr>
        <p:spPr>
          <a:xfrm>
            <a:off x="2373672" y="54772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8" name="Text 756"/>
          <p:cNvSpPr/>
          <p:nvPr/>
        </p:nvSpPr>
        <p:spPr>
          <a:xfrm>
            <a:off x="2373672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9" name="Shape 757"/>
          <p:cNvSpPr/>
          <p:nvPr/>
        </p:nvSpPr>
        <p:spPr>
          <a:xfrm>
            <a:off x="2007911" y="38239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0" name="Text 758"/>
          <p:cNvSpPr/>
          <p:nvPr/>
        </p:nvSpPr>
        <p:spPr>
          <a:xfrm>
            <a:off x="2007911" y="38239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61" name="Shape 759"/>
          <p:cNvSpPr/>
          <p:nvPr/>
        </p:nvSpPr>
        <p:spPr>
          <a:xfrm>
            <a:off x="5448849" y="21590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2" name="Text 760"/>
          <p:cNvSpPr/>
          <p:nvPr/>
        </p:nvSpPr>
        <p:spPr>
          <a:xfrm>
            <a:off x="5448849" y="21590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63" name="Shape 761"/>
          <p:cNvSpPr/>
          <p:nvPr/>
        </p:nvSpPr>
        <p:spPr>
          <a:xfrm>
            <a:off x="5448362" y="21606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4" name="Text 762"/>
          <p:cNvSpPr/>
          <p:nvPr/>
        </p:nvSpPr>
        <p:spPr>
          <a:xfrm>
            <a:off x="5448362" y="21606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65" name="Shape 763"/>
          <p:cNvSpPr/>
          <p:nvPr/>
        </p:nvSpPr>
        <p:spPr>
          <a:xfrm>
            <a:off x="2426759" y="36308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6" name="Text 764"/>
          <p:cNvSpPr/>
          <p:nvPr/>
        </p:nvSpPr>
        <p:spPr>
          <a:xfrm>
            <a:off x="2426759" y="36308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67" name="Shape 765"/>
          <p:cNvSpPr/>
          <p:nvPr/>
        </p:nvSpPr>
        <p:spPr>
          <a:xfrm>
            <a:off x="2085456" y="46707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8" name="Text 766"/>
          <p:cNvSpPr/>
          <p:nvPr/>
        </p:nvSpPr>
        <p:spPr>
          <a:xfrm>
            <a:off x="2085456" y="46707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69" name="Shape 767"/>
          <p:cNvSpPr/>
          <p:nvPr/>
        </p:nvSpPr>
        <p:spPr>
          <a:xfrm>
            <a:off x="2007253" y="38321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0" name="Text 768"/>
          <p:cNvSpPr/>
          <p:nvPr/>
        </p:nvSpPr>
        <p:spPr>
          <a:xfrm>
            <a:off x="2007253" y="38321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1" name="Shape 769"/>
          <p:cNvSpPr/>
          <p:nvPr/>
        </p:nvSpPr>
        <p:spPr>
          <a:xfrm>
            <a:off x="2007439" y="38326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2" name="Text 770"/>
          <p:cNvSpPr/>
          <p:nvPr/>
        </p:nvSpPr>
        <p:spPr>
          <a:xfrm>
            <a:off x="2007439" y="3832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3" name="Shape 771"/>
          <p:cNvSpPr/>
          <p:nvPr/>
        </p:nvSpPr>
        <p:spPr>
          <a:xfrm>
            <a:off x="2009081" y="38388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4" name="Text 772"/>
          <p:cNvSpPr/>
          <p:nvPr/>
        </p:nvSpPr>
        <p:spPr>
          <a:xfrm>
            <a:off x="2009081" y="38388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5" name="Shape 773"/>
          <p:cNvSpPr/>
          <p:nvPr/>
        </p:nvSpPr>
        <p:spPr>
          <a:xfrm>
            <a:off x="2009083" y="38384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6" name="Text 774"/>
          <p:cNvSpPr/>
          <p:nvPr/>
        </p:nvSpPr>
        <p:spPr>
          <a:xfrm>
            <a:off x="2009083" y="3838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7" name="Shape 775"/>
          <p:cNvSpPr/>
          <p:nvPr/>
        </p:nvSpPr>
        <p:spPr>
          <a:xfrm>
            <a:off x="2009065" y="38386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8" name="Text 776"/>
          <p:cNvSpPr/>
          <p:nvPr/>
        </p:nvSpPr>
        <p:spPr>
          <a:xfrm>
            <a:off x="2009065" y="38386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9" name="Shape 777"/>
          <p:cNvSpPr/>
          <p:nvPr/>
        </p:nvSpPr>
        <p:spPr>
          <a:xfrm>
            <a:off x="2008983" y="38385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0" name="Text 778"/>
          <p:cNvSpPr/>
          <p:nvPr/>
        </p:nvSpPr>
        <p:spPr>
          <a:xfrm>
            <a:off x="2008983" y="38385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81" name="Shape 779"/>
          <p:cNvSpPr/>
          <p:nvPr/>
        </p:nvSpPr>
        <p:spPr>
          <a:xfrm>
            <a:off x="2009018" y="38387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2" name="Text 780"/>
          <p:cNvSpPr/>
          <p:nvPr/>
        </p:nvSpPr>
        <p:spPr>
          <a:xfrm>
            <a:off x="2009018" y="38387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83" name="Shape 781"/>
          <p:cNvSpPr/>
          <p:nvPr/>
        </p:nvSpPr>
        <p:spPr>
          <a:xfrm>
            <a:off x="2009037" y="38253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4" name="Text 782"/>
          <p:cNvSpPr/>
          <p:nvPr/>
        </p:nvSpPr>
        <p:spPr>
          <a:xfrm>
            <a:off x="2009037" y="38253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85" name="Shape 783"/>
          <p:cNvSpPr/>
          <p:nvPr/>
        </p:nvSpPr>
        <p:spPr>
          <a:xfrm>
            <a:off x="2007248" y="38345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6" name="Text 784"/>
          <p:cNvSpPr/>
          <p:nvPr/>
        </p:nvSpPr>
        <p:spPr>
          <a:xfrm>
            <a:off x="2007248" y="38345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87" name="Shape 785"/>
          <p:cNvSpPr/>
          <p:nvPr/>
        </p:nvSpPr>
        <p:spPr>
          <a:xfrm>
            <a:off x="2007288" y="38328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8" name="Text 786"/>
          <p:cNvSpPr/>
          <p:nvPr/>
        </p:nvSpPr>
        <p:spPr>
          <a:xfrm>
            <a:off x="2007288" y="38328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89" name="Shape 787"/>
          <p:cNvSpPr/>
          <p:nvPr/>
        </p:nvSpPr>
        <p:spPr>
          <a:xfrm>
            <a:off x="2007292" y="38327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0" name="Text 788"/>
          <p:cNvSpPr/>
          <p:nvPr/>
        </p:nvSpPr>
        <p:spPr>
          <a:xfrm>
            <a:off x="2007292" y="38327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1" name="Shape 789"/>
          <p:cNvSpPr/>
          <p:nvPr/>
        </p:nvSpPr>
        <p:spPr>
          <a:xfrm>
            <a:off x="2007291" y="38329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2" name="Text 790"/>
          <p:cNvSpPr/>
          <p:nvPr/>
        </p:nvSpPr>
        <p:spPr>
          <a:xfrm>
            <a:off x="2007291" y="38329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3" name="Shape 791"/>
          <p:cNvSpPr/>
          <p:nvPr/>
        </p:nvSpPr>
        <p:spPr>
          <a:xfrm>
            <a:off x="5448934" y="21626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4" name="Text 792"/>
          <p:cNvSpPr/>
          <p:nvPr/>
        </p:nvSpPr>
        <p:spPr>
          <a:xfrm>
            <a:off x="5448934" y="21626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5" name="Shape 793"/>
          <p:cNvSpPr/>
          <p:nvPr/>
        </p:nvSpPr>
        <p:spPr>
          <a:xfrm>
            <a:off x="2427683" y="36291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6" name="Text 794"/>
          <p:cNvSpPr/>
          <p:nvPr/>
        </p:nvSpPr>
        <p:spPr>
          <a:xfrm>
            <a:off x="2427683" y="362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7" name="Shape 795"/>
          <p:cNvSpPr/>
          <p:nvPr/>
        </p:nvSpPr>
        <p:spPr>
          <a:xfrm>
            <a:off x="2427685" y="36291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8" name="Text 796"/>
          <p:cNvSpPr/>
          <p:nvPr/>
        </p:nvSpPr>
        <p:spPr>
          <a:xfrm>
            <a:off x="2427685" y="36291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9" name="Shape 797"/>
          <p:cNvSpPr/>
          <p:nvPr/>
        </p:nvSpPr>
        <p:spPr>
          <a:xfrm>
            <a:off x="2427795" y="36291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0" name="Text 798"/>
          <p:cNvSpPr/>
          <p:nvPr/>
        </p:nvSpPr>
        <p:spPr>
          <a:xfrm>
            <a:off x="2427795" y="36291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01" name="Shape 799"/>
          <p:cNvSpPr/>
          <p:nvPr/>
        </p:nvSpPr>
        <p:spPr>
          <a:xfrm>
            <a:off x="2427787" y="36291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2" name="Text 800"/>
          <p:cNvSpPr/>
          <p:nvPr/>
        </p:nvSpPr>
        <p:spPr>
          <a:xfrm>
            <a:off x="2427787" y="3629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03" name="Shape 801"/>
          <p:cNvSpPr/>
          <p:nvPr/>
        </p:nvSpPr>
        <p:spPr>
          <a:xfrm>
            <a:off x="2006574" y="38272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4" name="Text 802"/>
          <p:cNvSpPr/>
          <p:nvPr/>
        </p:nvSpPr>
        <p:spPr>
          <a:xfrm>
            <a:off x="2006574" y="38272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05" name="Shape 803"/>
          <p:cNvSpPr/>
          <p:nvPr/>
        </p:nvSpPr>
        <p:spPr>
          <a:xfrm>
            <a:off x="2006579" y="38273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6" name="Text 804"/>
          <p:cNvSpPr/>
          <p:nvPr/>
        </p:nvSpPr>
        <p:spPr>
          <a:xfrm>
            <a:off x="2006579" y="38273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07" name="Shape 805"/>
          <p:cNvSpPr/>
          <p:nvPr/>
        </p:nvSpPr>
        <p:spPr>
          <a:xfrm>
            <a:off x="2006543" y="38270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8" name="Text 806"/>
          <p:cNvSpPr/>
          <p:nvPr/>
        </p:nvSpPr>
        <p:spPr>
          <a:xfrm>
            <a:off x="2006543" y="38270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09" name="Shape 807"/>
          <p:cNvSpPr/>
          <p:nvPr/>
        </p:nvSpPr>
        <p:spPr>
          <a:xfrm>
            <a:off x="2006552" y="38277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0" name="Text 808"/>
          <p:cNvSpPr/>
          <p:nvPr/>
        </p:nvSpPr>
        <p:spPr>
          <a:xfrm>
            <a:off x="2006552" y="38277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1" name="Shape 809"/>
          <p:cNvSpPr/>
          <p:nvPr/>
        </p:nvSpPr>
        <p:spPr>
          <a:xfrm>
            <a:off x="2007289" y="38324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2" name="Text 810"/>
          <p:cNvSpPr/>
          <p:nvPr/>
        </p:nvSpPr>
        <p:spPr>
          <a:xfrm>
            <a:off x="2007289" y="3832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3" name="Shape 811"/>
          <p:cNvSpPr/>
          <p:nvPr/>
        </p:nvSpPr>
        <p:spPr>
          <a:xfrm>
            <a:off x="5449573" y="21680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4" name="Text 812"/>
          <p:cNvSpPr/>
          <p:nvPr/>
        </p:nvSpPr>
        <p:spPr>
          <a:xfrm>
            <a:off x="5449573" y="21680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5" name="Shape 813"/>
          <p:cNvSpPr/>
          <p:nvPr/>
        </p:nvSpPr>
        <p:spPr>
          <a:xfrm>
            <a:off x="2008734" y="38378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6" name="Text 814"/>
          <p:cNvSpPr/>
          <p:nvPr/>
        </p:nvSpPr>
        <p:spPr>
          <a:xfrm>
            <a:off x="2008734" y="3837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7" name="Shape 815"/>
          <p:cNvSpPr/>
          <p:nvPr/>
        </p:nvSpPr>
        <p:spPr>
          <a:xfrm>
            <a:off x="2008748" y="38376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8" name="Text 816"/>
          <p:cNvSpPr/>
          <p:nvPr/>
        </p:nvSpPr>
        <p:spPr>
          <a:xfrm>
            <a:off x="2008748" y="38376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9" name="Shape 817"/>
          <p:cNvSpPr/>
          <p:nvPr/>
        </p:nvSpPr>
        <p:spPr>
          <a:xfrm>
            <a:off x="2008746" y="38374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0" name="Text 818"/>
          <p:cNvSpPr/>
          <p:nvPr/>
        </p:nvSpPr>
        <p:spPr>
          <a:xfrm>
            <a:off x="2008746" y="38374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21" name="Shape 819"/>
          <p:cNvSpPr/>
          <p:nvPr/>
        </p:nvSpPr>
        <p:spPr>
          <a:xfrm>
            <a:off x="2008796" y="38376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2" name="Text 820"/>
          <p:cNvSpPr/>
          <p:nvPr/>
        </p:nvSpPr>
        <p:spPr>
          <a:xfrm>
            <a:off x="2008796" y="3837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23" name="Shape 821"/>
          <p:cNvSpPr/>
          <p:nvPr/>
        </p:nvSpPr>
        <p:spPr>
          <a:xfrm>
            <a:off x="2006833" y="38187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4" name="Text 822"/>
          <p:cNvSpPr/>
          <p:nvPr/>
        </p:nvSpPr>
        <p:spPr>
          <a:xfrm>
            <a:off x="2006833" y="38187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25" name="Shape 823"/>
          <p:cNvSpPr/>
          <p:nvPr/>
        </p:nvSpPr>
        <p:spPr>
          <a:xfrm>
            <a:off x="2007206" y="38324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6" name="Text 824"/>
          <p:cNvSpPr/>
          <p:nvPr/>
        </p:nvSpPr>
        <p:spPr>
          <a:xfrm>
            <a:off x="2007206" y="38324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27" name="Shape 825"/>
          <p:cNvSpPr/>
          <p:nvPr/>
        </p:nvSpPr>
        <p:spPr>
          <a:xfrm>
            <a:off x="2007300" y="38346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8" name="Text 826"/>
          <p:cNvSpPr/>
          <p:nvPr/>
        </p:nvSpPr>
        <p:spPr>
          <a:xfrm>
            <a:off x="2007300" y="3834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29" name="Shape 827"/>
          <p:cNvSpPr/>
          <p:nvPr/>
        </p:nvSpPr>
        <p:spPr>
          <a:xfrm>
            <a:off x="2007299" y="38345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0" name="Text 828"/>
          <p:cNvSpPr/>
          <p:nvPr/>
        </p:nvSpPr>
        <p:spPr>
          <a:xfrm>
            <a:off x="2007299" y="38345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1" name="Shape 829"/>
          <p:cNvSpPr/>
          <p:nvPr/>
        </p:nvSpPr>
        <p:spPr>
          <a:xfrm>
            <a:off x="2006357" y="38270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2" name="Text 830"/>
          <p:cNvSpPr/>
          <p:nvPr/>
        </p:nvSpPr>
        <p:spPr>
          <a:xfrm>
            <a:off x="2006357" y="3827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3" name="Shape 831"/>
          <p:cNvSpPr/>
          <p:nvPr/>
        </p:nvSpPr>
        <p:spPr>
          <a:xfrm>
            <a:off x="2006155" y="38263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4" name="Text 832"/>
          <p:cNvSpPr/>
          <p:nvPr/>
        </p:nvSpPr>
        <p:spPr>
          <a:xfrm>
            <a:off x="2006155" y="38263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5" name="Shape 833"/>
          <p:cNvSpPr/>
          <p:nvPr/>
        </p:nvSpPr>
        <p:spPr>
          <a:xfrm>
            <a:off x="2006141" y="38262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6" name="Text 834"/>
          <p:cNvSpPr/>
          <p:nvPr/>
        </p:nvSpPr>
        <p:spPr>
          <a:xfrm>
            <a:off x="2006141" y="38262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7" name="Shape 835"/>
          <p:cNvSpPr/>
          <p:nvPr/>
        </p:nvSpPr>
        <p:spPr>
          <a:xfrm>
            <a:off x="2005813" y="38256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8" name="Text 836"/>
          <p:cNvSpPr/>
          <p:nvPr/>
        </p:nvSpPr>
        <p:spPr>
          <a:xfrm>
            <a:off x="2005813" y="38256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9" name="Shape 837"/>
          <p:cNvSpPr/>
          <p:nvPr/>
        </p:nvSpPr>
        <p:spPr>
          <a:xfrm>
            <a:off x="2005542" y="38253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0" name="Text 838"/>
          <p:cNvSpPr/>
          <p:nvPr/>
        </p:nvSpPr>
        <p:spPr>
          <a:xfrm>
            <a:off x="2005542" y="38253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41" name="Shape 839"/>
          <p:cNvSpPr/>
          <p:nvPr/>
        </p:nvSpPr>
        <p:spPr>
          <a:xfrm>
            <a:off x="2428414" y="36258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2" name="Text 840"/>
          <p:cNvSpPr/>
          <p:nvPr/>
        </p:nvSpPr>
        <p:spPr>
          <a:xfrm>
            <a:off x="2428414" y="36258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43" name="Shape 841"/>
          <p:cNvSpPr/>
          <p:nvPr/>
        </p:nvSpPr>
        <p:spPr>
          <a:xfrm>
            <a:off x="5448405" y="21602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4" name="Text 842"/>
          <p:cNvSpPr/>
          <p:nvPr/>
        </p:nvSpPr>
        <p:spPr>
          <a:xfrm>
            <a:off x="5448405" y="21602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45" name="Shape 843"/>
          <p:cNvSpPr/>
          <p:nvPr/>
        </p:nvSpPr>
        <p:spPr>
          <a:xfrm>
            <a:off x="5449268" y="21659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6" name="Text 844"/>
          <p:cNvSpPr/>
          <p:nvPr/>
        </p:nvSpPr>
        <p:spPr>
          <a:xfrm>
            <a:off x="5449268" y="21659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47" name="Shape 845"/>
          <p:cNvSpPr/>
          <p:nvPr/>
        </p:nvSpPr>
        <p:spPr>
          <a:xfrm>
            <a:off x="2427957" y="36236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8" name="Text 846"/>
          <p:cNvSpPr/>
          <p:nvPr/>
        </p:nvSpPr>
        <p:spPr>
          <a:xfrm>
            <a:off x="2427957" y="36236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49" name="Shape 847"/>
          <p:cNvSpPr/>
          <p:nvPr/>
        </p:nvSpPr>
        <p:spPr>
          <a:xfrm>
            <a:off x="2006351" y="38269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0" name="Text 848"/>
          <p:cNvSpPr/>
          <p:nvPr/>
        </p:nvSpPr>
        <p:spPr>
          <a:xfrm>
            <a:off x="2006351" y="3826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51" name="Shape 849"/>
          <p:cNvSpPr/>
          <p:nvPr/>
        </p:nvSpPr>
        <p:spPr>
          <a:xfrm>
            <a:off x="2006962" y="38174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2" name="Text 850"/>
          <p:cNvSpPr/>
          <p:nvPr/>
        </p:nvSpPr>
        <p:spPr>
          <a:xfrm>
            <a:off x="2006962" y="3817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53" name="Shape 851"/>
          <p:cNvSpPr/>
          <p:nvPr/>
        </p:nvSpPr>
        <p:spPr>
          <a:xfrm>
            <a:off x="2009442" y="38258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4" name="Text 852"/>
          <p:cNvSpPr/>
          <p:nvPr/>
        </p:nvSpPr>
        <p:spPr>
          <a:xfrm>
            <a:off x="2009442" y="38258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55" name="Shape 853"/>
          <p:cNvSpPr/>
          <p:nvPr/>
        </p:nvSpPr>
        <p:spPr>
          <a:xfrm>
            <a:off x="2007886" y="38205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6" name="Text 854"/>
          <p:cNvSpPr/>
          <p:nvPr/>
        </p:nvSpPr>
        <p:spPr>
          <a:xfrm>
            <a:off x="2007886" y="3820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57" name="Shape 855"/>
          <p:cNvSpPr/>
          <p:nvPr/>
        </p:nvSpPr>
        <p:spPr>
          <a:xfrm>
            <a:off x="2004926" y="38377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8" name="Text 856"/>
          <p:cNvSpPr/>
          <p:nvPr/>
        </p:nvSpPr>
        <p:spPr>
          <a:xfrm>
            <a:off x="2004926" y="383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59" name="Shape 857"/>
          <p:cNvSpPr/>
          <p:nvPr/>
        </p:nvSpPr>
        <p:spPr>
          <a:xfrm>
            <a:off x="5449032" y="21651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0" name="Text 858"/>
          <p:cNvSpPr/>
          <p:nvPr/>
        </p:nvSpPr>
        <p:spPr>
          <a:xfrm>
            <a:off x="5449032" y="2165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61" name="Shape 859"/>
          <p:cNvSpPr/>
          <p:nvPr/>
        </p:nvSpPr>
        <p:spPr>
          <a:xfrm>
            <a:off x="2427943" y="36230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2" name="Text 860"/>
          <p:cNvSpPr/>
          <p:nvPr/>
        </p:nvSpPr>
        <p:spPr>
          <a:xfrm>
            <a:off x="2427943" y="36230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63" name="Shape 861"/>
          <p:cNvSpPr/>
          <p:nvPr/>
        </p:nvSpPr>
        <p:spPr>
          <a:xfrm>
            <a:off x="2010468" y="38257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4" name="Text 862"/>
          <p:cNvSpPr/>
          <p:nvPr/>
        </p:nvSpPr>
        <p:spPr>
          <a:xfrm>
            <a:off x="2010468" y="38257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65" name="Shape 863"/>
          <p:cNvSpPr/>
          <p:nvPr/>
        </p:nvSpPr>
        <p:spPr>
          <a:xfrm>
            <a:off x="2006795" y="38180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6" name="Text 864"/>
          <p:cNvSpPr/>
          <p:nvPr/>
        </p:nvSpPr>
        <p:spPr>
          <a:xfrm>
            <a:off x="2006795" y="38180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67" name="Shape 865"/>
          <p:cNvSpPr/>
          <p:nvPr/>
        </p:nvSpPr>
        <p:spPr>
          <a:xfrm>
            <a:off x="2005826" y="38176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8" name="Text 866"/>
          <p:cNvSpPr/>
          <p:nvPr/>
        </p:nvSpPr>
        <p:spPr>
          <a:xfrm>
            <a:off x="2005826" y="38176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69" name="Shape 867"/>
          <p:cNvSpPr/>
          <p:nvPr/>
        </p:nvSpPr>
        <p:spPr>
          <a:xfrm>
            <a:off x="2006693" y="38276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0" name="Text 868"/>
          <p:cNvSpPr/>
          <p:nvPr/>
        </p:nvSpPr>
        <p:spPr>
          <a:xfrm>
            <a:off x="2006693" y="38276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71" name="Shape 869"/>
          <p:cNvSpPr/>
          <p:nvPr/>
        </p:nvSpPr>
        <p:spPr>
          <a:xfrm>
            <a:off x="2427618" y="36283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2" name="Text 870"/>
          <p:cNvSpPr/>
          <p:nvPr/>
        </p:nvSpPr>
        <p:spPr>
          <a:xfrm>
            <a:off x="2427618" y="3628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73" name="Shape 871"/>
          <p:cNvSpPr/>
          <p:nvPr/>
        </p:nvSpPr>
        <p:spPr>
          <a:xfrm>
            <a:off x="2427610" y="36282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4" name="Text 872"/>
          <p:cNvSpPr/>
          <p:nvPr/>
        </p:nvSpPr>
        <p:spPr>
          <a:xfrm>
            <a:off x="2427610" y="36282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75" name="Shape 873"/>
          <p:cNvSpPr/>
          <p:nvPr/>
        </p:nvSpPr>
        <p:spPr>
          <a:xfrm>
            <a:off x="2428550" y="36296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6" name="Text 874"/>
          <p:cNvSpPr/>
          <p:nvPr/>
        </p:nvSpPr>
        <p:spPr>
          <a:xfrm>
            <a:off x="2428550" y="362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77" name="Shape 875"/>
          <p:cNvSpPr/>
          <p:nvPr/>
        </p:nvSpPr>
        <p:spPr>
          <a:xfrm>
            <a:off x="2427315" y="36249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8" name="Text 876"/>
          <p:cNvSpPr/>
          <p:nvPr/>
        </p:nvSpPr>
        <p:spPr>
          <a:xfrm>
            <a:off x="2427315" y="36249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79" name="Shape 877"/>
          <p:cNvSpPr/>
          <p:nvPr/>
        </p:nvSpPr>
        <p:spPr>
          <a:xfrm>
            <a:off x="2428304" y="36281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0" name="Text 878"/>
          <p:cNvSpPr/>
          <p:nvPr/>
        </p:nvSpPr>
        <p:spPr>
          <a:xfrm>
            <a:off x="2428304" y="3628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81" name="Shape 879"/>
          <p:cNvSpPr/>
          <p:nvPr/>
        </p:nvSpPr>
        <p:spPr>
          <a:xfrm>
            <a:off x="2428791" y="36312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2" name="Text 880"/>
          <p:cNvSpPr/>
          <p:nvPr/>
        </p:nvSpPr>
        <p:spPr>
          <a:xfrm>
            <a:off x="2428791" y="36312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83" name="Shape 881"/>
          <p:cNvSpPr/>
          <p:nvPr/>
        </p:nvSpPr>
        <p:spPr>
          <a:xfrm>
            <a:off x="2428150" y="36268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4" name="Text 882"/>
          <p:cNvSpPr/>
          <p:nvPr/>
        </p:nvSpPr>
        <p:spPr>
          <a:xfrm>
            <a:off x="2428150" y="36268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85" name="Shape 883"/>
          <p:cNvSpPr/>
          <p:nvPr/>
        </p:nvSpPr>
        <p:spPr>
          <a:xfrm>
            <a:off x="2427853" y="36228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6" name="Text 884"/>
          <p:cNvSpPr/>
          <p:nvPr/>
        </p:nvSpPr>
        <p:spPr>
          <a:xfrm>
            <a:off x="2427853" y="36228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87" name="Shape 885"/>
          <p:cNvSpPr/>
          <p:nvPr/>
        </p:nvSpPr>
        <p:spPr>
          <a:xfrm>
            <a:off x="5448855" y="21584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8" name="Text 886"/>
          <p:cNvSpPr/>
          <p:nvPr/>
        </p:nvSpPr>
        <p:spPr>
          <a:xfrm>
            <a:off x="5448855" y="21584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89" name="Shape 887"/>
          <p:cNvSpPr/>
          <p:nvPr/>
        </p:nvSpPr>
        <p:spPr>
          <a:xfrm>
            <a:off x="2007944" y="38200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0" name="Text 888"/>
          <p:cNvSpPr/>
          <p:nvPr/>
        </p:nvSpPr>
        <p:spPr>
          <a:xfrm>
            <a:off x="2007944" y="38200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1" name="Shape 889"/>
          <p:cNvSpPr/>
          <p:nvPr/>
        </p:nvSpPr>
        <p:spPr>
          <a:xfrm>
            <a:off x="2008343" y="38345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2" name="Text 890"/>
          <p:cNvSpPr/>
          <p:nvPr/>
        </p:nvSpPr>
        <p:spPr>
          <a:xfrm>
            <a:off x="2008343" y="38345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3" name="Shape 891"/>
          <p:cNvSpPr/>
          <p:nvPr/>
        </p:nvSpPr>
        <p:spPr>
          <a:xfrm>
            <a:off x="2713037" y="32482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4" name="Text 892"/>
          <p:cNvSpPr/>
          <p:nvPr/>
        </p:nvSpPr>
        <p:spPr>
          <a:xfrm>
            <a:off x="2713037" y="32482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5" name="Shape 893"/>
          <p:cNvSpPr/>
          <p:nvPr/>
        </p:nvSpPr>
        <p:spPr>
          <a:xfrm>
            <a:off x="2005470" y="38355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6" name="Text 894"/>
          <p:cNvSpPr/>
          <p:nvPr/>
        </p:nvSpPr>
        <p:spPr>
          <a:xfrm>
            <a:off x="2005470" y="383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7" name="Shape 895"/>
          <p:cNvSpPr/>
          <p:nvPr/>
        </p:nvSpPr>
        <p:spPr>
          <a:xfrm>
            <a:off x="2007427" y="38352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8" name="Text 896"/>
          <p:cNvSpPr/>
          <p:nvPr/>
        </p:nvSpPr>
        <p:spPr>
          <a:xfrm>
            <a:off x="2007427" y="38352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9" name="Shape 897"/>
          <p:cNvSpPr/>
          <p:nvPr/>
        </p:nvSpPr>
        <p:spPr>
          <a:xfrm>
            <a:off x="2428851" y="36307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0" name="Text 898"/>
          <p:cNvSpPr/>
          <p:nvPr/>
        </p:nvSpPr>
        <p:spPr>
          <a:xfrm>
            <a:off x="2428851" y="36307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01" name="Shape 899"/>
          <p:cNvSpPr/>
          <p:nvPr/>
        </p:nvSpPr>
        <p:spPr>
          <a:xfrm>
            <a:off x="2429271" y="3625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2" name="Text 900"/>
          <p:cNvSpPr/>
          <p:nvPr/>
        </p:nvSpPr>
        <p:spPr>
          <a:xfrm>
            <a:off x="2429271" y="3625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03" name="Shape 901"/>
          <p:cNvSpPr/>
          <p:nvPr/>
        </p:nvSpPr>
        <p:spPr>
          <a:xfrm>
            <a:off x="2428964" y="36244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4" name="Text 902"/>
          <p:cNvSpPr/>
          <p:nvPr/>
        </p:nvSpPr>
        <p:spPr>
          <a:xfrm>
            <a:off x="2428964" y="36244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05" name="Shape 903"/>
          <p:cNvSpPr/>
          <p:nvPr/>
        </p:nvSpPr>
        <p:spPr>
          <a:xfrm>
            <a:off x="2268227" y="40426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6" name="Text 904"/>
          <p:cNvSpPr/>
          <p:nvPr/>
        </p:nvSpPr>
        <p:spPr>
          <a:xfrm>
            <a:off x="2268227" y="40426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07" name="Shape 905"/>
          <p:cNvSpPr/>
          <p:nvPr/>
        </p:nvSpPr>
        <p:spPr>
          <a:xfrm>
            <a:off x="2712504" y="32499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8" name="Text 906"/>
          <p:cNvSpPr/>
          <p:nvPr/>
        </p:nvSpPr>
        <p:spPr>
          <a:xfrm>
            <a:off x="2712504" y="32499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09" name="Shape 907"/>
          <p:cNvSpPr/>
          <p:nvPr/>
        </p:nvSpPr>
        <p:spPr>
          <a:xfrm>
            <a:off x="2009599" y="38394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0" name="Text 908"/>
          <p:cNvSpPr/>
          <p:nvPr/>
        </p:nvSpPr>
        <p:spPr>
          <a:xfrm>
            <a:off x="2009599" y="38394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1" name="Shape 909"/>
          <p:cNvSpPr/>
          <p:nvPr/>
        </p:nvSpPr>
        <p:spPr>
          <a:xfrm>
            <a:off x="2007985" y="38206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2" name="Text 910"/>
          <p:cNvSpPr/>
          <p:nvPr/>
        </p:nvSpPr>
        <p:spPr>
          <a:xfrm>
            <a:off x="2007985" y="38206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3" name="Shape 911"/>
          <p:cNvSpPr/>
          <p:nvPr/>
        </p:nvSpPr>
        <p:spPr>
          <a:xfrm>
            <a:off x="2007679" y="38238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4" name="Text 912"/>
          <p:cNvSpPr/>
          <p:nvPr/>
        </p:nvSpPr>
        <p:spPr>
          <a:xfrm>
            <a:off x="2007679" y="38238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5" name="Shape 913"/>
          <p:cNvSpPr/>
          <p:nvPr/>
        </p:nvSpPr>
        <p:spPr>
          <a:xfrm>
            <a:off x="2007683" y="38241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6" name="Text 914"/>
          <p:cNvSpPr/>
          <p:nvPr/>
        </p:nvSpPr>
        <p:spPr>
          <a:xfrm>
            <a:off x="2007683" y="3824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7" name="Shape 915"/>
          <p:cNvSpPr/>
          <p:nvPr/>
        </p:nvSpPr>
        <p:spPr>
          <a:xfrm>
            <a:off x="2009533" y="38267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8" name="Text 916"/>
          <p:cNvSpPr/>
          <p:nvPr/>
        </p:nvSpPr>
        <p:spPr>
          <a:xfrm>
            <a:off x="2009533" y="38267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9" name="Shape 917"/>
          <p:cNvSpPr/>
          <p:nvPr/>
        </p:nvSpPr>
        <p:spPr>
          <a:xfrm>
            <a:off x="2006618" y="38353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0" name="Text 918"/>
          <p:cNvSpPr/>
          <p:nvPr/>
        </p:nvSpPr>
        <p:spPr>
          <a:xfrm>
            <a:off x="2006618" y="3835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21" name="Shape 919"/>
          <p:cNvSpPr/>
          <p:nvPr/>
        </p:nvSpPr>
        <p:spPr>
          <a:xfrm>
            <a:off x="2008485" y="38330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2" name="Text 920"/>
          <p:cNvSpPr/>
          <p:nvPr/>
        </p:nvSpPr>
        <p:spPr>
          <a:xfrm>
            <a:off x="2008485" y="38330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23" name="Shape 921"/>
          <p:cNvSpPr/>
          <p:nvPr/>
        </p:nvSpPr>
        <p:spPr>
          <a:xfrm>
            <a:off x="2008480" y="38322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4" name="Text 922"/>
          <p:cNvSpPr/>
          <p:nvPr/>
        </p:nvSpPr>
        <p:spPr>
          <a:xfrm>
            <a:off x="2008480" y="38322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25" name="Shape 923"/>
          <p:cNvSpPr/>
          <p:nvPr/>
        </p:nvSpPr>
        <p:spPr>
          <a:xfrm>
            <a:off x="2008472" y="38311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6" name="Text 924"/>
          <p:cNvSpPr/>
          <p:nvPr/>
        </p:nvSpPr>
        <p:spPr>
          <a:xfrm>
            <a:off x="2008472" y="38311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27" name="Shape 925"/>
          <p:cNvSpPr/>
          <p:nvPr/>
        </p:nvSpPr>
        <p:spPr>
          <a:xfrm>
            <a:off x="2008763" y="38273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8" name="Text 926"/>
          <p:cNvSpPr/>
          <p:nvPr/>
        </p:nvSpPr>
        <p:spPr>
          <a:xfrm>
            <a:off x="2008763" y="38273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29" name="Shape 927"/>
          <p:cNvSpPr/>
          <p:nvPr/>
        </p:nvSpPr>
        <p:spPr>
          <a:xfrm>
            <a:off x="2006149" y="38261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0" name="Text 928"/>
          <p:cNvSpPr/>
          <p:nvPr/>
        </p:nvSpPr>
        <p:spPr>
          <a:xfrm>
            <a:off x="2006149" y="3826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1" name="Shape 929"/>
          <p:cNvSpPr/>
          <p:nvPr/>
        </p:nvSpPr>
        <p:spPr>
          <a:xfrm>
            <a:off x="2006893" y="38287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2" name="Text 930"/>
          <p:cNvSpPr/>
          <p:nvPr/>
        </p:nvSpPr>
        <p:spPr>
          <a:xfrm>
            <a:off x="2006893" y="38287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3" name="Shape 931"/>
          <p:cNvSpPr/>
          <p:nvPr/>
        </p:nvSpPr>
        <p:spPr>
          <a:xfrm>
            <a:off x="2007696" y="3826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4" name="Text 932"/>
          <p:cNvSpPr/>
          <p:nvPr/>
        </p:nvSpPr>
        <p:spPr>
          <a:xfrm>
            <a:off x="2007696" y="3826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5" name="Shape 933"/>
          <p:cNvSpPr/>
          <p:nvPr/>
        </p:nvSpPr>
        <p:spPr>
          <a:xfrm>
            <a:off x="2007950" y="38285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6" name="Text 934"/>
          <p:cNvSpPr/>
          <p:nvPr/>
        </p:nvSpPr>
        <p:spPr>
          <a:xfrm>
            <a:off x="2007950" y="38285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7" name="Shape 935"/>
          <p:cNvSpPr/>
          <p:nvPr/>
        </p:nvSpPr>
        <p:spPr>
          <a:xfrm>
            <a:off x="2085815" y="46707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8" name="Text 936"/>
          <p:cNvSpPr/>
          <p:nvPr/>
        </p:nvSpPr>
        <p:spPr>
          <a:xfrm>
            <a:off x="2085815" y="46707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9" name="Shape 937"/>
          <p:cNvSpPr/>
          <p:nvPr/>
        </p:nvSpPr>
        <p:spPr>
          <a:xfrm>
            <a:off x="2427417" y="36247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0" name="Text 938"/>
          <p:cNvSpPr/>
          <p:nvPr/>
        </p:nvSpPr>
        <p:spPr>
          <a:xfrm>
            <a:off x="2427417" y="36247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41" name="Shape 939"/>
          <p:cNvSpPr/>
          <p:nvPr/>
        </p:nvSpPr>
        <p:spPr>
          <a:xfrm>
            <a:off x="5448945" y="21621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2" name="Text 940"/>
          <p:cNvSpPr/>
          <p:nvPr/>
        </p:nvSpPr>
        <p:spPr>
          <a:xfrm>
            <a:off x="5448945" y="21621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43" name="Shape 941"/>
          <p:cNvSpPr/>
          <p:nvPr/>
        </p:nvSpPr>
        <p:spPr>
          <a:xfrm>
            <a:off x="5448951" y="21623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4" name="Text 942"/>
          <p:cNvSpPr/>
          <p:nvPr/>
        </p:nvSpPr>
        <p:spPr>
          <a:xfrm>
            <a:off x="5448951" y="2162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45" name="Shape 943"/>
          <p:cNvSpPr/>
          <p:nvPr/>
        </p:nvSpPr>
        <p:spPr>
          <a:xfrm>
            <a:off x="2428208" y="36212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6" name="Text 944"/>
          <p:cNvSpPr/>
          <p:nvPr/>
        </p:nvSpPr>
        <p:spPr>
          <a:xfrm>
            <a:off x="2428208" y="36212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47" name="Shape 945"/>
          <p:cNvSpPr/>
          <p:nvPr/>
        </p:nvSpPr>
        <p:spPr>
          <a:xfrm>
            <a:off x="2428030" y="36234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8" name="Text 946"/>
          <p:cNvSpPr/>
          <p:nvPr/>
        </p:nvSpPr>
        <p:spPr>
          <a:xfrm>
            <a:off x="2428030" y="36234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49" name="Shape 947"/>
          <p:cNvSpPr/>
          <p:nvPr/>
        </p:nvSpPr>
        <p:spPr>
          <a:xfrm>
            <a:off x="2427641" y="36311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0" name="Text 948"/>
          <p:cNvSpPr/>
          <p:nvPr/>
        </p:nvSpPr>
        <p:spPr>
          <a:xfrm>
            <a:off x="2427641" y="36311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1" name="Shape 949"/>
          <p:cNvSpPr/>
          <p:nvPr/>
        </p:nvSpPr>
        <p:spPr>
          <a:xfrm>
            <a:off x="2428045" y="36267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2" name="Text 950"/>
          <p:cNvSpPr/>
          <p:nvPr/>
        </p:nvSpPr>
        <p:spPr>
          <a:xfrm>
            <a:off x="2428045" y="36267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3" name="Shape 951"/>
          <p:cNvSpPr/>
          <p:nvPr/>
        </p:nvSpPr>
        <p:spPr>
          <a:xfrm>
            <a:off x="2427851" y="36235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4" name="Text 952"/>
          <p:cNvSpPr/>
          <p:nvPr/>
        </p:nvSpPr>
        <p:spPr>
          <a:xfrm>
            <a:off x="2427851" y="36235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5" name="Shape 953"/>
          <p:cNvSpPr/>
          <p:nvPr/>
        </p:nvSpPr>
        <p:spPr>
          <a:xfrm>
            <a:off x="2427274" y="36228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6" name="Text 954"/>
          <p:cNvSpPr/>
          <p:nvPr/>
        </p:nvSpPr>
        <p:spPr>
          <a:xfrm>
            <a:off x="2427274" y="36228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7" name="Shape 955"/>
          <p:cNvSpPr/>
          <p:nvPr/>
        </p:nvSpPr>
        <p:spPr>
          <a:xfrm>
            <a:off x="2426355" y="36343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8" name="Text 956"/>
          <p:cNvSpPr/>
          <p:nvPr/>
        </p:nvSpPr>
        <p:spPr>
          <a:xfrm>
            <a:off x="2426355" y="36343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9" name="Shape 957"/>
          <p:cNvSpPr/>
          <p:nvPr/>
        </p:nvSpPr>
        <p:spPr>
          <a:xfrm>
            <a:off x="2426635" y="36301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0" name="Text 958"/>
          <p:cNvSpPr/>
          <p:nvPr/>
        </p:nvSpPr>
        <p:spPr>
          <a:xfrm>
            <a:off x="2426635" y="36301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61" name="Shape 959"/>
          <p:cNvSpPr/>
          <p:nvPr/>
        </p:nvSpPr>
        <p:spPr>
          <a:xfrm>
            <a:off x="2426451" y="36344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2" name="Text 960"/>
          <p:cNvSpPr/>
          <p:nvPr/>
        </p:nvSpPr>
        <p:spPr>
          <a:xfrm>
            <a:off x="2426451" y="36344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63" name="Shape 961"/>
          <p:cNvSpPr/>
          <p:nvPr/>
        </p:nvSpPr>
        <p:spPr>
          <a:xfrm>
            <a:off x="5448843" y="21592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4" name="Text 962"/>
          <p:cNvSpPr/>
          <p:nvPr/>
        </p:nvSpPr>
        <p:spPr>
          <a:xfrm>
            <a:off x="5448843" y="21592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65" name="Shape 963"/>
          <p:cNvSpPr/>
          <p:nvPr/>
        </p:nvSpPr>
        <p:spPr>
          <a:xfrm>
            <a:off x="2427417" y="36242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6" name="Text 964"/>
          <p:cNvSpPr/>
          <p:nvPr/>
        </p:nvSpPr>
        <p:spPr>
          <a:xfrm>
            <a:off x="2427417" y="36242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67" name="Shape 965"/>
          <p:cNvSpPr/>
          <p:nvPr/>
        </p:nvSpPr>
        <p:spPr>
          <a:xfrm>
            <a:off x="2006572" y="38262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8" name="Text 966"/>
          <p:cNvSpPr/>
          <p:nvPr/>
        </p:nvSpPr>
        <p:spPr>
          <a:xfrm>
            <a:off x="2006572" y="38262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69" name="Shape 967"/>
          <p:cNvSpPr/>
          <p:nvPr/>
        </p:nvSpPr>
        <p:spPr>
          <a:xfrm>
            <a:off x="2428026" y="36229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0" name="Text 968"/>
          <p:cNvSpPr/>
          <p:nvPr/>
        </p:nvSpPr>
        <p:spPr>
          <a:xfrm>
            <a:off x="2428026" y="36229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1" name="Shape 969"/>
          <p:cNvSpPr/>
          <p:nvPr/>
        </p:nvSpPr>
        <p:spPr>
          <a:xfrm>
            <a:off x="2126926" y="36878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2" name="Text 970"/>
          <p:cNvSpPr/>
          <p:nvPr/>
        </p:nvSpPr>
        <p:spPr>
          <a:xfrm>
            <a:off x="2126926" y="36878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3" name="Shape 971"/>
          <p:cNvSpPr/>
          <p:nvPr/>
        </p:nvSpPr>
        <p:spPr>
          <a:xfrm>
            <a:off x="2127324" y="36876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4" name="Text 972"/>
          <p:cNvSpPr/>
          <p:nvPr/>
        </p:nvSpPr>
        <p:spPr>
          <a:xfrm>
            <a:off x="2127324" y="36876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5" name="Shape 973"/>
          <p:cNvSpPr/>
          <p:nvPr/>
        </p:nvSpPr>
        <p:spPr>
          <a:xfrm>
            <a:off x="2426277" y="36348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6" name="Text 974"/>
          <p:cNvSpPr/>
          <p:nvPr/>
        </p:nvSpPr>
        <p:spPr>
          <a:xfrm>
            <a:off x="2426277" y="36348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7" name="Shape 975"/>
          <p:cNvSpPr/>
          <p:nvPr/>
        </p:nvSpPr>
        <p:spPr>
          <a:xfrm>
            <a:off x="2085652" y="46664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8" name="Text 976"/>
          <p:cNvSpPr/>
          <p:nvPr/>
        </p:nvSpPr>
        <p:spPr>
          <a:xfrm>
            <a:off x="2085652" y="46664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9" name="Shape 977"/>
          <p:cNvSpPr/>
          <p:nvPr/>
        </p:nvSpPr>
        <p:spPr>
          <a:xfrm>
            <a:off x="2085456" y="46712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0" name="Text 978"/>
          <p:cNvSpPr/>
          <p:nvPr/>
        </p:nvSpPr>
        <p:spPr>
          <a:xfrm>
            <a:off x="2085456" y="4671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81" name="Shape 979"/>
          <p:cNvSpPr/>
          <p:nvPr/>
        </p:nvSpPr>
        <p:spPr>
          <a:xfrm>
            <a:off x="2007312" y="38350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2" name="Text 980"/>
          <p:cNvSpPr/>
          <p:nvPr/>
        </p:nvSpPr>
        <p:spPr>
          <a:xfrm>
            <a:off x="2007312" y="38350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83" name="Shape 981"/>
          <p:cNvSpPr/>
          <p:nvPr/>
        </p:nvSpPr>
        <p:spPr>
          <a:xfrm>
            <a:off x="2428209" y="36273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4" name="Text 982"/>
          <p:cNvSpPr/>
          <p:nvPr/>
        </p:nvSpPr>
        <p:spPr>
          <a:xfrm>
            <a:off x="2428209" y="3627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85" name="Shape 983"/>
          <p:cNvSpPr/>
          <p:nvPr/>
        </p:nvSpPr>
        <p:spPr>
          <a:xfrm>
            <a:off x="2005764" y="38254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6" name="Text 984"/>
          <p:cNvSpPr/>
          <p:nvPr/>
        </p:nvSpPr>
        <p:spPr>
          <a:xfrm>
            <a:off x="2005764" y="38254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87" name="Shape 985"/>
          <p:cNvSpPr/>
          <p:nvPr/>
        </p:nvSpPr>
        <p:spPr>
          <a:xfrm>
            <a:off x="2006474" y="38191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8" name="Text 986"/>
          <p:cNvSpPr/>
          <p:nvPr/>
        </p:nvSpPr>
        <p:spPr>
          <a:xfrm>
            <a:off x="2006474" y="38191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89" name="Shape 987"/>
          <p:cNvSpPr/>
          <p:nvPr/>
        </p:nvSpPr>
        <p:spPr>
          <a:xfrm>
            <a:off x="2006560" y="38319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0" name="Text 988"/>
          <p:cNvSpPr/>
          <p:nvPr/>
        </p:nvSpPr>
        <p:spPr>
          <a:xfrm>
            <a:off x="2006560" y="38319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1" name="Shape 989"/>
          <p:cNvSpPr/>
          <p:nvPr/>
        </p:nvSpPr>
        <p:spPr>
          <a:xfrm>
            <a:off x="2008362" y="38272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2" name="Text 990"/>
          <p:cNvSpPr/>
          <p:nvPr/>
        </p:nvSpPr>
        <p:spPr>
          <a:xfrm>
            <a:off x="2008362" y="38272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3" name="Shape 991"/>
          <p:cNvSpPr/>
          <p:nvPr/>
        </p:nvSpPr>
        <p:spPr>
          <a:xfrm>
            <a:off x="2008064" y="38260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4" name="Text 992"/>
          <p:cNvSpPr/>
          <p:nvPr/>
        </p:nvSpPr>
        <p:spPr>
          <a:xfrm>
            <a:off x="2008064" y="38260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5" name="Shape 993"/>
          <p:cNvSpPr/>
          <p:nvPr/>
        </p:nvSpPr>
        <p:spPr>
          <a:xfrm>
            <a:off x="2008790" y="38284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6" name="Text 994"/>
          <p:cNvSpPr/>
          <p:nvPr/>
        </p:nvSpPr>
        <p:spPr>
          <a:xfrm>
            <a:off x="2008790" y="38284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7" name="Shape 995"/>
          <p:cNvSpPr/>
          <p:nvPr/>
        </p:nvSpPr>
        <p:spPr>
          <a:xfrm>
            <a:off x="5449205" y="21666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8" name="Text 996"/>
          <p:cNvSpPr/>
          <p:nvPr/>
        </p:nvSpPr>
        <p:spPr>
          <a:xfrm>
            <a:off x="5449205" y="21666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9" name="Shape 997"/>
          <p:cNvSpPr/>
          <p:nvPr/>
        </p:nvSpPr>
        <p:spPr>
          <a:xfrm>
            <a:off x="2005603" y="38340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0" name="Text 998"/>
          <p:cNvSpPr/>
          <p:nvPr/>
        </p:nvSpPr>
        <p:spPr>
          <a:xfrm>
            <a:off x="2005603" y="38340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01" name="Shape 999"/>
          <p:cNvSpPr/>
          <p:nvPr/>
        </p:nvSpPr>
        <p:spPr>
          <a:xfrm>
            <a:off x="2005595" y="38341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2" name="Text 1000"/>
          <p:cNvSpPr/>
          <p:nvPr/>
        </p:nvSpPr>
        <p:spPr>
          <a:xfrm>
            <a:off x="2005595" y="38341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03" name="Shape 1001"/>
          <p:cNvSpPr/>
          <p:nvPr/>
        </p:nvSpPr>
        <p:spPr>
          <a:xfrm>
            <a:off x="2006021" y="38325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4" name="Text 1002"/>
          <p:cNvSpPr/>
          <p:nvPr/>
        </p:nvSpPr>
        <p:spPr>
          <a:xfrm>
            <a:off x="2006021" y="38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05" name="Shape 1003"/>
          <p:cNvSpPr/>
          <p:nvPr/>
        </p:nvSpPr>
        <p:spPr>
          <a:xfrm>
            <a:off x="2006001" y="38325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6" name="Text 1004"/>
          <p:cNvSpPr/>
          <p:nvPr/>
        </p:nvSpPr>
        <p:spPr>
          <a:xfrm>
            <a:off x="2006001" y="38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07" name="Shape 1005"/>
          <p:cNvSpPr/>
          <p:nvPr/>
        </p:nvSpPr>
        <p:spPr>
          <a:xfrm>
            <a:off x="2085641" y="46651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8" name="Text 1006"/>
          <p:cNvSpPr/>
          <p:nvPr/>
        </p:nvSpPr>
        <p:spPr>
          <a:xfrm>
            <a:off x="2085641" y="4665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09" name="Shape 1007"/>
          <p:cNvSpPr/>
          <p:nvPr/>
        </p:nvSpPr>
        <p:spPr>
          <a:xfrm>
            <a:off x="2268256" y="40426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0" name="Text 1008"/>
          <p:cNvSpPr/>
          <p:nvPr/>
        </p:nvSpPr>
        <p:spPr>
          <a:xfrm>
            <a:off x="2268256" y="40426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11" name="Shape 1009"/>
          <p:cNvSpPr/>
          <p:nvPr/>
        </p:nvSpPr>
        <p:spPr>
          <a:xfrm>
            <a:off x="2006571" y="38277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2" name="Text 1010"/>
          <p:cNvSpPr/>
          <p:nvPr/>
        </p:nvSpPr>
        <p:spPr>
          <a:xfrm>
            <a:off x="2006571" y="38277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13" name="Shape 1011"/>
          <p:cNvSpPr/>
          <p:nvPr/>
        </p:nvSpPr>
        <p:spPr>
          <a:xfrm>
            <a:off x="2085873" y="46717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4" name="Text 1012"/>
          <p:cNvSpPr/>
          <p:nvPr/>
        </p:nvSpPr>
        <p:spPr>
          <a:xfrm>
            <a:off x="2085873" y="46717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15" name="Shape 1013"/>
          <p:cNvSpPr/>
          <p:nvPr/>
        </p:nvSpPr>
        <p:spPr>
          <a:xfrm>
            <a:off x="5449237" y="21624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6" name="Text 1014"/>
          <p:cNvSpPr/>
          <p:nvPr/>
        </p:nvSpPr>
        <p:spPr>
          <a:xfrm>
            <a:off x="5449237" y="21624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17" name="Shape 1015"/>
          <p:cNvSpPr/>
          <p:nvPr/>
        </p:nvSpPr>
        <p:spPr>
          <a:xfrm>
            <a:off x="5449282" y="21625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8" name="Text 1016"/>
          <p:cNvSpPr/>
          <p:nvPr/>
        </p:nvSpPr>
        <p:spPr>
          <a:xfrm>
            <a:off x="5449282" y="21625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19" name="Shape 1017"/>
          <p:cNvSpPr/>
          <p:nvPr/>
        </p:nvSpPr>
        <p:spPr>
          <a:xfrm>
            <a:off x="5449075" y="21656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0" name="Text 1018"/>
          <p:cNvSpPr/>
          <p:nvPr/>
        </p:nvSpPr>
        <p:spPr>
          <a:xfrm>
            <a:off x="5449075" y="21656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21" name="Shape 1019"/>
          <p:cNvSpPr/>
          <p:nvPr/>
        </p:nvSpPr>
        <p:spPr>
          <a:xfrm>
            <a:off x="2426271" y="36350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2" name="Text 1020"/>
          <p:cNvSpPr/>
          <p:nvPr/>
        </p:nvSpPr>
        <p:spPr>
          <a:xfrm>
            <a:off x="2426271" y="36350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23" name="Shape 1021"/>
          <p:cNvSpPr/>
          <p:nvPr/>
        </p:nvSpPr>
        <p:spPr>
          <a:xfrm>
            <a:off x="2428564" y="36257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4" name="Text 1022"/>
          <p:cNvSpPr/>
          <p:nvPr/>
        </p:nvSpPr>
        <p:spPr>
          <a:xfrm>
            <a:off x="2428564" y="36257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25" name="Shape 1023"/>
          <p:cNvSpPr/>
          <p:nvPr/>
        </p:nvSpPr>
        <p:spPr>
          <a:xfrm>
            <a:off x="2009988" y="38253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6" name="Text 1024"/>
          <p:cNvSpPr/>
          <p:nvPr/>
        </p:nvSpPr>
        <p:spPr>
          <a:xfrm>
            <a:off x="2009988" y="38253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27" name="Shape 1025"/>
          <p:cNvSpPr/>
          <p:nvPr/>
        </p:nvSpPr>
        <p:spPr>
          <a:xfrm>
            <a:off x="2006602" y="38180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8" name="Text 1026"/>
          <p:cNvSpPr/>
          <p:nvPr/>
        </p:nvSpPr>
        <p:spPr>
          <a:xfrm>
            <a:off x="2006602" y="38180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29" name="Shape 1027"/>
          <p:cNvSpPr/>
          <p:nvPr/>
        </p:nvSpPr>
        <p:spPr>
          <a:xfrm>
            <a:off x="2008109" y="38351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0" name="Text 1028"/>
          <p:cNvSpPr/>
          <p:nvPr/>
        </p:nvSpPr>
        <p:spPr>
          <a:xfrm>
            <a:off x="2008109" y="38351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31" name="Shape 1029"/>
          <p:cNvSpPr/>
          <p:nvPr/>
        </p:nvSpPr>
        <p:spPr>
          <a:xfrm>
            <a:off x="2005787" y="38330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2" name="Text 1030"/>
          <p:cNvSpPr/>
          <p:nvPr/>
        </p:nvSpPr>
        <p:spPr>
          <a:xfrm>
            <a:off x="2005787" y="3833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33" name="Shape 1031"/>
          <p:cNvSpPr/>
          <p:nvPr/>
        </p:nvSpPr>
        <p:spPr>
          <a:xfrm>
            <a:off x="2427414" y="36327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4" name="Text 1032"/>
          <p:cNvSpPr/>
          <p:nvPr/>
        </p:nvSpPr>
        <p:spPr>
          <a:xfrm>
            <a:off x="2427414" y="36327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35" name="Shape 1033"/>
          <p:cNvSpPr/>
          <p:nvPr/>
        </p:nvSpPr>
        <p:spPr>
          <a:xfrm>
            <a:off x="2427679" y="36270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6" name="Text 1034"/>
          <p:cNvSpPr/>
          <p:nvPr/>
        </p:nvSpPr>
        <p:spPr>
          <a:xfrm>
            <a:off x="2427679" y="36270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37" name="Shape 1035"/>
          <p:cNvSpPr/>
          <p:nvPr/>
        </p:nvSpPr>
        <p:spPr>
          <a:xfrm>
            <a:off x="2428414" y="36285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8" name="Text 1036"/>
          <p:cNvSpPr/>
          <p:nvPr/>
        </p:nvSpPr>
        <p:spPr>
          <a:xfrm>
            <a:off x="2428414" y="3628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39" name="Shape 1037"/>
          <p:cNvSpPr/>
          <p:nvPr/>
        </p:nvSpPr>
        <p:spPr>
          <a:xfrm>
            <a:off x="2428302" y="36287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0" name="Text 1038"/>
          <p:cNvSpPr/>
          <p:nvPr/>
        </p:nvSpPr>
        <p:spPr>
          <a:xfrm>
            <a:off x="2428302" y="36287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41" name="Shape 1039"/>
          <p:cNvSpPr/>
          <p:nvPr/>
        </p:nvSpPr>
        <p:spPr>
          <a:xfrm>
            <a:off x="2428574" y="36304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2" name="Text 1040"/>
          <p:cNvSpPr/>
          <p:nvPr/>
        </p:nvSpPr>
        <p:spPr>
          <a:xfrm>
            <a:off x="2428574" y="36304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43" name="Shape 1041"/>
          <p:cNvSpPr/>
          <p:nvPr/>
        </p:nvSpPr>
        <p:spPr>
          <a:xfrm>
            <a:off x="2427956" y="36229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4" name="Text 1042"/>
          <p:cNvSpPr/>
          <p:nvPr/>
        </p:nvSpPr>
        <p:spPr>
          <a:xfrm>
            <a:off x="2427956" y="36229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45" name="Shape 1043"/>
          <p:cNvSpPr/>
          <p:nvPr/>
        </p:nvSpPr>
        <p:spPr>
          <a:xfrm>
            <a:off x="2427986" y="36229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6" name="Text 1044"/>
          <p:cNvSpPr/>
          <p:nvPr/>
        </p:nvSpPr>
        <p:spPr>
          <a:xfrm>
            <a:off x="2427986" y="3622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47" name="Shape 1045"/>
          <p:cNvSpPr/>
          <p:nvPr/>
        </p:nvSpPr>
        <p:spPr>
          <a:xfrm>
            <a:off x="2006924" y="38286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8" name="Text 1046"/>
          <p:cNvSpPr/>
          <p:nvPr/>
        </p:nvSpPr>
        <p:spPr>
          <a:xfrm>
            <a:off x="2006924" y="38286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49" name="Shape 1047"/>
          <p:cNvSpPr/>
          <p:nvPr/>
        </p:nvSpPr>
        <p:spPr>
          <a:xfrm>
            <a:off x="1867796" y="40740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0" name="Text 1048"/>
          <p:cNvSpPr/>
          <p:nvPr/>
        </p:nvSpPr>
        <p:spPr>
          <a:xfrm>
            <a:off x="1867796" y="40740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51" name="Shape 1049"/>
          <p:cNvSpPr/>
          <p:nvPr/>
        </p:nvSpPr>
        <p:spPr>
          <a:xfrm>
            <a:off x="2427933" y="36240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2" name="Text 1050"/>
          <p:cNvSpPr/>
          <p:nvPr/>
        </p:nvSpPr>
        <p:spPr>
          <a:xfrm>
            <a:off x="2427933" y="36240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53" name="Shape 1051"/>
          <p:cNvSpPr/>
          <p:nvPr/>
        </p:nvSpPr>
        <p:spPr>
          <a:xfrm>
            <a:off x="2427863" y="36235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4" name="Text 1052"/>
          <p:cNvSpPr/>
          <p:nvPr/>
        </p:nvSpPr>
        <p:spPr>
          <a:xfrm>
            <a:off x="2427863" y="3623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55" name="Shape 1053"/>
          <p:cNvSpPr/>
          <p:nvPr/>
        </p:nvSpPr>
        <p:spPr>
          <a:xfrm>
            <a:off x="2712996" y="32479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6" name="Text 1054"/>
          <p:cNvSpPr/>
          <p:nvPr/>
        </p:nvSpPr>
        <p:spPr>
          <a:xfrm>
            <a:off x="2712996" y="32479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57" name="Shape 1055"/>
          <p:cNvSpPr/>
          <p:nvPr/>
        </p:nvSpPr>
        <p:spPr>
          <a:xfrm>
            <a:off x="2427798" y="36255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8" name="Text 1056"/>
          <p:cNvSpPr/>
          <p:nvPr/>
        </p:nvSpPr>
        <p:spPr>
          <a:xfrm>
            <a:off x="2427798" y="36255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59" name="Shape 1057"/>
          <p:cNvSpPr/>
          <p:nvPr/>
        </p:nvSpPr>
        <p:spPr>
          <a:xfrm>
            <a:off x="2007899" y="38277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0" name="Text 1058"/>
          <p:cNvSpPr/>
          <p:nvPr/>
        </p:nvSpPr>
        <p:spPr>
          <a:xfrm>
            <a:off x="2007899" y="38277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61" name="Shape 1059"/>
          <p:cNvSpPr/>
          <p:nvPr/>
        </p:nvSpPr>
        <p:spPr>
          <a:xfrm>
            <a:off x="2005687" y="38255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2" name="Text 1060"/>
          <p:cNvSpPr/>
          <p:nvPr/>
        </p:nvSpPr>
        <p:spPr>
          <a:xfrm>
            <a:off x="2005687" y="3825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63" name="Shape 1061"/>
          <p:cNvSpPr/>
          <p:nvPr/>
        </p:nvSpPr>
        <p:spPr>
          <a:xfrm>
            <a:off x="5449313" y="21662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4" name="Text 1062"/>
          <p:cNvSpPr/>
          <p:nvPr/>
        </p:nvSpPr>
        <p:spPr>
          <a:xfrm>
            <a:off x="5449313" y="21662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65" name="Shape 1063"/>
          <p:cNvSpPr/>
          <p:nvPr/>
        </p:nvSpPr>
        <p:spPr>
          <a:xfrm>
            <a:off x="2428170" y="36285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6" name="Text 1064"/>
          <p:cNvSpPr/>
          <p:nvPr/>
        </p:nvSpPr>
        <p:spPr>
          <a:xfrm>
            <a:off x="2428170" y="36285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67" name="Shape 1065"/>
          <p:cNvSpPr/>
          <p:nvPr/>
        </p:nvSpPr>
        <p:spPr>
          <a:xfrm>
            <a:off x="2006920" y="38267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8" name="Text 1066"/>
          <p:cNvSpPr/>
          <p:nvPr/>
        </p:nvSpPr>
        <p:spPr>
          <a:xfrm>
            <a:off x="2006920" y="38267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69" name="Shape 1067"/>
          <p:cNvSpPr/>
          <p:nvPr/>
        </p:nvSpPr>
        <p:spPr>
          <a:xfrm>
            <a:off x="2427762" y="36235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0" name="Text 1068"/>
          <p:cNvSpPr/>
          <p:nvPr/>
        </p:nvSpPr>
        <p:spPr>
          <a:xfrm>
            <a:off x="2427762" y="3623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71" name="Shape 1069"/>
          <p:cNvSpPr/>
          <p:nvPr/>
        </p:nvSpPr>
        <p:spPr>
          <a:xfrm>
            <a:off x="2427922" y="36241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2" name="Text 1070"/>
          <p:cNvSpPr/>
          <p:nvPr/>
        </p:nvSpPr>
        <p:spPr>
          <a:xfrm>
            <a:off x="2427922" y="36241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73" name="Shape 1071"/>
          <p:cNvSpPr/>
          <p:nvPr/>
        </p:nvSpPr>
        <p:spPr>
          <a:xfrm>
            <a:off x="2427770" y="36238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4" name="Text 1072"/>
          <p:cNvSpPr/>
          <p:nvPr/>
        </p:nvSpPr>
        <p:spPr>
          <a:xfrm>
            <a:off x="2427770" y="36238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75" name="Shape 1073"/>
          <p:cNvSpPr/>
          <p:nvPr/>
        </p:nvSpPr>
        <p:spPr>
          <a:xfrm>
            <a:off x="2006052" y="38177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6" name="Text 1074"/>
          <p:cNvSpPr/>
          <p:nvPr/>
        </p:nvSpPr>
        <p:spPr>
          <a:xfrm>
            <a:off x="2006052" y="38177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77" name="Shape 1075"/>
          <p:cNvSpPr/>
          <p:nvPr/>
        </p:nvSpPr>
        <p:spPr>
          <a:xfrm>
            <a:off x="2007703" y="38219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8" name="Text 1076"/>
          <p:cNvSpPr/>
          <p:nvPr/>
        </p:nvSpPr>
        <p:spPr>
          <a:xfrm>
            <a:off x="2007703" y="38219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79" name="Shape 1077"/>
          <p:cNvSpPr/>
          <p:nvPr/>
        </p:nvSpPr>
        <p:spPr>
          <a:xfrm>
            <a:off x="2006037" y="38329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0" name="Text 1078"/>
          <p:cNvSpPr/>
          <p:nvPr/>
        </p:nvSpPr>
        <p:spPr>
          <a:xfrm>
            <a:off x="2006037" y="3832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81" name="Shape 1079"/>
          <p:cNvSpPr/>
          <p:nvPr/>
        </p:nvSpPr>
        <p:spPr>
          <a:xfrm>
            <a:off x="2007838" y="38276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2" name="Text 1080"/>
          <p:cNvSpPr/>
          <p:nvPr/>
        </p:nvSpPr>
        <p:spPr>
          <a:xfrm>
            <a:off x="2007838" y="38276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83" name="Shape 1081"/>
          <p:cNvSpPr/>
          <p:nvPr/>
        </p:nvSpPr>
        <p:spPr>
          <a:xfrm>
            <a:off x="2428327" y="36203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4" name="Text 1082"/>
          <p:cNvSpPr/>
          <p:nvPr/>
        </p:nvSpPr>
        <p:spPr>
          <a:xfrm>
            <a:off x="2428327" y="36203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85" name="Shape 1083"/>
          <p:cNvSpPr/>
          <p:nvPr/>
        </p:nvSpPr>
        <p:spPr>
          <a:xfrm>
            <a:off x="5448820" y="21590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6" name="Text 1084"/>
          <p:cNvSpPr/>
          <p:nvPr/>
        </p:nvSpPr>
        <p:spPr>
          <a:xfrm>
            <a:off x="5448820" y="21590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87" name="Shape 1085"/>
          <p:cNvSpPr/>
          <p:nvPr/>
        </p:nvSpPr>
        <p:spPr>
          <a:xfrm>
            <a:off x="2428215" y="36280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8" name="Text 1086"/>
          <p:cNvSpPr/>
          <p:nvPr/>
        </p:nvSpPr>
        <p:spPr>
          <a:xfrm>
            <a:off x="2428215" y="362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89" name="Shape 1087"/>
          <p:cNvSpPr/>
          <p:nvPr/>
        </p:nvSpPr>
        <p:spPr>
          <a:xfrm>
            <a:off x="5449269" y="21620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0" name="Text 1088"/>
          <p:cNvSpPr/>
          <p:nvPr/>
        </p:nvSpPr>
        <p:spPr>
          <a:xfrm>
            <a:off x="5449269" y="2162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91" name="Shape 1089"/>
          <p:cNvSpPr/>
          <p:nvPr/>
        </p:nvSpPr>
        <p:spPr>
          <a:xfrm>
            <a:off x="2008602" y="38261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2" name="Text 1090"/>
          <p:cNvSpPr/>
          <p:nvPr/>
        </p:nvSpPr>
        <p:spPr>
          <a:xfrm>
            <a:off x="2008602" y="38261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93" name="Shape 1091"/>
          <p:cNvSpPr/>
          <p:nvPr/>
        </p:nvSpPr>
        <p:spPr>
          <a:xfrm>
            <a:off x="2008641" y="38289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4" name="Text 1092"/>
          <p:cNvSpPr/>
          <p:nvPr/>
        </p:nvSpPr>
        <p:spPr>
          <a:xfrm>
            <a:off x="2008641" y="38289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95" name="Shape 1093"/>
          <p:cNvSpPr/>
          <p:nvPr/>
        </p:nvSpPr>
        <p:spPr>
          <a:xfrm>
            <a:off x="2009049" y="38383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6" name="Text 1094"/>
          <p:cNvSpPr/>
          <p:nvPr/>
        </p:nvSpPr>
        <p:spPr>
          <a:xfrm>
            <a:off x="2009049" y="38383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97" name="Shape 1095"/>
          <p:cNvSpPr/>
          <p:nvPr/>
        </p:nvSpPr>
        <p:spPr>
          <a:xfrm>
            <a:off x="2427406" y="36249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8" name="Text 1096"/>
          <p:cNvSpPr/>
          <p:nvPr/>
        </p:nvSpPr>
        <p:spPr>
          <a:xfrm>
            <a:off x="2427406" y="36249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99" name="Shape 1097"/>
          <p:cNvSpPr/>
          <p:nvPr/>
        </p:nvSpPr>
        <p:spPr>
          <a:xfrm>
            <a:off x="2428112" y="36284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0" name="Text 1098"/>
          <p:cNvSpPr/>
          <p:nvPr/>
        </p:nvSpPr>
        <p:spPr>
          <a:xfrm>
            <a:off x="2428112" y="36284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01" name="Shape 1099"/>
          <p:cNvSpPr/>
          <p:nvPr/>
        </p:nvSpPr>
        <p:spPr>
          <a:xfrm>
            <a:off x="2427614" y="36277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2" name="Text 1100"/>
          <p:cNvSpPr/>
          <p:nvPr/>
        </p:nvSpPr>
        <p:spPr>
          <a:xfrm>
            <a:off x="2427614" y="36277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03" name="Shape 1101"/>
          <p:cNvSpPr/>
          <p:nvPr/>
        </p:nvSpPr>
        <p:spPr>
          <a:xfrm>
            <a:off x="2007624" y="38348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4" name="Text 1102"/>
          <p:cNvSpPr/>
          <p:nvPr/>
        </p:nvSpPr>
        <p:spPr>
          <a:xfrm>
            <a:off x="2007624" y="383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05" name="Shape 1103"/>
          <p:cNvSpPr/>
          <p:nvPr/>
        </p:nvSpPr>
        <p:spPr>
          <a:xfrm>
            <a:off x="2007333" y="38324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6" name="Text 1104"/>
          <p:cNvSpPr/>
          <p:nvPr/>
        </p:nvSpPr>
        <p:spPr>
          <a:xfrm>
            <a:off x="2007333" y="38324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07" name="Shape 1105"/>
          <p:cNvSpPr/>
          <p:nvPr/>
        </p:nvSpPr>
        <p:spPr>
          <a:xfrm>
            <a:off x="5449307" y="21621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8" name="Text 1106"/>
          <p:cNvSpPr/>
          <p:nvPr/>
        </p:nvSpPr>
        <p:spPr>
          <a:xfrm>
            <a:off x="5449307" y="2162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09" name="Shape 1107"/>
          <p:cNvSpPr/>
          <p:nvPr/>
        </p:nvSpPr>
        <p:spPr>
          <a:xfrm>
            <a:off x="5449311" y="21620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0" name="Text 1108"/>
          <p:cNvSpPr/>
          <p:nvPr/>
        </p:nvSpPr>
        <p:spPr>
          <a:xfrm>
            <a:off x="5449311" y="21620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11" name="Shape 1109"/>
          <p:cNvSpPr/>
          <p:nvPr/>
        </p:nvSpPr>
        <p:spPr>
          <a:xfrm>
            <a:off x="5449264" y="21619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2" name="Text 1110"/>
          <p:cNvSpPr/>
          <p:nvPr/>
        </p:nvSpPr>
        <p:spPr>
          <a:xfrm>
            <a:off x="5449264" y="21619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13" name="Shape 1111"/>
          <p:cNvSpPr/>
          <p:nvPr/>
        </p:nvSpPr>
        <p:spPr>
          <a:xfrm>
            <a:off x="2427484" y="36247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4" name="Text 1112"/>
          <p:cNvSpPr/>
          <p:nvPr/>
        </p:nvSpPr>
        <p:spPr>
          <a:xfrm>
            <a:off x="2427484" y="36247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15" name="Shape 1113"/>
          <p:cNvSpPr/>
          <p:nvPr/>
        </p:nvSpPr>
        <p:spPr>
          <a:xfrm>
            <a:off x="2427820" y="36234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6" name="Text 1114"/>
          <p:cNvSpPr/>
          <p:nvPr/>
        </p:nvSpPr>
        <p:spPr>
          <a:xfrm>
            <a:off x="2427820" y="3623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17" name="Shape 1115"/>
          <p:cNvSpPr/>
          <p:nvPr/>
        </p:nvSpPr>
        <p:spPr>
          <a:xfrm>
            <a:off x="2126578" y="36887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8" name="Text 1116"/>
          <p:cNvSpPr/>
          <p:nvPr/>
        </p:nvSpPr>
        <p:spPr>
          <a:xfrm>
            <a:off x="2126578" y="3688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19" name="Shape 1117"/>
          <p:cNvSpPr/>
          <p:nvPr/>
        </p:nvSpPr>
        <p:spPr>
          <a:xfrm>
            <a:off x="2007251" y="38326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0" name="Text 1118"/>
          <p:cNvSpPr/>
          <p:nvPr/>
        </p:nvSpPr>
        <p:spPr>
          <a:xfrm>
            <a:off x="2007251" y="38326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21" name="Shape 1119"/>
          <p:cNvSpPr/>
          <p:nvPr/>
        </p:nvSpPr>
        <p:spPr>
          <a:xfrm>
            <a:off x="5449240" y="21623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2" name="Text 1120"/>
          <p:cNvSpPr/>
          <p:nvPr/>
        </p:nvSpPr>
        <p:spPr>
          <a:xfrm>
            <a:off x="5449240" y="216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23" name="Shape 1121"/>
          <p:cNvSpPr/>
          <p:nvPr/>
        </p:nvSpPr>
        <p:spPr>
          <a:xfrm>
            <a:off x="5449249" y="21622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4" name="Text 1122"/>
          <p:cNvSpPr/>
          <p:nvPr/>
        </p:nvSpPr>
        <p:spPr>
          <a:xfrm>
            <a:off x="5449249" y="21622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25" name="Shape 1123"/>
          <p:cNvSpPr/>
          <p:nvPr/>
        </p:nvSpPr>
        <p:spPr>
          <a:xfrm>
            <a:off x="5449245" y="21618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6" name="Text 1124"/>
          <p:cNvSpPr/>
          <p:nvPr/>
        </p:nvSpPr>
        <p:spPr>
          <a:xfrm>
            <a:off x="5449245" y="21618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27" name="Shape 1125"/>
          <p:cNvSpPr/>
          <p:nvPr/>
        </p:nvSpPr>
        <p:spPr>
          <a:xfrm>
            <a:off x="5449263" y="21621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8" name="Text 1126"/>
          <p:cNvSpPr/>
          <p:nvPr/>
        </p:nvSpPr>
        <p:spPr>
          <a:xfrm>
            <a:off x="5449263" y="2162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29" name="Shape 1127"/>
          <p:cNvSpPr/>
          <p:nvPr/>
        </p:nvSpPr>
        <p:spPr>
          <a:xfrm>
            <a:off x="2005555" y="38355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0" name="Text 1128"/>
          <p:cNvSpPr/>
          <p:nvPr/>
        </p:nvSpPr>
        <p:spPr>
          <a:xfrm>
            <a:off x="2005555" y="38355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31" name="Shape 1129"/>
          <p:cNvSpPr/>
          <p:nvPr/>
        </p:nvSpPr>
        <p:spPr>
          <a:xfrm>
            <a:off x="2004745" y="38320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2" name="Text 1130"/>
          <p:cNvSpPr/>
          <p:nvPr/>
        </p:nvSpPr>
        <p:spPr>
          <a:xfrm>
            <a:off x="2004745" y="38320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33" name="Shape 1131"/>
          <p:cNvSpPr/>
          <p:nvPr/>
        </p:nvSpPr>
        <p:spPr>
          <a:xfrm>
            <a:off x="5448849" y="21591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4" name="Text 1132"/>
          <p:cNvSpPr/>
          <p:nvPr/>
        </p:nvSpPr>
        <p:spPr>
          <a:xfrm>
            <a:off x="5448849" y="2159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35" name="Shape 1133"/>
          <p:cNvSpPr/>
          <p:nvPr/>
        </p:nvSpPr>
        <p:spPr>
          <a:xfrm>
            <a:off x="2008944" y="38387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6" name="Text 1134"/>
          <p:cNvSpPr/>
          <p:nvPr/>
        </p:nvSpPr>
        <p:spPr>
          <a:xfrm>
            <a:off x="2008944" y="38387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37" name="Shape 1135"/>
          <p:cNvSpPr/>
          <p:nvPr/>
        </p:nvSpPr>
        <p:spPr>
          <a:xfrm>
            <a:off x="2008515" y="38329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8" name="Text 1136"/>
          <p:cNvSpPr/>
          <p:nvPr/>
        </p:nvSpPr>
        <p:spPr>
          <a:xfrm>
            <a:off x="2008515" y="38329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39" name="Shape 1137"/>
          <p:cNvSpPr/>
          <p:nvPr/>
        </p:nvSpPr>
        <p:spPr>
          <a:xfrm>
            <a:off x="5421693" y="21389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0" name="Text 1138"/>
          <p:cNvSpPr/>
          <p:nvPr/>
        </p:nvSpPr>
        <p:spPr>
          <a:xfrm>
            <a:off x="5421693" y="2138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41" name="Shape 1139"/>
          <p:cNvSpPr/>
          <p:nvPr/>
        </p:nvSpPr>
        <p:spPr>
          <a:xfrm>
            <a:off x="5421671" y="21390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2" name="Text 1140"/>
          <p:cNvSpPr/>
          <p:nvPr/>
        </p:nvSpPr>
        <p:spPr>
          <a:xfrm>
            <a:off x="5421671" y="2139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43" name="Shape 1141"/>
          <p:cNvSpPr/>
          <p:nvPr/>
        </p:nvSpPr>
        <p:spPr>
          <a:xfrm>
            <a:off x="1981025" y="38060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4" name="Text 1142"/>
          <p:cNvSpPr/>
          <p:nvPr/>
        </p:nvSpPr>
        <p:spPr>
          <a:xfrm>
            <a:off x="1981025" y="38060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45" name="Shape 1143"/>
          <p:cNvSpPr/>
          <p:nvPr/>
        </p:nvSpPr>
        <p:spPr>
          <a:xfrm>
            <a:off x="5421871" y="21343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6" name="Text 1144"/>
          <p:cNvSpPr/>
          <p:nvPr/>
        </p:nvSpPr>
        <p:spPr>
          <a:xfrm>
            <a:off x="5421871" y="21343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47" name="Shape 1145"/>
          <p:cNvSpPr/>
          <p:nvPr/>
        </p:nvSpPr>
        <p:spPr>
          <a:xfrm>
            <a:off x="5421766" y="213867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8" name="Text 1146"/>
          <p:cNvSpPr/>
          <p:nvPr/>
        </p:nvSpPr>
        <p:spPr>
          <a:xfrm>
            <a:off x="5421766" y="21386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49" name="Shape 1147"/>
          <p:cNvSpPr/>
          <p:nvPr/>
        </p:nvSpPr>
        <p:spPr>
          <a:xfrm>
            <a:off x="1980920" y="380692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0" name="Text 1148"/>
          <p:cNvSpPr/>
          <p:nvPr/>
        </p:nvSpPr>
        <p:spPr>
          <a:xfrm>
            <a:off x="1980920" y="3806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51" name="Shape 1149"/>
          <p:cNvSpPr/>
          <p:nvPr/>
        </p:nvSpPr>
        <p:spPr>
          <a:xfrm>
            <a:off x="1978208" y="379781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2" name="Text 1150"/>
          <p:cNvSpPr/>
          <p:nvPr/>
        </p:nvSpPr>
        <p:spPr>
          <a:xfrm>
            <a:off x="1978208" y="37978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53" name="Shape 1151"/>
          <p:cNvSpPr/>
          <p:nvPr/>
        </p:nvSpPr>
        <p:spPr>
          <a:xfrm>
            <a:off x="1982152" y="38029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4" name="Text 1152"/>
          <p:cNvSpPr/>
          <p:nvPr/>
        </p:nvSpPr>
        <p:spPr>
          <a:xfrm>
            <a:off x="1982152" y="38029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55" name="Shape 1153"/>
          <p:cNvSpPr/>
          <p:nvPr/>
        </p:nvSpPr>
        <p:spPr>
          <a:xfrm>
            <a:off x="5421893" y="21345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6" name="Text 1154"/>
          <p:cNvSpPr/>
          <p:nvPr/>
        </p:nvSpPr>
        <p:spPr>
          <a:xfrm>
            <a:off x="5421893" y="21345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57" name="Shape 1155"/>
          <p:cNvSpPr/>
          <p:nvPr/>
        </p:nvSpPr>
        <p:spPr>
          <a:xfrm>
            <a:off x="2400840" y="36001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8" name="Text 1156"/>
          <p:cNvSpPr/>
          <p:nvPr/>
        </p:nvSpPr>
        <p:spPr>
          <a:xfrm>
            <a:off x="2400840" y="360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59" name="Shape 1157"/>
          <p:cNvSpPr/>
          <p:nvPr/>
        </p:nvSpPr>
        <p:spPr>
          <a:xfrm>
            <a:off x="5421384" y="213080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0" name="Text 1158"/>
          <p:cNvSpPr/>
          <p:nvPr/>
        </p:nvSpPr>
        <p:spPr>
          <a:xfrm>
            <a:off x="5421384" y="21308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61" name="Shape 1159"/>
          <p:cNvSpPr/>
          <p:nvPr/>
        </p:nvSpPr>
        <p:spPr>
          <a:xfrm>
            <a:off x="2400857" y="360419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2" name="Text 1160"/>
          <p:cNvSpPr/>
          <p:nvPr/>
        </p:nvSpPr>
        <p:spPr>
          <a:xfrm>
            <a:off x="2400857" y="3604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63" name="Shape 1161"/>
          <p:cNvSpPr/>
          <p:nvPr/>
        </p:nvSpPr>
        <p:spPr>
          <a:xfrm>
            <a:off x="1979451" y="379237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4" name="Text 1162"/>
          <p:cNvSpPr/>
          <p:nvPr/>
        </p:nvSpPr>
        <p:spPr>
          <a:xfrm>
            <a:off x="1979451" y="37923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65" name="Shape 1163"/>
          <p:cNvSpPr/>
          <p:nvPr/>
        </p:nvSpPr>
        <p:spPr>
          <a:xfrm>
            <a:off x="1981073" y="37959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6" name="Text 1164"/>
          <p:cNvSpPr/>
          <p:nvPr/>
        </p:nvSpPr>
        <p:spPr>
          <a:xfrm>
            <a:off x="1981073" y="37959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67" name="Shape 1165"/>
          <p:cNvSpPr/>
          <p:nvPr/>
        </p:nvSpPr>
        <p:spPr>
          <a:xfrm>
            <a:off x="1980551" y="379344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8" name="Text 1166"/>
          <p:cNvSpPr/>
          <p:nvPr/>
        </p:nvSpPr>
        <p:spPr>
          <a:xfrm>
            <a:off x="1980551" y="37934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69" name="Shape 1167"/>
          <p:cNvSpPr/>
          <p:nvPr/>
        </p:nvSpPr>
        <p:spPr>
          <a:xfrm>
            <a:off x="2401145" y="360215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0" name="Text 1168"/>
          <p:cNvSpPr/>
          <p:nvPr/>
        </p:nvSpPr>
        <p:spPr>
          <a:xfrm>
            <a:off x="2401145" y="36021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71" name="Shape 1169"/>
          <p:cNvSpPr/>
          <p:nvPr/>
        </p:nvSpPr>
        <p:spPr>
          <a:xfrm>
            <a:off x="2398304" y="36018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2" name="Text 1170"/>
          <p:cNvSpPr/>
          <p:nvPr/>
        </p:nvSpPr>
        <p:spPr>
          <a:xfrm>
            <a:off x="2398304" y="36018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73" name="Shape 1171"/>
          <p:cNvSpPr/>
          <p:nvPr/>
        </p:nvSpPr>
        <p:spPr>
          <a:xfrm>
            <a:off x="1977135" y="380537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4" name="Text 1172"/>
          <p:cNvSpPr/>
          <p:nvPr/>
        </p:nvSpPr>
        <p:spPr>
          <a:xfrm>
            <a:off x="1977135" y="38053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75" name="Shape 1173"/>
          <p:cNvSpPr/>
          <p:nvPr/>
        </p:nvSpPr>
        <p:spPr>
          <a:xfrm>
            <a:off x="5421426" y="21307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6" name="Text 1174"/>
          <p:cNvSpPr/>
          <p:nvPr/>
        </p:nvSpPr>
        <p:spPr>
          <a:xfrm>
            <a:off x="5421426" y="2130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77" name="Shape 1175"/>
          <p:cNvSpPr/>
          <p:nvPr/>
        </p:nvSpPr>
        <p:spPr>
          <a:xfrm>
            <a:off x="2400340" y="36016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8" name="Text 1176"/>
          <p:cNvSpPr/>
          <p:nvPr/>
        </p:nvSpPr>
        <p:spPr>
          <a:xfrm>
            <a:off x="2400340" y="3601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79" name="Shape 1177"/>
          <p:cNvSpPr/>
          <p:nvPr/>
        </p:nvSpPr>
        <p:spPr>
          <a:xfrm>
            <a:off x="1978097" y="37903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0" name="Text 1178"/>
          <p:cNvSpPr/>
          <p:nvPr/>
        </p:nvSpPr>
        <p:spPr>
          <a:xfrm>
            <a:off x="1978097" y="37903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81" name="Shape 1179"/>
          <p:cNvSpPr/>
          <p:nvPr/>
        </p:nvSpPr>
        <p:spPr>
          <a:xfrm>
            <a:off x="1979969" y="38029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2" name="Text 1180"/>
          <p:cNvSpPr/>
          <p:nvPr/>
        </p:nvSpPr>
        <p:spPr>
          <a:xfrm>
            <a:off x="1979969" y="38029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183" name="Shape 1181"/>
          <p:cNvSpPr/>
          <p:nvPr/>
        </p:nvSpPr>
        <p:spPr>
          <a:xfrm>
            <a:off x="5421817" y="21342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4" name="Text 1182"/>
          <p:cNvSpPr/>
          <p:nvPr/>
        </p:nvSpPr>
        <p:spPr>
          <a:xfrm>
            <a:off x="5421817" y="21342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85" name="Shape 1183"/>
          <p:cNvSpPr/>
          <p:nvPr/>
        </p:nvSpPr>
        <p:spPr>
          <a:xfrm>
            <a:off x="5421474" y="213407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6" name="Text 1184"/>
          <p:cNvSpPr/>
          <p:nvPr/>
        </p:nvSpPr>
        <p:spPr>
          <a:xfrm>
            <a:off x="5421474" y="21340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87" name="Shape 1185"/>
          <p:cNvSpPr/>
          <p:nvPr/>
        </p:nvSpPr>
        <p:spPr>
          <a:xfrm>
            <a:off x="2400802" y="360033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8" name="Text 1186"/>
          <p:cNvSpPr/>
          <p:nvPr/>
        </p:nvSpPr>
        <p:spPr>
          <a:xfrm>
            <a:off x="2400802" y="36003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89" name="Shape 1187"/>
          <p:cNvSpPr/>
          <p:nvPr/>
        </p:nvSpPr>
        <p:spPr>
          <a:xfrm>
            <a:off x="2400203" y="36008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0" name="Text 1188"/>
          <p:cNvSpPr/>
          <p:nvPr/>
        </p:nvSpPr>
        <p:spPr>
          <a:xfrm>
            <a:off x="2400203" y="36008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91" name="Shape 1189"/>
          <p:cNvSpPr/>
          <p:nvPr/>
        </p:nvSpPr>
        <p:spPr>
          <a:xfrm>
            <a:off x="1983177" y="37966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2" name="Text 1190"/>
          <p:cNvSpPr/>
          <p:nvPr/>
        </p:nvSpPr>
        <p:spPr>
          <a:xfrm>
            <a:off x="1983177" y="3796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93" name="Shape 1191"/>
          <p:cNvSpPr/>
          <p:nvPr/>
        </p:nvSpPr>
        <p:spPr>
          <a:xfrm>
            <a:off x="1978078" y="37907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4" name="Text 1192"/>
          <p:cNvSpPr/>
          <p:nvPr/>
        </p:nvSpPr>
        <p:spPr>
          <a:xfrm>
            <a:off x="1978078" y="37907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195" name="Shape 1193"/>
          <p:cNvSpPr/>
          <p:nvPr/>
        </p:nvSpPr>
        <p:spPr>
          <a:xfrm>
            <a:off x="2401255" y="36037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6" name="Text 1194"/>
          <p:cNvSpPr/>
          <p:nvPr/>
        </p:nvSpPr>
        <p:spPr>
          <a:xfrm>
            <a:off x="2401255" y="3603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197" name="Shape 1195"/>
          <p:cNvSpPr/>
          <p:nvPr/>
        </p:nvSpPr>
        <p:spPr>
          <a:xfrm>
            <a:off x="5421366" y="21305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8" name="Text 1196"/>
          <p:cNvSpPr/>
          <p:nvPr/>
        </p:nvSpPr>
        <p:spPr>
          <a:xfrm>
            <a:off x="5421366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199" name="Shape 1197"/>
          <p:cNvSpPr/>
          <p:nvPr/>
        </p:nvSpPr>
        <p:spPr>
          <a:xfrm>
            <a:off x="2400243" y="35966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0" name="Text 1198"/>
          <p:cNvSpPr/>
          <p:nvPr/>
        </p:nvSpPr>
        <p:spPr>
          <a:xfrm>
            <a:off x="2400243" y="3596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201" name="Shape 1199"/>
          <p:cNvSpPr/>
          <p:nvPr/>
        </p:nvSpPr>
        <p:spPr>
          <a:xfrm>
            <a:off x="2400902" y="36044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2" name="Text 1200"/>
          <p:cNvSpPr/>
          <p:nvPr/>
        </p:nvSpPr>
        <p:spPr>
          <a:xfrm>
            <a:off x="2400902" y="36044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203" name="Shape 1201"/>
          <p:cNvSpPr/>
          <p:nvPr/>
        </p:nvSpPr>
        <p:spPr>
          <a:xfrm>
            <a:off x="1840115" y="404399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4" name="Text 1202"/>
          <p:cNvSpPr/>
          <p:nvPr/>
        </p:nvSpPr>
        <p:spPr>
          <a:xfrm>
            <a:off x="1840115" y="40439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205" name="Shape 1203"/>
          <p:cNvSpPr/>
          <p:nvPr/>
        </p:nvSpPr>
        <p:spPr>
          <a:xfrm>
            <a:off x="2400803" y="35939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6" name="Text 1204"/>
          <p:cNvSpPr/>
          <p:nvPr/>
        </p:nvSpPr>
        <p:spPr>
          <a:xfrm>
            <a:off x="2400803" y="35939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207" name="Shape 1205"/>
          <p:cNvSpPr/>
          <p:nvPr/>
        </p:nvSpPr>
        <p:spPr>
          <a:xfrm>
            <a:off x="2401019" y="359355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8" name="Text 1206"/>
          <p:cNvSpPr/>
          <p:nvPr/>
        </p:nvSpPr>
        <p:spPr>
          <a:xfrm>
            <a:off x="2401019" y="35935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209" name="Shape 1207"/>
          <p:cNvSpPr/>
          <p:nvPr/>
        </p:nvSpPr>
        <p:spPr>
          <a:xfrm>
            <a:off x="2400561" y="35984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0" name="Text 1208"/>
          <p:cNvSpPr/>
          <p:nvPr/>
        </p:nvSpPr>
        <p:spPr>
          <a:xfrm>
            <a:off x="2400561" y="35984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211" name="Shape 1209"/>
          <p:cNvSpPr/>
          <p:nvPr/>
        </p:nvSpPr>
        <p:spPr>
          <a:xfrm>
            <a:off x="2400927" y="360331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2" name="Text 1210"/>
          <p:cNvSpPr/>
          <p:nvPr/>
        </p:nvSpPr>
        <p:spPr>
          <a:xfrm>
            <a:off x="2400927" y="36033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213" name="Shape 1211"/>
          <p:cNvSpPr/>
          <p:nvPr/>
        </p:nvSpPr>
        <p:spPr>
          <a:xfrm>
            <a:off x="2398971" y="36072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4" name="Text 1212"/>
          <p:cNvSpPr/>
          <p:nvPr/>
        </p:nvSpPr>
        <p:spPr>
          <a:xfrm>
            <a:off x="2398971" y="36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215" name="Shape 1213"/>
          <p:cNvSpPr/>
          <p:nvPr/>
        </p:nvSpPr>
        <p:spPr>
          <a:xfrm>
            <a:off x="2399082" y="36074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6" name="Text 1214"/>
          <p:cNvSpPr/>
          <p:nvPr/>
        </p:nvSpPr>
        <p:spPr>
          <a:xfrm>
            <a:off x="2399082" y="36074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217" name="Shape 1215"/>
          <p:cNvSpPr/>
          <p:nvPr/>
        </p:nvSpPr>
        <p:spPr>
          <a:xfrm>
            <a:off x="2400737" y="360326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8" name="Text 1216"/>
          <p:cNvSpPr/>
          <p:nvPr/>
        </p:nvSpPr>
        <p:spPr>
          <a:xfrm>
            <a:off x="2400737" y="36032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219" name="Shape 1217"/>
          <p:cNvSpPr/>
          <p:nvPr/>
        </p:nvSpPr>
        <p:spPr>
          <a:xfrm>
            <a:off x="1979480" y="37973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0" name="Text 1218"/>
          <p:cNvSpPr/>
          <p:nvPr/>
        </p:nvSpPr>
        <p:spPr>
          <a:xfrm>
            <a:off x="1979480" y="37973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221" name="Shape 1219"/>
          <p:cNvSpPr/>
          <p:nvPr/>
        </p:nvSpPr>
        <p:spPr>
          <a:xfrm>
            <a:off x="1978548" y="38042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2" name="Text 1220"/>
          <p:cNvSpPr/>
          <p:nvPr/>
        </p:nvSpPr>
        <p:spPr>
          <a:xfrm>
            <a:off x="1978548" y="380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223" name="Shape 1221"/>
          <p:cNvSpPr/>
          <p:nvPr/>
        </p:nvSpPr>
        <p:spPr>
          <a:xfrm>
            <a:off x="1982023" y="37968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4" name="Text 1222"/>
          <p:cNvSpPr/>
          <p:nvPr/>
        </p:nvSpPr>
        <p:spPr>
          <a:xfrm>
            <a:off x="1982023" y="37968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225" name="Shape 1223"/>
          <p:cNvSpPr/>
          <p:nvPr/>
        </p:nvSpPr>
        <p:spPr>
          <a:xfrm>
            <a:off x="2400024" y="359612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6" name="Text 1224"/>
          <p:cNvSpPr/>
          <p:nvPr/>
        </p:nvSpPr>
        <p:spPr>
          <a:xfrm>
            <a:off x="2400024" y="35961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227" name="Shape 1225"/>
          <p:cNvSpPr/>
          <p:nvPr/>
        </p:nvSpPr>
        <p:spPr>
          <a:xfrm>
            <a:off x="1983573" y="37958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8" name="Text 1226"/>
          <p:cNvSpPr/>
          <p:nvPr/>
        </p:nvSpPr>
        <p:spPr>
          <a:xfrm>
            <a:off x="1983573" y="3795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229" name="Shape 1227"/>
          <p:cNvSpPr/>
          <p:nvPr/>
        </p:nvSpPr>
        <p:spPr>
          <a:xfrm>
            <a:off x="1979055" y="379088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0" name="Text 1228"/>
          <p:cNvSpPr/>
          <p:nvPr/>
        </p:nvSpPr>
        <p:spPr>
          <a:xfrm>
            <a:off x="1979055" y="37908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231" name="Shape 1229"/>
          <p:cNvSpPr/>
          <p:nvPr/>
        </p:nvSpPr>
        <p:spPr>
          <a:xfrm>
            <a:off x="2400204" y="36007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2" name="Text 1230"/>
          <p:cNvSpPr/>
          <p:nvPr/>
        </p:nvSpPr>
        <p:spPr>
          <a:xfrm>
            <a:off x="2400204" y="3600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233" name="Shape 1231"/>
          <p:cNvSpPr/>
          <p:nvPr/>
        </p:nvSpPr>
        <p:spPr>
          <a:xfrm>
            <a:off x="2400294" y="36041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4" name="Text 1232"/>
          <p:cNvSpPr/>
          <p:nvPr/>
        </p:nvSpPr>
        <p:spPr>
          <a:xfrm>
            <a:off x="2400294" y="36041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235" name="Shape 1233"/>
          <p:cNvSpPr/>
          <p:nvPr/>
        </p:nvSpPr>
        <p:spPr>
          <a:xfrm>
            <a:off x="1979435" y="378982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6" name="Text 1234"/>
          <p:cNvSpPr/>
          <p:nvPr/>
        </p:nvSpPr>
        <p:spPr>
          <a:xfrm>
            <a:off x="1979435" y="37898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237" name="Shape 1235"/>
          <p:cNvSpPr/>
          <p:nvPr/>
        </p:nvSpPr>
        <p:spPr>
          <a:xfrm>
            <a:off x="2399390" y="360891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8" name="Text 1236"/>
          <p:cNvSpPr/>
          <p:nvPr/>
        </p:nvSpPr>
        <p:spPr>
          <a:xfrm>
            <a:off x="2399390" y="36089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239" name="Shape 1237"/>
          <p:cNvSpPr/>
          <p:nvPr/>
        </p:nvSpPr>
        <p:spPr>
          <a:xfrm>
            <a:off x="1980342" y="380371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0" name="Text 1238"/>
          <p:cNvSpPr/>
          <p:nvPr/>
        </p:nvSpPr>
        <p:spPr>
          <a:xfrm>
            <a:off x="1980342" y="38037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241" name="Shape 1239"/>
          <p:cNvSpPr/>
          <p:nvPr/>
        </p:nvSpPr>
        <p:spPr>
          <a:xfrm>
            <a:off x="2400882" y="36003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2" name="Text 1240"/>
          <p:cNvSpPr/>
          <p:nvPr/>
        </p:nvSpPr>
        <p:spPr>
          <a:xfrm>
            <a:off x="2400882" y="36003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43" name="Shape 1241"/>
          <p:cNvSpPr/>
          <p:nvPr/>
        </p:nvSpPr>
        <p:spPr>
          <a:xfrm>
            <a:off x="2400427" y="359446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4" name="Text 1242"/>
          <p:cNvSpPr/>
          <p:nvPr/>
        </p:nvSpPr>
        <p:spPr>
          <a:xfrm>
            <a:off x="2400427" y="35944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45" name="Shape 1243"/>
          <p:cNvSpPr/>
          <p:nvPr/>
        </p:nvSpPr>
        <p:spPr>
          <a:xfrm>
            <a:off x="1979933" y="37983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6" name="Text 1244"/>
          <p:cNvSpPr/>
          <p:nvPr/>
        </p:nvSpPr>
        <p:spPr>
          <a:xfrm>
            <a:off x="1979933" y="37983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47" name="Shape 1245"/>
          <p:cNvSpPr/>
          <p:nvPr/>
        </p:nvSpPr>
        <p:spPr>
          <a:xfrm>
            <a:off x="2399926" y="35960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8" name="Text 1246"/>
          <p:cNvSpPr/>
          <p:nvPr/>
        </p:nvSpPr>
        <p:spPr>
          <a:xfrm>
            <a:off x="2399926" y="35960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49" name="Shape 1247"/>
          <p:cNvSpPr/>
          <p:nvPr/>
        </p:nvSpPr>
        <p:spPr>
          <a:xfrm>
            <a:off x="1980421" y="380795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0" name="Text 1248"/>
          <p:cNvSpPr/>
          <p:nvPr/>
        </p:nvSpPr>
        <p:spPr>
          <a:xfrm>
            <a:off x="1980421" y="38079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51" name="Shape 1249"/>
          <p:cNvSpPr/>
          <p:nvPr/>
        </p:nvSpPr>
        <p:spPr>
          <a:xfrm>
            <a:off x="1980491" y="38001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2" name="Text 1250"/>
          <p:cNvSpPr/>
          <p:nvPr/>
        </p:nvSpPr>
        <p:spPr>
          <a:xfrm>
            <a:off x="1980491" y="38001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53" name="Shape 1251"/>
          <p:cNvSpPr/>
          <p:nvPr/>
        </p:nvSpPr>
        <p:spPr>
          <a:xfrm>
            <a:off x="1980227" y="37950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4" name="Text 1252"/>
          <p:cNvSpPr/>
          <p:nvPr/>
        </p:nvSpPr>
        <p:spPr>
          <a:xfrm>
            <a:off x="1980227" y="3795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255" name="Shape 1253"/>
          <p:cNvSpPr/>
          <p:nvPr/>
        </p:nvSpPr>
        <p:spPr>
          <a:xfrm>
            <a:off x="2400804" y="36037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6" name="Text 1254"/>
          <p:cNvSpPr/>
          <p:nvPr/>
        </p:nvSpPr>
        <p:spPr>
          <a:xfrm>
            <a:off x="2400804" y="36037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57" name="Shape 1255"/>
          <p:cNvSpPr/>
          <p:nvPr/>
        </p:nvSpPr>
        <p:spPr>
          <a:xfrm>
            <a:off x="5421366" y="213065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8" name="Text 1256"/>
          <p:cNvSpPr/>
          <p:nvPr/>
        </p:nvSpPr>
        <p:spPr>
          <a:xfrm>
            <a:off x="5421366" y="21306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59" name="Shape 1257"/>
          <p:cNvSpPr/>
          <p:nvPr/>
        </p:nvSpPr>
        <p:spPr>
          <a:xfrm>
            <a:off x="5422392" y="21362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0" name="Text 1258"/>
          <p:cNvSpPr/>
          <p:nvPr/>
        </p:nvSpPr>
        <p:spPr>
          <a:xfrm>
            <a:off x="5422392" y="21362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61" name="Shape 1259"/>
          <p:cNvSpPr/>
          <p:nvPr/>
        </p:nvSpPr>
        <p:spPr>
          <a:xfrm>
            <a:off x="2400675" y="360081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2" name="Text 1260"/>
          <p:cNvSpPr/>
          <p:nvPr/>
        </p:nvSpPr>
        <p:spPr>
          <a:xfrm>
            <a:off x="2400675" y="36008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63" name="Shape 1261"/>
          <p:cNvSpPr/>
          <p:nvPr/>
        </p:nvSpPr>
        <p:spPr>
          <a:xfrm>
            <a:off x="1980581" y="37991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4" name="Text 1262"/>
          <p:cNvSpPr/>
          <p:nvPr/>
        </p:nvSpPr>
        <p:spPr>
          <a:xfrm>
            <a:off x="1980581" y="37991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65" name="Shape 1263"/>
          <p:cNvSpPr/>
          <p:nvPr/>
        </p:nvSpPr>
        <p:spPr>
          <a:xfrm>
            <a:off x="1977751" y="37901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6" name="Text 1264"/>
          <p:cNvSpPr/>
          <p:nvPr/>
        </p:nvSpPr>
        <p:spPr>
          <a:xfrm>
            <a:off x="1977751" y="37901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67" name="Shape 1265"/>
          <p:cNvSpPr/>
          <p:nvPr/>
        </p:nvSpPr>
        <p:spPr>
          <a:xfrm>
            <a:off x="2400087" y="35967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8" name="Text 1266"/>
          <p:cNvSpPr/>
          <p:nvPr/>
        </p:nvSpPr>
        <p:spPr>
          <a:xfrm>
            <a:off x="2400087" y="35967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69" name="Shape 1267"/>
          <p:cNvSpPr/>
          <p:nvPr/>
        </p:nvSpPr>
        <p:spPr>
          <a:xfrm>
            <a:off x="2401449" y="360337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0" name="Text 1268"/>
          <p:cNvSpPr/>
          <p:nvPr/>
        </p:nvSpPr>
        <p:spPr>
          <a:xfrm>
            <a:off x="2401449" y="36033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1" name="Shape 1269"/>
          <p:cNvSpPr/>
          <p:nvPr/>
        </p:nvSpPr>
        <p:spPr>
          <a:xfrm>
            <a:off x="2400749" y="360090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2" name="Text 1270"/>
          <p:cNvSpPr/>
          <p:nvPr/>
        </p:nvSpPr>
        <p:spPr>
          <a:xfrm>
            <a:off x="2400749" y="360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3" name="Shape 1271"/>
          <p:cNvSpPr/>
          <p:nvPr/>
        </p:nvSpPr>
        <p:spPr>
          <a:xfrm>
            <a:off x="2401111" y="36023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4" name="Text 1272"/>
          <p:cNvSpPr/>
          <p:nvPr/>
        </p:nvSpPr>
        <p:spPr>
          <a:xfrm>
            <a:off x="2401111" y="36023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5" name="Shape 1273"/>
          <p:cNvSpPr/>
          <p:nvPr/>
        </p:nvSpPr>
        <p:spPr>
          <a:xfrm>
            <a:off x="2401102" y="36024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6" name="Text 1274"/>
          <p:cNvSpPr/>
          <p:nvPr/>
        </p:nvSpPr>
        <p:spPr>
          <a:xfrm>
            <a:off x="2401102" y="3602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7" name="Shape 1275"/>
          <p:cNvSpPr/>
          <p:nvPr/>
        </p:nvSpPr>
        <p:spPr>
          <a:xfrm>
            <a:off x="2401131" y="360238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8" name="Text 1276"/>
          <p:cNvSpPr/>
          <p:nvPr/>
        </p:nvSpPr>
        <p:spPr>
          <a:xfrm>
            <a:off x="2401131" y="36023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9" name="Shape 1277"/>
          <p:cNvSpPr/>
          <p:nvPr/>
        </p:nvSpPr>
        <p:spPr>
          <a:xfrm>
            <a:off x="2400248" y="360000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0" name="Text 1278"/>
          <p:cNvSpPr/>
          <p:nvPr/>
        </p:nvSpPr>
        <p:spPr>
          <a:xfrm>
            <a:off x="2400248" y="36000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81" name="Shape 1279"/>
          <p:cNvSpPr/>
          <p:nvPr/>
        </p:nvSpPr>
        <p:spPr>
          <a:xfrm>
            <a:off x="5421488" y="213469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2" name="Text 1280"/>
          <p:cNvSpPr/>
          <p:nvPr/>
        </p:nvSpPr>
        <p:spPr>
          <a:xfrm>
            <a:off x="5421488" y="21346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83" name="Shape 1281"/>
          <p:cNvSpPr/>
          <p:nvPr/>
        </p:nvSpPr>
        <p:spPr>
          <a:xfrm>
            <a:off x="1978386" y="37905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4" name="Text 1282"/>
          <p:cNvSpPr/>
          <p:nvPr/>
        </p:nvSpPr>
        <p:spPr>
          <a:xfrm>
            <a:off x="1978386" y="3790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85" name="Shape 1283"/>
          <p:cNvSpPr/>
          <p:nvPr/>
        </p:nvSpPr>
        <p:spPr>
          <a:xfrm>
            <a:off x="2401162" y="36022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6" name="Text 1284"/>
          <p:cNvSpPr/>
          <p:nvPr/>
        </p:nvSpPr>
        <p:spPr>
          <a:xfrm>
            <a:off x="2401162" y="3602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87" name="Shape 1285"/>
          <p:cNvSpPr/>
          <p:nvPr/>
        </p:nvSpPr>
        <p:spPr>
          <a:xfrm>
            <a:off x="1980072" y="38077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8" name="Text 1286"/>
          <p:cNvSpPr/>
          <p:nvPr/>
        </p:nvSpPr>
        <p:spPr>
          <a:xfrm>
            <a:off x="1980072" y="38077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89" name="Shape 1287"/>
          <p:cNvSpPr/>
          <p:nvPr/>
        </p:nvSpPr>
        <p:spPr>
          <a:xfrm>
            <a:off x="2401424" y="36036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0" name="Text 1288"/>
          <p:cNvSpPr/>
          <p:nvPr/>
        </p:nvSpPr>
        <p:spPr>
          <a:xfrm>
            <a:off x="2401424" y="36036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1" name="Shape 1289"/>
          <p:cNvSpPr/>
          <p:nvPr/>
        </p:nvSpPr>
        <p:spPr>
          <a:xfrm>
            <a:off x="1839892" y="404549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2" name="Text 1290"/>
          <p:cNvSpPr/>
          <p:nvPr/>
        </p:nvSpPr>
        <p:spPr>
          <a:xfrm>
            <a:off x="1839892" y="40454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3" name="Shape 1291"/>
          <p:cNvSpPr/>
          <p:nvPr/>
        </p:nvSpPr>
        <p:spPr>
          <a:xfrm>
            <a:off x="2400390" y="359795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4" name="Text 1292"/>
          <p:cNvSpPr/>
          <p:nvPr/>
        </p:nvSpPr>
        <p:spPr>
          <a:xfrm>
            <a:off x="2400390" y="3597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5" name="Shape 1293"/>
          <p:cNvSpPr/>
          <p:nvPr/>
        </p:nvSpPr>
        <p:spPr>
          <a:xfrm>
            <a:off x="2400072" y="35976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6" name="Text 1294"/>
          <p:cNvSpPr/>
          <p:nvPr/>
        </p:nvSpPr>
        <p:spPr>
          <a:xfrm>
            <a:off x="2400072" y="35976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7" name="Shape 1295"/>
          <p:cNvSpPr/>
          <p:nvPr/>
        </p:nvSpPr>
        <p:spPr>
          <a:xfrm>
            <a:off x="5421678" y="21388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8" name="Text 1296"/>
          <p:cNvSpPr/>
          <p:nvPr/>
        </p:nvSpPr>
        <p:spPr>
          <a:xfrm>
            <a:off x="5421678" y="21388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9" name="Shape 1297"/>
          <p:cNvSpPr/>
          <p:nvPr/>
        </p:nvSpPr>
        <p:spPr>
          <a:xfrm>
            <a:off x="5421696" y="21388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0" name="Text 1298"/>
          <p:cNvSpPr/>
          <p:nvPr/>
        </p:nvSpPr>
        <p:spPr>
          <a:xfrm>
            <a:off x="5421696" y="21388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01" name="Shape 1299"/>
          <p:cNvSpPr/>
          <p:nvPr/>
        </p:nvSpPr>
        <p:spPr>
          <a:xfrm>
            <a:off x="5421498" y="21343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2" name="Text 1300"/>
          <p:cNvSpPr/>
          <p:nvPr/>
        </p:nvSpPr>
        <p:spPr>
          <a:xfrm>
            <a:off x="5421498" y="2134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03" name="Shape 1301"/>
          <p:cNvSpPr/>
          <p:nvPr/>
        </p:nvSpPr>
        <p:spPr>
          <a:xfrm>
            <a:off x="5421494" y="21342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4" name="Text 1302"/>
          <p:cNvSpPr/>
          <p:nvPr/>
        </p:nvSpPr>
        <p:spPr>
          <a:xfrm>
            <a:off x="5421494" y="2134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05" name="Shape 1303"/>
          <p:cNvSpPr/>
          <p:nvPr/>
        </p:nvSpPr>
        <p:spPr>
          <a:xfrm>
            <a:off x="2400039" y="35970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6" name="Text 1304"/>
          <p:cNvSpPr/>
          <p:nvPr/>
        </p:nvSpPr>
        <p:spPr>
          <a:xfrm>
            <a:off x="2400039" y="35970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07" name="Shape 1305"/>
          <p:cNvSpPr/>
          <p:nvPr/>
        </p:nvSpPr>
        <p:spPr>
          <a:xfrm>
            <a:off x="2400558" y="35946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8" name="Text 1306"/>
          <p:cNvSpPr/>
          <p:nvPr/>
        </p:nvSpPr>
        <p:spPr>
          <a:xfrm>
            <a:off x="2400558" y="35946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09" name="Shape 1307"/>
          <p:cNvSpPr/>
          <p:nvPr/>
        </p:nvSpPr>
        <p:spPr>
          <a:xfrm>
            <a:off x="2400065" y="360096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0" name="Text 1308"/>
          <p:cNvSpPr/>
          <p:nvPr/>
        </p:nvSpPr>
        <p:spPr>
          <a:xfrm>
            <a:off x="2400065" y="3600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11" name="Shape 1309"/>
          <p:cNvSpPr/>
          <p:nvPr/>
        </p:nvSpPr>
        <p:spPr>
          <a:xfrm>
            <a:off x="2400192" y="35977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2" name="Text 1310"/>
          <p:cNvSpPr/>
          <p:nvPr/>
        </p:nvSpPr>
        <p:spPr>
          <a:xfrm>
            <a:off x="2400192" y="3597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13" name="Shape 1311"/>
          <p:cNvSpPr/>
          <p:nvPr/>
        </p:nvSpPr>
        <p:spPr>
          <a:xfrm>
            <a:off x="1979362" y="37911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4" name="Text 1312"/>
          <p:cNvSpPr/>
          <p:nvPr/>
        </p:nvSpPr>
        <p:spPr>
          <a:xfrm>
            <a:off x="1979362" y="37911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15" name="Shape 1313"/>
          <p:cNvSpPr/>
          <p:nvPr/>
        </p:nvSpPr>
        <p:spPr>
          <a:xfrm>
            <a:off x="1980740" y="380655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6" name="Text 1314"/>
          <p:cNvSpPr/>
          <p:nvPr/>
        </p:nvSpPr>
        <p:spPr>
          <a:xfrm>
            <a:off x="1980740" y="38065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17" name="Shape 1315"/>
          <p:cNvSpPr/>
          <p:nvPr/>
        </p:nvSpPr>
        <p:spPr>
          <a:xfrm>
            <a:off x="2399862" y="359610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8" name="Text 1316"/>
          <p:cNvSpPr/>
          <p:nvPr/>
        </p:nvSpPr>
        <p:spPr>
          <a:xfrm>
            <a:off x="2399862" y="35961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19" name="Shape 1317"/>
          <p:cNvSpPr/>
          <p:nvPr/>
        </p:nvSpPr>
        <p:spPr>
          <a:xfrm>
            <a:off x="2399691" y="35954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0" name="Text 1318"/>
          <p:cNvSpPr/>
          <p:nvPr/>
        </p:nvSpPr>
        <p:spPr>
          <a:xfrm>
            <a:off x="2399691" y="35954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21" name="Shape 1319"/>
          <p:cNvSpPr/>
          <p:nvPr/>
        </p:nvSpPr>
        <p:spPr>
          <a:xfrm>
            <a:off x="1977962" y="37906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2" name="Text 1320"/>
          <p:cNvSpPr/>
          <p:nvPr/>
        </p:nvSpPr>
        <p:spPr>
          <a:xfrm>
            <a:off x="1977962" y="37906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23" name="Shape 1321"/>
          <p:cNvSpPr/>
          <p:nvPr/>
        </p:nvSpPr>
        <p:spPr>
          <a:xfrm>
            <a:off x="5421375" y="213347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4" name="Text 1322"/>
          <p:cNvSpPr/>
          <p:nvPr/>
        </p:nvSpPr>
        <p:spPr>
          <a:xfrm>
            <a:off x="5421375" y="21334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25" name="Shape 1323"/>
          <p:cNvSpPr/>
          <p:nvPr/>
        </p:nvSpPr>
        <p:spPr>
          <a:xfrm>
            <a:off x="2400090" y="36011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6" name="Text 1324"/>
          <p:cNvSpPr/>
          <p:nvPr/>
        </p:nvSpPr>
        <p:spPr>
          <a:xfrm>
            <a:off x="2400090" y="36011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27" name="Shape 1325"/>
          <p:cNvSpPr/>
          <p:nvPr/>
        </p:nvSpPr>
        <p:spPr>
          <a:xfrm>
            <a:off x="2400440" y="359589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8" name="Text 1326"/>
          <p:cNvSpPr/>
          <p:nvPr/>
        </p:nvSpPr>
        <p:spPr>
          <a:xfrm>
            <a:off x="2400440" y="35958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29" name="Shape 1327"/>
          <p:cNvSpPr/>
          <p:nvPr/>
        </p:nvSpPr>
        <p:spPr>
          <a:xfrm>
            <a:off x="2399090" y="36074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0" name="Text 1328"/>
          <p:cNvSpPr/>
          <p:nvPr/>
        </p:nvSpPr>
        <p:spPr>
          <a:xfrm>
            <a:off x="2399090" y="3607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31" name="Shape 1329"/>
          <p:cNvSpPr/>
          <p:nvPr/>
        </p:nvSpPr>
        <p:spPr>
          <a:xfrm>
            <a:off x="2399918" y="35959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2" name="Text 1330"/>
          <p:cNvSpPr/>
          <p:nvPr/>
        </p:nvSpPr>
        <p:spPr>
          <a:xfrm>
            <a:off x="2399918" y="35959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33" name="Shape 1331"/>
          <p:cNvSpPr/>
          <p:nvPr/>
        </p:nvSpPr>
        <p:spPr>
          <a:xfrm>
            <a:off x="1980125" y="379462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4" name="Text 1332"/>
          <p:cNvSpPr/>
          <p:nvPr/>
        </p:nvSpPr>
        <p:spPr>
          <a:xfrm>
            <a:off x="1980125" y="37946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35" name="Shape 1333"/>
          <p:cNvSpPr/>
          <p:nvPr/>
        </p:nvSpPr>
        <p:spPr>
          <a:xfrm>
            <a:off x="1983451" y="379704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6" name="Text 1334"/>
          <p:cNvSpPr/>
          <p:nvPr/>
        </p:nvSpPr>
        <p:spPr>
          <a:xfrm>
            <a:off x="1983451" y="3797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337" name="Shape 1335"/>
          <p:cNvSpPr/>
          <p:nvPr/>
        </p:nvSpPr>
        <p:spPr>
          <a:xfrm>
            <a:off x="2400120" y="360136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8" name="Text 1336"/>
          <p:cNvSpPr/>
          <p:nvPr/>
        </p:nvSpPr>
        <p:spPr>
          <a:xfrm>
            <a:off x="2400120" y="36013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339" name="Shape 1337"/>
          <p:cNvSpPr/>
          <p:nvPr/>
        </p:nvSpPr>
        <p:spPr>
          <a:xfrm>
            <a:off x="2400807" y="360386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0" name="Text 1338"/>
          <p:cNvSpPr/>
          <p:nvPr/>
        </p:nvSpPr>
        <p:spPr>
          <a:xfrm>
            <a:off x="2400807" y="36038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341" name="Shape 1339"/>
          <p:cNvSpPr/>
          <p:nvPr/>
        </p:nvSpPr>
        <p:spPr>
          <a:xfrm>
            <a:off x="2400654" y="35942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2" name="Text 1340"/>
          <p:cNvSpPr/>
          <p:nvPr/>
        </p:nvSpPr>
        <p:spPr>
          <a:xfrm>
            <a:off x="2400654" y="35942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343" name="Shape 1341"/>
          <p:cNvSpPr/>
          <p:nvPr/>
        </p:nvSpPr>
        <p:spPr>
          <a:xfrm>
            <a:off x="2398800" y="36078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4" name="Text 1342"/>
          <p:cNvSpPr/>
          <p:nvPr/>
        </p:nvSpPr>
        <p:spPr>
          <a:xfrm>
            <a:off x="2398800" y="36078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345" name="Shape 1343"/>
          <p:cNvSpPr/>
          <p:nvPr/>
        </p:nvSpPr>
        <p:spPr>
          <a:xfrm>
            <a:off x="1982883" y="37942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6" name="Text 1344"/>
          <p:cNvSpPr/>
          <p:nvPr/>
        </p:nvSpPr>
        <p:spPr>
          <a:xfrm>
            <a:off x="1982883" y="3794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347" name="Shape 1345"/>
          <p:cNvSpPr/>
          <p:nvPr/>
        </p:nvSpPr>
        <p:spPr>
          <a:xfrm>
            <a:off x="2398903" y="36069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8" name="Text 1346"/>
          <p:cNvSpPr/>
          <p:nvPr/>
        </p:nvSpPr>
        <p:spPr>
          <a:xfrm>
            <a:off x="2398903" y="36069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349" name="Shape 1347"/>
          <p:cNvSpPr/>
          <p:nvPr/>
        </p:nvSpPr>
        <p:spPr>
          <a:xfrm>
            <a:off x="1978489" y="38058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50" name="Text 1348"/>
          <p:cNvSpPr/>
          <p:nvPr/>
        </p:nvSpPr>
        <p:spPr>
          <a:xfrm>
            <a:off x="1978489" y="38058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351" name="Shape 1349"/>
          <p:cNvSpPr/>
          <p:nvPr/>
        </p:nvSpPr>
        <p:spPr>
          <a:xfrm>
            <a:off x="2239828" y="401493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52" name="Text 1350"/>
          <p:cNvSpPr/>
          <p:nvPr/>
        </p:nvSpPr>
        <p:spPr>
          <a:xfrm>
            <a:off x="2239828" y="4014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353" name="Shape 1351"/>
          <p:cNvSpPr/>
          <p:nvPr/>
        </p:nvSpPr>
        <p:spPr>
          <a:xfrm>
            <a:off x="2399277" y="36083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54" name="Text 1352"/>
          <p:cNvSpPr/>
          <p:nvPr/>
        </p:nvSpPr>
        <p:spPr>
          <a:xfrm>
            <a:off x="2399277" y="36083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355" name="Shape 1353"/>
          <p:cNvSpPr/>
          <p:nvPr/>
        </p:nvSpPr>
        <p:spPr>
          <a:xfrm>
            <a:off x="2400333" y="35952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56" name="Text 1354"/>
          <p:cNvSpPr/>
          <p:nvPr/>
        </p:nvSpPr>
        <p:spPr>
          <a:xfrm>
            <a:off x="2400333" y="35952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1357" name="Shape 1355"/>
          <p:cNvSpPr/>
          <p:nvPr/>
        </p:nvSpPr>
        <p:spPr>
          <a:xfrm>
            <a:off x="1981611" y="380863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58" name="Text 1356"/>
          <p:cNvSpPr/>
          <p:nvPr/>
        </p:nvSpPr>
        <p:spPr>
          <a:xfrm>
            <a:off x="1981611" y="38086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359" name="Shape 1357"/>
          <p:cNvSpPr/>
          <p:nvPr/>
        </p:nvSpPr>
        <p:spPr>
          <a:xfrm>
            <a:off x="1979196" y="378972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0" name="Text 1358"/>
          <p:cNvSpPr/>
          <p:nvPr/>
        </p:nvSpPr>
        <p:spPr>
          <a:xfrm>
            <a:off x="1979196" y="37897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1361" name="Shape 1359"/>
          <p:cNvSpPr/>
          <p:nvPr/>
        </p:nvSpPr>
        <p:spPr>
          <a:xfrm>
            <a:off x="2363995" y="35587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2" name="Text 1360"/>
          <p:cNvSpPr/>
          <p:nvPr/>
        </p:nvSpPr>
        <p:spPr>
          <a:xfrm>
            <a:off x="2363995" y="35587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63" name="Shape 1361"/>
          <p:cNvSpPr/>
          <p:nvPr/>
        </p:nvSpPr>
        <p:spPr>
          <a:xfrm>
            <a:off x="1944567" y="376926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4" name="Text 1362"/>
          <p:cNvSpPr/>
          <p:nvPr/>
        </p:nvSpPr>
        <p:spPr>
          <a:xfrm>
            <a:off x="1944567" y="37692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65" name="Shape 1363"/>
          <p:cNvSpPr/>
          <p:nvPr/>
        </p:nvSpPr>
        <p:spPr>
          <a:xfrm>
            <a:off x="2649089" y="318391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6" name="Text 1364"/>
          <p:cNvSpPr/>
          <p:nvPr/>
        </p:nvSpPr>
        <p:spPr>
          <a:xfrm>
            <a:off x="2649089" y="318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67" name="Shape 1365"/>
          <p:cNvSpPr/>
          <p:nvPr/>
        </p:nvSpPr>
        <p:spPr>
          <a:xfrm>
            <a:off x="2649144" y="318465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8" name="Text 1366"/>
          <p:cNvSpPr/>
          <p:nvPr/>
        </p:nvSpPr>
        <p:spPr>
          <a:xfrm>
            <a:off x="2649144" y="31846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69" name="Shape 1367"/>
          <p:cNvSpPr/>
          <p:nvPr/>
        </p:nvSpPr>
        <p:spPr>
          <a:xfrm>
            <a:off x="5384917" y="21000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70" name="Text 1368"/>
          <p:cNvSpPr/>
          <p:nvPr/>
        </p:nvSpPr>
        <p:spPr>
          <a:xfrm>
            <a:off x="5384917" y="21000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71" name="Shape 1369"/>
          <p:cNvSpPr/>
          <p:nvPr/>
        </p:nvSpPr>
        <p:spPr>
          <a:xfrm>
            <a:off x="1941983" y="376236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72" name="Text 1370"/>
          <p:cNvSpPr/>
          <p:nvPr/>
        </p:nvSpPr>
        <p:spPr>
          <a:xfrm>
            <a:off x="1941983" y="37623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373" name="Shape 1371"/>
          <p:cNvSpPr/>
          <p:nvPr/>
        </p:nvSpPr>
        <p:spPr>
          <a:xfrm>
            <a:off x="5385285" y="20983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74" name="Text 1372"/>
          <p:cNvSpPr/>
          <p:nvPr/>
        </p:nvSpPr>
        <p:spPr>
          <a:xfrm>
            <a:off x="5385285" y="20983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1375" name="Shape 1373"/>
          <p:cNvSpPr/>
          <p:nvPr/>
        </p:nvSpPr>
        <p:spPr>
          <a:xfrm>
            <a:off x="2364031" y="356258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76" name="Text 1374"/>
          <p:cNvSpPr/>
          <p:nvPr/>
        </p:nvSpPr>
        <p:spPr>
          <a:xfrm>
            <a:off x="2364031" y="3562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1377" name="Shape 1375"/>
          <p:cNvSpPr/>
          <p:nvPr/>
        </p:nvSpPr>
        <p:spPr>
          <a:xfrm>
            <a:off x="1946457" y="376177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78" name="Text 1376"/>
          <p:cNvSpPr/>
          <p:nvPr/>
        </p:nvSpPr>
        <p:spPr>
          <a:xfrm>
            <a:off x="1946457" y="37617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1379" name="Shape 1377"/>
          <p:cNvSpPr/>
          <p:nvPr/>
        </p:nvSpPr>
        <p:spPr>
          <a:xfrm>
            <a:off x="2363161" y="356437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0" name="Text 1378"/>
          <p:cNvSpPr/>
          <p:nvPr/>
        </p:nvSpPr>
        <p:spPr>
          <a:xfrm>
            <a:off x="2363161" y="35643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1381" name="Shape 1379"/>
          <p:cNvSpPr/>
          <p:nvPr/>
        </p:nvSpPr>
        <p:spPr>
          <a:xfrm>
            <a:off x="1943222" y="377068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2" name="Text 1380"/>
          <p:cNvSpPr/>
          <p:nvPr/>
        </p:nvSpPr>
        <p:spPr>
          <a:xfrm>
            <a:off x="1943222" y="37706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1383" name="Shape 1381"/>
          <p:cNvSpPr/>
          <p:nvPr/>
        </p:nvSpPr>
        <p:spPr>
          <a:xfrm>
            <a:off x="2363566" y="35646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4" name="Text 1382"/>
          <p:cNvSpPr/>
          <p:nvPr/>
        </p:nvSpPr>
        <p:spPr>
          <a:xfrm>
            <a:off x="2363566" y="35646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1385" name="Shape 1383"/>
          <p:cNvSpPr/>
          <p:nvPr/>
        </p:nvSpPr>
        <p:spPr>
          <a:xfrm>
            <a:off x="1942580" y="376538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6" name="Text 1384"/>
          <p:cNvSpPr/>
          <p:nvPr/>
        </p:nvSpPr>
        <p:spPr>
          <a:xfrm>
            <a:off x="1942580" y="37653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1387" name="Shape 1385"/>
          <p:cNvSpPr/>
          <p:nvPr/>
        </p:nvSpPr>
        <p:spPr>
          <a:xfrm>
            <a:off x="2362662" y="35718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8" name="Text 1386"/>
          <p:cNvSpPr/>
          <p:nvPr/>
        </p:nvSpPr>
        <p:spPr>
          <a:xfrm>
            <a:off x="2362662" y="35718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1389" name="Shape 1387"/>
          <p:cNvSpPr/>
          <p:nvPr/>
        </p:nvSpPr>
        <p:spPr>
          <a:xfrm>
            <a:off x="2363596" y="356474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90" name="Text 1388"/>
          <p:cNvSpPr/>
          <p:nvPr/>
        </p:nvSpPr>
        <p:spPr>
          <a:xfrm>
            <a:off x="2363596" y="35647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1391" name="Shape 1389"/>
          <p:cNvSpPr/>
          <p:nvPr/>
        </p:nvSpPr>
        <p:spPr>
          <a:xfrm>
            <a:off x="2364524" y="355617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92" name="Text 1390"/>
          <p:cNvSpPr/>
          <p:nvPr/>
        </p:nvSpPr>
        <p:spPr>
          <a:xfrm>
            <a:off x="2364524" y="35561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1393" name="Shape 1391"/>
          <p:cNvSpPr/>
          <p:nvPr/>
        </p:nvSpPr>
        <p:spPr>
          <a:xfrm>
            <a:off x="2362590" y="35659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94" name="Text 1392"/>
          <p:cNvSpPr/>
          <p:nvPr/>
        </p:nvSpPr>
        <p:spPr>
          <a:xfrm>
            <a:off x="2362590" y="35659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395" name="Shape 1393"/>
          <p:cNvSpPr/>
          <p:nvPr/>
        </p:nvSpPr>
        <p:spPr>
          <a:xfrm>
            <a:off x="2364165" y="356699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96" name="Text 1394"/>
          <p:cNvSpPr/>
          <p:nvPr/>
        </p:nvSpPr>
        <p:spPr>
          <a:xfrm>
            <a:off x="2364165" y="35669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397" name="Shape 1395"/>
          <p:cNvSpPr/>
          <p:nvPr/>
        </p:nvSpPr>
        <p:spPr>
          <a:xfrm>
            <a:off x="2364323" y="356785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98" name="Text 1396"/>
          <p:cNvSpPr/>
          <p:nvPr/>
        </p:nvSpPr>
        <p:spPr>
          <a:xfrm>
            <a:off x="2364323" y="356785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399" name="Shape 1397"/>
          <p:cNvSpPr/>
          <p:nvPr/>
        </p:nvSpPr>
        <p:spPr>
          <a:xfrm>
            <a:off x="5384839" y="20968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0" name="Text 1398"/>
          <p:cNvSpPr/>
          <p:nvPr/>
        </p:nvSpPr>
        <p:spPr>
          <a:xfrm>
            <a:off x="5384839" y="20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01" name="Shape 1399"/>
          <p:cNvSpPr/>
          <p:nvPr/>
        </p:nvSpPr>
        <p:spPr>
          <a:xfrm>
            <a:off x="2363030" y="356911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2" name="Text 1400"/>
          <p:cNvSpPr/>
          <p:nvPr/>
        </p:nvSpPr>
        <p:spPr>
          <a:xfrm>
            <a:off x="2363030" y="35691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03" name="Shape 1401"/>
          <p:cNvSpPr/>
          <p:nvPr/>
        </p:nvSpPr>
        <p:spPr>
          <a:xfrm>
            <a:off x="2364805" y="356303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4" name="Text 1402"/>
          <p:cNvSpPr/>
          <p:nvPr/>
        </p:nvSpPr>
        <p:spPr>
          <a:xfrm>
            <a:off x="2364805" y="35630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05" name="Shape 1403"/>
          <p:cNvSpPr/>
          <p:nvPr/>
        </p:nvSpPr>
        <p:spPr>
          <a:xfrm>
            <a:off x="2365301" y="356174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6" name="Text 1404"/>
          <p:cNvSpPr/>
          <p:nvPr/>
        </p:nvSpPr>
        <p:spPr>
          <a:xfrm>
            <a:off x="2365301" y="35617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07" name="Shape 1405"/>
          <p:cNvSpPr/>
          <p:nvPr/>
        </p:nvSpPr>
        <p:spPr>
          <a:xfrm>
            <a:off x="2363656" y="35672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8" name="Text 1406"/>
          <p:cNvSpPr/>
          <p:nvPr/>
        </p:nvSpPr>
        <p:spPr>
          <a:xfrm>
            <a:off x="2363656" y="35672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09" name="Shape 1407"/>
          <p:cNvSpPr/>
          <p:nvPr/>
        </p:nvSpPr>
        <p:spPr>
          <a:xfrm>
            <a:off x="2364439" y="35657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10" name="Text 1408"/>
          <p:cNvSpPr/>
          <p:nvPr/>
        </p:nvSpPr>
        <p:spPr>
          <a:xfrm>
            <a:off x="2364439" y="3565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11" name="Shape 1409"/>
          <p:cNvSpPr/>
          <p:nvPr/>
        </p:nvSpPr>
        <p:spPr>
          <a:xfrm>
            <a:off x="2362750" y="357260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12" name="Text 1410"/>
          <p:cNvSpPr/>
          <p:nvPr/>
        </p:nvSpPr>
        <p:spPr>
          <a:xfrm>
            <a:off x="2362750" y="3572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13" name="Shape 1411"/>
          <p:cNvSpPr/>
          <p:nvPr/>
        </p:nvSpPr>
        <p:spPr>
          <a:xfrm>
            <a:off x="2364140" y="356241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14" name="Text 1412"/>
          <p:cNvSpPr/>
          <p:nvPr/>
        </p:nvSpPr>
        <p:spPr>
          <a:xfrm>
            <a:off x="2364140" y="35624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15" name="Shape 1413"/>
          <p:cNvSpPr/>
          <p:nvPr/>
        </p:nvSpPr>
        <p:spPr>
          <a:xfrm>
            <a:off x="2364130" y="356234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16" name="Text 1414"/>
          <p:cNvSpPr/>
          <p:nvPr/>
        </p:nvSpPr>
        <p:spPr>
          <a:xfrm>
            <a:off x="2364130" y="35623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17" name="Shape 1415"/>
          <p:cNvSpPr/>
          <p:nvPr/>
        </p:nvSpPr>
        <p:spPr>
          <a:xfrm>
            <a:off x="2364440" y="35658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18" name="Text 1416"/>
          <p:cNvSpPr/>
          <p:nvPr/>
        </p:nvSpPr>
        <p:spPr>
          <a:xfrm>
            <a:off x="2364440" y="35658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19" name="Shape 1417"/>
          <p:cNvSpPr/>
          <p:nvPr/>
        </p:nvSpPr>
        <p:spPr>
          <a:xfrm>
            <a:off x="2362742" y="357198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0" name="Text 1418"/>
          <p:cNvSpPr/>
          <p:nvPr/>
        </p:nvSpPr>
        <p:spPr>
          <a:xfrm>
            <a:off x="2362742" y="3571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21" name="Shape 1419"/>
          <p:cNvSpPr/>
          <p:nvPr/>
        </p:nvSpPr>
        <p:spPr>
          <a:xfrm>
            <a:off x="2648978" y="318622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2" name="Text 1420"/>
          <p:cNvSpPr/>
          <p:nvPr/>
        </p:nvSpPr>
        <p:spPr>
          <a:xfrm>
            <a:off x="2648978" y="3186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23" name="Shape 1421"/>
          <p:cNvSpPr/>
          <p:nvPr/>
        </p:nvSpPr>
        <p:spPr>
          <a:xfrm>
            <a:off x="5384983" y="209913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4" name="Text 1422"/>
          <p:cNvSpPr/>
          <p:nvPr/>
        </p:nvSpPr>
        <p:spPr>
          <a:xfrm>
            <a:off x="5384983" y="20991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25" name="Shape 1423"/>
          <p:cNvSpPr/>
          <p:nvPr/>
        </p:nvSpPr>
        <p:spPr>
          <a:xfrm>
            <a:off x="2363604" y="356240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6" name="Text 1424"/>
          <p:cNvSpPr/>
          <p:nvPr/>
        </p:nvSpPr>
        <p:spPr>
          <a:xfrm>
            <a:off x="2363604" y="3562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27" name="Shape 1425"/>
          <p:cNvSpPr/>
          <p:nvPr/>
        </p:nvSpPr>
        <p:spPr>
          <a:xfrm>
            <a:off x="2363387" y="356881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8" name="Text 1426"/>
          <p:cNvSpPr/>
          <p:nvPr/>
        </p:nvSpPr>
        <p:spPr>
          <a:xfrm>
            <a:off x="2363387" y="35688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29" name="Shape 1427"/>
          <p:cNvSpPr/>
          <p:nvPr/>
        </p:nvSpPr>
        <p:spPr>
          <a:xfrm>
            <a:off x="2363730" y="356449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30" name="Text 1428"/>
          <p:cNvSpPr/>
          <p:nvPr/>
        </p:nvSpPr>
        <p:spPr>
          <a:xfrm>
            <a:off x="2363730" y="3564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31" name="Shape 1429"/>
          <p:cNvSpPr/>
          <p:nvPr/>
        </p:nvSpPr>
        <p:spPr>
          <a:xfrm>
            <a:off x="2362803" y="357249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32" name="Text 1430"/>
          <p:cNvSpPr/>
          <p:nvPr/>
        </p:nvSpPr>
        <p:spPr>
          <a:xfrm>
            <a:off x="2362803" y="35724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33" name="Shape 1431"/>
          <p:cNvSpPr/>
          <p:nvPr/>
        </p:nvSpPr>
        <p:spPr>
          <a:xfrm>
            <a:off x="2364228" y="356678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34" name="Text 1432"/>
          <p:cNvSpPr/>
          <p:nvPr/>
        </p:nvSpPr>
        <p:spPr>
          <a:xfrm>
            <a:off x="2364228" y="35667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35" name="Shape 1433"/>
          <p:cNvSpPr/>
          <p:nvPr/>
        </p:nvSpPr>
        <p:spPr>
          <a:xfrm>
            <a:off x="2363914" y="35642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36" name="Text 1434"/>
          <p:cNvSpPr/>
          <p:nvPr/>
        </p:nvSpPr>
        <p:spPr>
          <a:xfrm>
            <a:off x="2363914" y="356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37" name="Shape 1435"/>
          <p:cNvSpPr/>
          <p:nvPr/>
        </p:nvSpPr>
        <p:spPr>
          <a:xfrm>
            <a:off x="5384375" y="209618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38" name="Text 1436"/>
          <p:cNvSpPr/>
          <p:nvPr/>
        </p:nvSpPr>
        <p:spPr>
          <a:xfrm>
            <a:off x="5384375" y="20961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39" name="Shape 1437"/>
          <p:cNvSpPr/>
          <p:nvPr/>
        </p:nvSpPr>
        <p:spPr>
          <a:xfrm>
            <a:off x="5384803" y="209693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0" name="Text 1438"/>
          <p:cNvSpPr/>
          <p:nvPr/>
        </p:nvSpPr>
        <p:spPr>
          <a:xfrm>
            <a:off x="5384803" y="20969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41" name="Shape 1439"/>
          <p:cNvSpPr/>
          <p:nvPr/>
        </p:nvSpPr>
        <p:spPr>
          <a:xfrm>
            <a:off x="5384890" y="209741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2" name="Text 1440"/>
          <p:cNvSpPr/>
          <p:nvPr/>
        </p:nvSpPr>
        <p:spPr>
          <a:xfrm>
            <a:off x="5384890" y="2097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43" name="Shape 1441"/>
          <p:cNvSpPr/>
          <p:nvPr/>
        </p:nvSpPr>
        <p:spPr>
          <a:xfrm>
            <a:off x="5384823" y="209624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4" name="Text 1442"/>
          <p:cNvSpPr/>
          <p:nvPr/>
        </p:nvSpPr>
        <p:spPr>
          <a:xfrm>
            <a:off x="5384823" y="20962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45" name="Shape 1443"/>
          <p:cNvSpPr/>
          <p:nvPr/>
        </p:nvSpPr>
        <p:spPr>
          <a:xfrm>
            <a:off x="5385008" y="209821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6" name="Text 1444"/>
          <p:cNvSpPr/>
          <p:nvPr/>
        </p:nvSpPr>
        <p:spPr>
          <a:xfrm>
            <a:off x="5385008" y="209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47" name="Shape 1445"/>
          <p:cNvSpPr/>
          <p:nvPr/>
        </p:nvSpPr>
        <p:spPr>
          <a:xfrm>
            <a:off x="1943325" y="377064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8" name="Text 1446"/>
          <p:cNvSpPr/>
          <p:nvPr/>
        </p:nvSpPr>
        <p:spPr>
          <a:xfrm>
            <a:off x="1943325" y="377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49" name="Shape 1447"/>
          <p:cNvSpPr/>
          <p:nvPr/>
        </p:nvSpPr>
        <p:spPr>
          <a:xfrm>
            <a:off x="1944445" y="37670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50" name="Text 1448"/>
          <p:cNvSpPr/>
          <p:nvPr/>
        </p:nvSpPr>
        <p:spPr>
          <a:xfrm>
            <a:off x="1944445" y="37670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51" name="Shape 1449"/>
          <p:cNvSpPr/>
          <p:nvPr/>
        </p:nvSpPr>
        <p:spPr>
          <a:xfrm>
            <a:off x="1944443" y="376684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52" name="Text 1450"/>
          <p:cNvSpPr/>
          <p:nvPr/>
        </p:nvSpPr>
        <p:spPr>
          <a:xfrm>
            <a:off x="1944443" y="37668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53" name="Shape 1451"/>
          <p:cNvSpPr/>
          <p:nvPr/>
        </p:nvSpPr>
        <p:spPr>
          <a:xfrm>
            <a:off x="1943312" y="376863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54" name="Text 1452"/>
          <p:cNvSpPr/>
          <p:nvPr/>
        </p:nvSpPr>
        <p:spPr>
          <a:xfrm>
            <a:off x="1943312" y="37686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55" name="Shape 1453"/>
          <p:cNvSpPr/>
          <p:nvPr/>
        </p:nvSpPr>
        <p:spPr>
          <a:xfrm>
            <a:off x="1943742" y="37671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56" name="Text 1454"/>
          <p:cNvSpPr/>
          <p:nvPr/>
        </p:nvSpPr>
        <p:spPr>
          <a:xfrm>
            <a:off x="1943742" y="3767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57" name="Shape 1455"/>
          <p:cNvSpPr/>
          <p:nvPr/>
        </p:nvSpPr>
        <p:spPr>
          <a:xfrm>
            <a:off x="1944446" y="37667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58" name="Text 1456"/>
          <p:cNvSpPr/>
          <p:nvPr/>
        </p:nvSpPr>
        <p:spPr>
          <a:xfrm>
            <a:off x="1944446" y="37667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59" name="Shape 1457"/>
          <p:cNvSpPr/>
          <p:nvPr/>
        </p:nvSpPr>
        <p:spPr>
          <a:xfrm>
            <a:off x="1944453" y="376632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0" name="Text 1458"/>
          <p:cNvSpPr/>
          <p:nvPr/>
        </p:nvSpPr>
        <p:spPr>
          <a:xfrm>
            <a:off x="1944453" y="3766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61" name="Shape 1459"/>
          <p:cNvSpPr/>
          <p:nvPr/>
        </p:nvSpPr>
        <p:spPr>
          <a:xfrm>
            <a:off x="1944008" y="37637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2" name="Text 1460"/>
          <p:cNvSpPr/>
          <p:nvPr/>
        </p:nvSpPr>
        <p:spPr>
          <a:xfrm>
            <a:off x="1944008" y="37637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63" name="Shape 1461"/>
          <p:cNvSpPr/>
          <p:nvPr/>
        </p:nvSpPr>
        <p:spPr>
          <a:xfrm>
            <a:off x="1944254" y="376569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4" name="Text 1462"/>
          <p:cNvSpPr/>
          <p:nvPr/>
        </p:nvSpPr>
        <p:spPr>
          <a:xfrm>
            <a:off x="1944254" y="376569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65" name="Shape 1463"/>
          <p:cNvSpPr/>
          <p:nvPr/>
        </p:nvSpPr>
        <p:spPr>
          <a:xfrm>
            <a:off x="1943843" y="376370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6" name="Text 1464"/>
          <p:cNvSpPr/>
          <p:nvPr/>
        </p:nvSpPr>
        <p:spPr>
          <a:xfrm>
            <a:off x="1943843" y="37637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67" name="Shape 1465"/>
          <p:cNvSpPr/>
          <p:nvPr/>
        </p:nvSpPr>
        <p:spPr>
          <a:xfrm>
            <a:off x="5385300" y="21020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8" name="Text 1466"/>
          <p:cNvSpPr/>
          <p:nvPr/>
        </p:nvSpPr>
        <p:spPr>
          <a:xfrm>
            <a:off x="5385300" y="2102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69" name="Shape 1467"/>
          <p:cNvSpPr/>
          <p:nvPr/>
        </p:nvSpPr>
        <p:spPr>
          <a:xfrm>
            <a:off x="5384997" y="209820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70" name="Text 1468"/>
          <p:cNvSpPr/>
          <p:nvPr/>
        </p:nvSpPr>
        <p:spPr>
          <a:xfrm>
            <a:off x="5384997" y="20982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71" name="Shape 1469"/>
          <p:cNvSpPr/>
          <p:nvPr/>
        </p:nvSpPr>
        <p:spPr>
          <a:xfrm>
            <a:off x="5385312" y="209767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72" name="Text 1470"/>
          <p:cNvSpPr/>
          <p:nvPr/>
        </p:nvSpPr>
        <p:spPr>
          <a:xfrm>
            <a:off x="5385312" y="20976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73" name="Shape 1471"/>
          <p:cNvSpPr/>
          <p:nvPr/>
        </p:nvSpPr>
        <p:spPr>
          <a:xfrm>
            <a:off x="2363858" y="35656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74" name="Text 1472"/>
          <p:cNvSpPr/>
          <p:nvPr/>
        </p:nvSpPr>
        <p:spPr>
          <a:xfrm>
            <a:off x="2363858" y="356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75" name="Shape 1473"/>
          <p:cNvSpPr/>
          <p:nvPr/>
        </p:nvSpPr>
        <p:spPr>
          <a:xfrm>
            <a:off x="2364900" y="356710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76" name="Text 1474"/>
          <p:cNvSpPr/>
          <p:nvPr/>
        </p:nvSpPr>
        <p:spPr>
          <a:xfrm>
            <a:off x="2364900" y="35671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77" name="Shape 1475"/>
          <p:cNvSpPr/>
          <p:nvPr/>
        </p:nvSpPr>
        <p:spPr>
          <a:xfrm>
            <a:off x="1942085" y="37532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78" name="Text 1476"/>
          <p:cNvSpPr/>
          <p:nvPr/>
        </p:nvSpPr>
        <p:spPr>
          <a:xfrm>
            <a:off x="1942085" y="37532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79" name="Shape 1477"/>
          <p:cNvSpPr/>
          <p:nvPr/>
        </p:nvSpPr>
        <p:spPr>
          <a:xfrm>
            <a:off x="2363914" y="355850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0" name="Text 1478"/>
          <p:cNvSpPr/>
          <p:nvPr/>
        </p:nvSpPr>
        <p:spPr>
          <a:xfrm>
            <a:off x="2363914" y="35585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1481" name="Shape 1479"/>
          <p:cNvSpPr/>
          <p:nvPr/>
        </p:nvSpPr>
        <p:spPr>
          <a:xfrm>
            <a:off x="2362672" y="357218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2" name="Text 1480"/>
          <p:cNvSpPr/>
          <p:nvPr/>
        </p:nvSpPr>
        <p:spPr>
          <a:xfrm>
            <a:off x="2362672" y="35721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1483" name="Shape 1481"/>
          <p:cNvSpPr/>
          <p:nvPr/>
        </p:nvSpPr>
        <p:spPr>
          <a:xfrm>
            <a:off x="2063047" y="362208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4" name="Text 1482"/>
          <p:cNvSpPr/>
          <p:nvPr/>
        </p:nvSpPr>
        <p:spPr>
          <a:xfrm>
            <a:off x="2063047" y="36220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1485" name="Shape 1483"/>
          <p:cNvSpPr/>
          <p:nvPr/>
        </p:nvSpPr>
        <p:spPr>
          <a:xfrm>
            <a:off x="2364118" y="356698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6" name="Text 1484"/>
          <p:cNvSpPr/>
          <p:nvPr/>
        </p:nvSpPr>
        <p:spPr>
          <a:xfrm>
            <a:off x="2364118" y="35669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1487" name="Shape 1485"/>
          <p:cNvSpPr/>
          <p:nvPr/>
        </p:nvSpPr>
        <p:spPr>
          <a:xfrm>
            <a:off x="2363720" y="35633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8" name="Text 1486"/>
          <p:cNvSpPr/>
          <p:nvPr/>
        </p:nvSpPr>
        <p:spPr>
          <a:xfrm>
            <a:off x="2363720" y="3563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1489" name="Shape 1487"/>
          <p:cNvSpPr/>
          <p:nvPr/>
        </p:nvSpPr>
        <p:spPr>
          <a:xfrm>
            <a:off x="2364570" y="355641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90" name="Text 1488"/>
          <p:cNvSpPr/>
          <p:nvPr/>
        </p:nvSpPr>
        <p:spPr>
          <a:xfrm>
            <a:off x="2364570" y="35564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1491" name="Shape 1489"/>
          <p:cNvSpPr/>
          <p:nvPr/>
        </p:nvSpPr>
        <p:spPr>
          <a:xfrm>
            <a:off x="2361696" y="356515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92" name="Text 1490"/>
          <p:cNvSpPr/>
          <p:nvPr/>
        </p:nvSpPr>
        <p:spPr>
          <a:xfrm>
            <a:off x="2361696" y="35651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1493" name="Shape 1491"/>
          <p:cNvSpPr/>
          <p:nvPr/>
        </p:nvSpPr>
        <p:spPr>
          <a:xfrm>
            <a:off x="2364096" y="356038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94" name="Text 1492"/>
          <p:cNvSpPr/>
          <p:nvPr/>
        </p:nvSpPr>
        <p:spPr>
          <a:xfrm>
            <a:off x="2364096" y="3560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1495" name="Shape 1493"/>
          <p:cNvSpPr/>
          <p:nvPr/>
        </p:nvSpPr>
        <p:spPr>
          <a:xfrm>
            <a:off x="1941732" y="375415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96" name="Text 1494"/>
          <p:cNvSpPr/>
          <p:nvPr/>
        </p:nvSpPr>
        <p:spPr>
          <a:xfrm>
            <a:off x="1941732" y="37541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1497" name="Shape 1495"/>
          <p:cNvSpPr/>
          <p:nvPr/>
        </p:nvSpPr>
        <p:spPr>
          <a:xfrm>
            <a:off x="2363129" y="356434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98" name="Text 1496"/>
          <p:cNvSpPr/>
          <p:nvPr/>
        </p:nvSpPr>
        <p:spPr>
          <a:xfrm>
            <a:off x="2363129" y="35643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1499" name="Shape 1497"/>
          <p:cNvSpPr/>
          <p:nvPr/>
        </p:nvSpPr>
        <p:spPr>
          <a:xfrm>
            <a:off x="2362641" y="357204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0" name="Text 1498"/>
          <p:cNvSpPr/>
          <p:nvPr/>
        </p:nvSpPr>
        <p:spPr>
          <a:xfrm>
            <a:off x="2362641" y="35720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501" name="Shape 1499"/>
          <p:cNvSpPr/>
          <p:nvPr/>
        </p:nvSpPr>
        <p:spPr>
          <a:xfrm>
            <a:off x="1942681" y="376025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2" name="Text 1500"/>
          <p:cNvSpPr/>
          <p:nvPr/>
        </p:nvSpPr>
        <p:spPr>
          <a:xfrm>
            <a:off x="1942681" y="376025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503" name="Shape 1501"/>
          <p:cNvSpPr/>
          <p:nvPr/>
        </p:nvSpPr>
        <p:spPr>
          <a:xfrm>
            <a:off x="2364193" y="356718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4" name="Text 1502"/>
          <p:cNvSpPr/>
          <p:nvPr/>
        </p:nvSpPr>
        <p:spPr>
          <a:xfrm>
            <a:off x="2364193" y="3567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  <p:sp>
        <p:nvSpPr>
          <p:cNvPr id="1505" name="Shape 1503"/>
          <p:cNvSpPr/>
          <p:nvPr/>
        </p:nvSpPr>
        <p:spPr>
          <a:xfrm>
            <a:off x="1942537" y="376812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6" name="Text 1504"/>
          <p:cNvSpPr/>
          <p:nvPr/>
        </p:nvSpPr>
        <p:spPr>
          <a:xfrm>
            <a:off x="1942537" y="37681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  <p:sp>
        <p:nvSpPr>
          <p:cNvPr id="1507" name="Shape 1505"/>
          <p:cNvSpPr/>
          <p:nvPr/>
        </p:nvSpPr>
        <p:spPr>
          <a:xfrm>
            <a:off x="2364526" y="355656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8" name="Text 1506"/>
          <p:cNvSpPr/>
          <p:nvPr/>
        </p:nvSpPr>
        <p:spPr>
          <a:xfrm>
            <a:off x="2364526" y="3556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  <p:sp>
        <p:nvSpPr>
          <p:cNvPr id="1509" name="Shape 1507"/>
          <p:cNvSpPr/>
          <p:nvPr/>
        </p:nvSpPr>
        <p:spPr>
          <a:xfrm>
            <a:off x="2363510" y="356429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10" name="Text 1508"/>
          <p:cNvSpPr/>
          <p:nvPr/>
        </p:nvSpPr>
        <p:spPr>
          <a:xfrm>
            <a:off x="2363510" y="35642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511" name="Shape 1509"/>
          <p:cNvSpPr/>
          <p:nvPr/>
        </p:nvSpPr>
        <p:spPr>
          <a:xfrm>
            <a:off x="5384967" y="21012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12" name="Text 1510"/>
          <p:cNvSpPr/>
          <p:nvPr/>
        </p:nvSpPr>
        <p:spPr>
          <a:xfrm>
            <a:off x="5384967" y="21012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513" name="Shape 1511"/>
          <p:cNvSpPr/>
          <p:nvPr/>
        </p:nvSpPr>
        <p:spPr>
          <a:xfrm>
            <a:off x="2362496" y="35704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14" name="Text 1512"/>
          <p:cNvSpPr/>
          <p:nvPr/>
        </p:nvSpPr>
        <p:spPr>
          <a:xfrm>
            <a:off x="2362496" y="357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515" name="Shape 1513"/>
          <p:cNvSpPr/>
          <p:nvPr/>
        </p:nvSpPr>
        <p:spPr>
          <a:xfrm>
            <a:off x="2363580" y="35644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16" name="Text 1514"/>
          <p:cNvSpPr/>
          <p:nvPr/>
        </p:nvSpPr>
        <p:spPr>
          <a:xfrm>
            <a:off x="2363580" y="356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1517" name="Shape 1515"/>
          <p:cNvSpPr/>
          <p:nvPr/>
        </p:nvSpPr>
        <p:spPr>
          <a:xfrm>
            <a:off x="5384829" y="209805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18" name="Text 1516"/>
          <p:cNvSpPr/>
          <p:nvPr/>
        </p:nvSpPr>
        <p:spPr>
          <a:xfrm>
            <a:off x="5384829" y="20980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  <p:sp>
        <p:nvSpPr>
          <p:cNvPr id="1519" name="Shape 1517"/>
          <p:cNvSpPr/>
          <p:nvPr/>
        </p:nvSpPr>
        <p:spPr>
          <a:xfrm>
            <a:off x="2204046" y="397885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0" name="Text 1518"/>
          <p:cNvSpPr/>
          <p:nvPr/>
        </p:nvSpPr>
        <p:spPr>
          <a:xfrm>
            <a:off x="2204046" y="3978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21" name="Shape 1519"/>
          <p:cNvSpPr/>
          <p:nvPr/>
        </p:nvSpPr>
        <p:spPr>
          <a:xfrm>
            <a:off x="1944256" y="37649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2" name="Text 1520"/>
          <p:cNvSpPr/>
          <p:nvPr/>
        </p:nvSpPr>
        <p:spPr>
          <a:xfrm>
            <a:off x="1944256" y="37649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23" name="Shape 1521"/>
          <p:cNvSpPr/>
          <p:nvPr/>
        </p:nvSpPr>
        <p:spPr>
          <a:xfrm>
            <a:off x="1803537" y="400858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4" name="Text 1522"/>
          <p:cNvSpPr/>
          <p:nvPr/>
        </p:nvSpPr>
        <p:spPr>
          <a:xfrm>
            <a:off x="1803537" y="4008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25" name="Shape 1523"/>
          <p:cNvSpPr/>
          <p:nvPr/>
        </p:nvSpPr>
        <p:spPr>
          <a:xfrm>
            <a:off x="859536" y="335823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6" name="Text 1524"/>
          <p:cNvSpPr/>
          <p:nvPr/>
        </p:nvSpPr>
        <p:spPr>
          <a:xfrm>
            <a:off x="859536" y="33582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27" name="Shape 1525"/>
          <p:cNvSpPr/>
          <p:nvPr/>
        </p:nvSpPr>
        <p:spPr>
          <a:xfrm>
            <a:off x="5385143" y="20989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8" name="Text 1526"/>
          <p:cNvSpPr/>
          <p:nvPr/>
        </p:nvSpPr>
        <p:spPr>
          <a:xfrm>
            <a:off x="5385143" y="20989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29" name="Shape 1527"/>
          <p:cNvSpPr/>
          <p:nvPr/>
        </p:nvSpPr>
        <p:spPr>
          <a:xfrm>
            <a:off x="2309454" y="541267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30" name="Text 1528"/>
          <p:cNvSpPr/>
          <p:nvPr/>
        </p:nvSpPr>
        <p:spPr>
          <a:xfrm>
            <a:off x="2309454" y="54126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31" name="Shape 1529"/>
          <p:cNvSpPr/>
          <p:nvPr/>
        </p:nvSpPr>
        <p:spPr>
          <a:xfrm>
            <a:off x="2063121" y="362241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32" name="Text 1530"/>
          <p:cNvSpPr/>
          <p:nvPr/>
        </p:nvSpPr>
        <p:spPr>
          <a:xfrm>
            <a:off x="2063121" y="36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33" name="Shape 1531"/>
          <p:cNvSpPr/>
          <p:nvPr/>
        </p:nvSpPr>
        <p:spPr>
          <a:xfrm>
            <a:off x="2364204" y="35637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34" name="Text 1532"/>
          <p:cNvSpPr/>
          <p:nvPr/>
        </p:nvSpPr>
        <p:spPr>
          <a:xfrm>
            <a:off x="2364204" y="35637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35" name="Shape 1533"/>
          <p:cNvSpPr/>
          <p:nvPr/>
        </p:nvSpPr>
        <p:spPr>
          <a:xfrm>
            <a:off x="2648826" y="31865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36" name="Text 1534"/>
          <p:cNvSpPr/>
          <p:nvPr/>
        </p:nvSpPr>
        <p:spPr>
          <a:xfrm>
            <a:off x="2648826" y="31865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37" name="Shape 1535"/>
          <p:cNvSpPr/>
          <p:nvPr/>
        </p:nvSpPr>
        <p:spPr>
          <a:xfrm>
            <a:off x="2927741" y="33880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38" name="Text 1536"/>
          <p:cNvSpPr/>
          <p:nvPr/>
        </p:nvSpPr>
        <p:spPr>
          <a:xfrm>
            <a:off x="2927741" y="3388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39" name="Shape 1537"/>
          <p:cNvSpPr/>
          <p:nvPr/>
        </p:nvSpPr>
        <p:spPr>
          <a:xfrm>
            <a:off x="2095878" y="53003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0" name="Text 1538"/>
          <p:cNvSpPr/>
          <p:nvPr/>
        </p:nvSpPr>
        <p:spPr>
          <a:xfrm>
            <a:off x="2095878" y="53003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41" name="Shape 1539"/>
          <p:cNvSpPr/>
          <p:nvPr/>
        </p:nvSpPr>
        <p:spPr>
          <a:xfrm>
            <a:off x="2363322" y="35641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2" name="Text 1540"/>
          <p:cNvSpPr/>
          <p:nvPr/>
        </p:nvSpPr>
        <p:spPr>
          <a:xfrm>
            <a:off x="2363322" y="3564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43" name="Shape 1541"/>
          <p:cNvSpPr/>
          <p:nvPr/>
        </p:nvSpPr>
        <p:spPr>
          <a:xfrm>
            <a:off x="2363096" y="355891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4" name="Text 1542"/>
          <p:cNvSpPr/>
          <p:nvPr/>
        </p:nvSpPr>
        <p:spPr>
          <a:xfrm>
            <a:off x="2363096" y="35589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  <p:sp>
        <p:nvSpPr>
          <p:cNvPr id="1545" name="Shape 1543"/>
          <p:cNvSpPr/>
          <p:nvPr/>
        </p:nvSpPr>
        <p:spPr>
          <a:xfrm>
            <a:off x="1945319" y="377277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6" name="Text 1544"/>
          <p:cNvSpPr/>
          <p:nvPr/>
        </p:nvSpPr>
        <p:spPr>
          <a:xfrm>
            <a:off x="1945319" y="37727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1547" name="Shape 1545"/>
          <p:cNvSpPr/>
          <p:nvPr/>
        </p:nvSpPr>
        <p:spPr>
          <a:xfrm>
            <a:off x="1944447" y="37664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8" name="Text 1546"/>
          <p:cNvSpPr/>
          <p:nvPr/>
        </p:nvSpPr>
        <p:spPr>
          <a:xfrm>
            <a:off x="1944447" y="3766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1549" name="Shape 1547"/>
          <p:cNvSpPr/>
          <p:nvPr/>
        </p:nvSpPr>
        <p:spPr>
          <a:xfrm>
            <a:off x="2363264" y="356422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50" name="Text 1548"/>
          <p:cNvSpPr/>
          <p:nvPr/>
        </p:nvSpPr>
        <p:spPr>
          <a:xfrm>
            <a:off x="2363264" y="35642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  <p:sp>
        <p:nvSpPr>
          <p:cNvPr id="1551" name="Shape 1549"/>
          <p:cNvSpPr/>
          <p:nvPr/>
        </p:nvSpPr>
        <p:spPr>
          <a:xfrm>
            <a:off x="2363202" y="356366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52" name="Text 1550"/>
          <p:cNvSpPr/>
          <p:nvPr/>
        </p:nvSpPr>
        <p:spPr>
          <a:xfrm>
            <a:off x="2363202" y="3563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553" name="Shape 1551"/>
          <p:cNvSpPr/>
          <p:nvPr/>
        </p:nvSpPr>
        <p:spPr>
          <a:xfrm>
            <a:off x="2364819" y="35668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54" name="Text 1552"/>
          <p:cNvSpPr/>
          <p:nvPr/>
        </p:nvSpPr>
        <p:spPr>
          <a:xfrm>
            <a:off x="2364819" y="3566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555" name="Shape 1553"/>
          <p:cNvSpPr/>
          <p:nvPr/>
        </p:nvSpPr>
        <p:spPr>
          <a:xfrm>
            <a:off x="1943903" y="375625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56" name="Text 1554"/>
          <p:cNvSpPr/>
          <p:nvPr/>
        </p:nvSpPr>
        <p:spPr>
          <a:xfrm>
            <a:off x="1943903" y="3756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557" name="Shape 1555"/>
          <p:cNvSpPr/>
          <p:nvPr/>
        </p:nvSpPr>
        <p:spPr>
          <a:xfrm>
            <a:off x="1945042" y="376792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58" name="Text 1556"/>
          <p:cNvSpPr/>
          <p:nvPr/>
        </p:nvSpPr>
        <p:spPr>
          <a:xfrm>
            <a:off x="1945042" y="37679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  <p:sp>
        <p:nvSpPr>
          <p:cNvPr id="1559" name="Shape 1557"/>
          <p:cNvSpPr/>
          <p:nvPr/>
        </p:nvSpPr>
        <p:spPr>
          <a:xfrm>
            <a:off x="1943422" y="377158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0" name="Text 1558"/>
          <p:cNvSpPr/>
          <p:nvPr/>
        </p:nvSpPr>
        <p:spPr>
          <a:xfrm>
            <a:off x="1943422" y="3771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  <p:sp>
        <p:nvSpPr>
          <p:cNvPr id="1561" name="Shape 1559"/>
          <p:cNvSpPr/>
          <p:nvPr/>
        </p:nvSpPr>
        <p:spPr>
          <a:xfrm>
            <a:off x="2363222" y="35638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2" name="Text 1560"/>
          <p:cNvSpPr/>
          <p:nvPr/>
        </p:nvSpPr>
        <p:spPr>
          <a:xfrm>
            <a:off x="2363222" y="35638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  <p:sp>
        <p:nvSpPr>
          <p:cNvPr id="1563" name="Shape 1561"/>
          <p:cNvSpPr/>
          <p:nvPr/>
        </p:nvSpPr>
        <p:spPr>
          <a:xfrm>
            <a:off x="2363111" y="356916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4" name="Text 1562"/>
          <p:cNvSpPr/>
          <p:nvPr/>
        </p:nvSpPr>
        <p:spPr>
          <a:xfrm>
            <a:off x="2363111" y="35691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  <p:sp>
        <p:nvSpPr>
          <p:cNvPr id="1565" name="Shape 1563"/>
          <p:cNvSpPr/>
          <p:nvPr/>
        </p:nvSpPr>
        <p:spPr>
          <a:xfrm>
            <a:off x="1945249" y="376424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6" name="Text 1564"/>
          <p:cNvSpPr/>
          <p:nvPr/>
        </p:nvSpPr>
        <p:spPr>
          <a:xfrm>
            <a:off x="1945249" y="37642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  <p:sp>
        <p:nvSpPr>
          <p:cNvPr id="1567" name="Shape 1565"/>
          <p:cNvSpPr/>
          <p:nvPr/>
        </p:nvSpPr>
        <p:spPr>
          <a:xfrm>
            <a:off x="2363561" y="356427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8" name="Text 1566"/>
          <p:cNvSpPr/>
          <p:nvPr/>
        </p:nvSpPr>
        <p:spPr>
          <a:xfrm>
            <a:off x="2363561" y="3564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  <p:sp>
        <p:nvSpPr>
          <p:cNvPr id="1569" name="Shape 1567"/>
          <p:cNvSpPr/>
          <p:nvPr/>
        </p:nvSpPr>
        <p:spPr>
          <a:xfrm>
            <a:off x="2363534" y="356026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70" name="Text 1568"/>
          <p:cNvSpPr/>
          <p:nvPr/>
        </p:nvSpPr>
        <p:spPr>
          <a:xfrm>
            <a:off x="2363534" y="35602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1571" name="Shape 1569"/>
          <p:cNvSpPr/>
          <p:nvPr/>
        </p:nvSpPr>
        <p:spPr>
          <a:xfrm>
            <a:off x="2363976" y="356896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72" name="Text 1570"/>
          <p:cNvSpPr/>
          <p:nvPr/>
        </p:nvSpPr>
        <p:spPr>
          <a:xfrm>
            <a:off x="2363976" y="35689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1573" name="Shape 1571"/>
          <p:cNvSpPr/>
          <p:nvPr/>
        </p:nvSpPr>
        <p:spPr>
          <a:xfrm>
            <a:off x="2362993" y="356938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74" name="Text 1572"/>
          <p:cNvSpPr/>
          <p:nvPr/>
        </p:nvSpPr>
        <p:spPr>
          <a:xfrm>
            <a:off x="2362993" y="35693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1575" name="Shape 1573"/>
          <p:cNvSpPr/>
          <p:nvPr/>
        </p:nvSpPr>
        <p:spPr>
          <a:xfrm>
            <a:off x="2364468" y="35656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76" name="Text 1574"/>
          <p:cNvSpPr/>
          <p:nvPr/>
        </p:nvSpPr>
        <p:spPr>
          <a:xfrm>
            <a:off x="2364468" y="35656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  <p:sp>
        <p:nvSpPr>
          <p:cNvPr id="1577" name="Shape 1575"/>
          <p:cNvSpPr/>
          <p:nvPr/>
        </p:nvSpPr>
        <p:spPr>
          <a:xfrm>
            <a:off x="2363241" y="355989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78" name="Text 1576"/>
          <p:cNvSpPr/>
          <p:nvPr/>
        </p:nvSpPr>
        <p:spPr>
          <a:xfrm>
            <a:off x="2363241" y="35598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  <p:sp>
        <p:nvSpPr>
          <p:cNvPr id="1579" name="Shape 1577"/>
          <p:cNvSpPr/>
          <p:nvPr/>
        </p:nvSpPr>
        <p:spPr>
          <a:xfrm>
            <a:off x="2203231" y="397836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0" name="Text 1578"/>
          <p:cNvSpPr/>
          <p:nvPr/>
        </p:nvSpPr>
        <p:spPr>
          <a:xfrm>
            <a:off x="2203231" y="39783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  <p:sp>
        <p:nvSpPr>
          <p:cNvPr id="1581" name="Shape 1579"/>
          <p:cNvSpPr/>
          <p:nvPr/>
        </p:nvSpPr>
        <p:spPr>
          <a:xfrm>
            <a:off x="2363466" y="356396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2" name="Text 1580"/>
          <p:cNvSpPr/>
          <p:nvPr/>
        </p:nvSpPr>
        <p:spPr>
          <a:xfrm>
            <a:off x="2363466" y="35639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  <p:sp>
        <p:nvSpPr>
          <p:cNvPr id="1583" name="Shape 1581"/>
          <p:cNvSpPr/>
          <p:nvPr/>
        </p:nvSpPr>
        <p:spPr>
          <a:xfrm>
            <a:off x="2327081" y="353129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4" name="Text 1582"/>
          <p:cNvSpPr/>
          <p:nvPr/>
        </p:nvSpPr>
        <p:spPr>
          <a:xfrm>
            <a:off x="2327081" y="35312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100" dirty="0"/>
          </a:p>
        </p:txBody>
      </p:sp>
      <p:sp>
        <p:nvSpPr>
          <p:cNvPr id="1585" name="Shape 1583"/>
          <p:cNvSpPr/>
          <p:nvPr/>
        </p:nvSpPr>
        <p:spPr>
          <a:xfrm>
            <a:off x="1909142" y="372377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6" name="Text 1584"/>
          <p:cNvSpPr/>
          <p:nvPr/>
        </p:nvSpPr>
        <p:spPr>
          <a:xfrm>
            <a:off x="1909142" y="37237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100" dirty="0"/>
          </a:p>
        </p:txBody>
      </p:sp>
      <p:sp>
        <p:nvSpPr>
          <p:cNvPr id="1587" name="Shape 1585"/>
          <p:cNvSpPr/>
          <p:nvPr/>
        </p:nvSpPr>
        <p:spPr>
          <a:xfrm>
            <a:off x="2327910" y="351968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8" name="Text 1586"/>
          <p:cNvSpPr/>
          <p:nvPr/>
        </p:nvSpPr>
        <p:spPr>
          <a:xfrm>
            <a:off x="2327910" y="35196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100" dirty="0"/>
          </a:p>
        </p:txBody>
      </p:sp>
      <p:sp>
        <p:nvSpPr>
          <p:cNvPr id="1589" name="Shape 1587"/>
          <p:cNvSpPr/>
          <p:nvPr/>
        </p:nvSpPr>
        <p:spPr>
          <a:xfrm>
            <a:off x="1985153" y="457010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90" name="Text 1588"/>
          <p:cNvSpPr/>
          <p:nvPr/>
        </p:nvSpPr>
        <p:spPr>
          <a:xfrm>
            <a:off x="1985153" y="45701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100" dirty="0"/>
          </a:p>
        </p:txBody>
      </p:sp>
      <p:sp>
        <p:nvSpPr>
          <p:cNvPr id="1591" name="Shape 1589"/>
          <p:cNvSpPr/>
          <p:nvPr/>
        </p:nvSpPr>
        <p:spPr>
          <a:xfrm>
            <a:off x="2325811" y="353366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92" name="Text 1590"/>
          <p:cNvSpPr/>
          <p:nvPr/>
        </p:nvSpPr>
        <p:spPr>
          <a:xfrm>
            <a:off x="2325811" y="3533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100" dirty="0"/>
          </a:p>
        </p:txBody>
      </p:sp>
      <p:sp>
        <p:nvSpPr>
          <p:cNvPr id="1593" name="Shape 1591"/>
          <p:cNvSpPr/>
          <p:nvPr/>
        </p:nvSpPr>
        <p:spPr>
          <a:xfrm>
            <a:off x="2328114" y="352221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94" name="Text 1592"/>
          <p:cNvSpPr/>
          <p:nvPr/>
        </p:nvSpPr>
        <p:spPr>
          <a:xfrm>
            <a:off x="2328114" y="3522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100" dirty="0"/>
          </a:p>
        </p:txBody>
      </p:sp>
      <p:sp>
        <p:nvSpPr>
          <p:cNvPr id="1595" name="Shape 1593"/>
          <p:cNvSpPr/>
          <p:nvPr/>
        </p:nvSpPr>
        <p:spPr>
          <a:xfrm>
            <a:off x="5348254" y="205959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96" name="Text 1594"/>
          <p:cNvSpPr/>
          <p:nvPr/>
        </p:nvSpPr>
        <p:spPr>
          <a:xfrm>
            <a:off x="5348254" y="20595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100" dirty="0"/>
          </a:p>
        </p:txBody>
      </p:sp>
      <p:sp>
        <p:nvSpPr>
          <p:cNvPr id="1597" name="Shape 1595"/>
          <p:cNvSpPr/>
          <p:nvPr/>
        </p:nvSpPr>
        <p:spPr>
          <a:xfrm>
            <a:off x="2327221" y="352384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98" name="Text 1596"/>
          <p:cNvSpPr/>
          <p:nvPr/>
        </p:nvSpPr>
        <p:spPr>
          <a:xfrm>
            <a:off x="2327221" y="35238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100" dirty="0"/>
          </a:p>
        </p:txBody>
      </p:sp>
      <p:sp>
        <p:nvSpPr>
          <p:cNvPr id="1599" name="Shape 1597"/>
          <p:cNvSpPr/>
          <p:nvPr/>
        </p:nvSpPr>
        <p:spPr>
          <a:xfrm>
            <a:off x="2327588" y="352808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0" name="Text 1598"/>
          <p:cNvSpPr/>
          <p:nvPr/>
        </p:nvSpPr>
        <p:spPr>
          <a:xfrm>
            <a:off x="2327588" y="3528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100" dirty="0"/>
          </a:p>
        </p:txBody>
      </p:sp>
      <p:sp>
        <p:nvSpPr>
          <p:cNvPr id="1601" name="Shape 1599"/>
          <p:cNvSpPr/>
          <p:nvPr/>
        </p:nvSpPr>
        <p:spPr>
          <a:xfrm>
            <a:off x="1909985" y="372404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2" name="Text 1600"/>
          <p:cNvSpPr/>
          <p:nvPr/>
        </p:nvSpPr>
        <p:spPr>
          <a:xfrm>
            <a:off x="1909985" y="37240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100" dirty="0"/>
          </a:p>
        </p:txBody>
      </p:sp>
      <p:sp>
        <p:nvSpPr>
          <p:cNvPr id="1603" name="Shape 1601"/>
          <p:cNvSpPr/>
          <p:nvPr/>
        </p:nvSpPr>
        <p:spPr>
          <a:xfrm>
            <a:off x="2327017" y="352235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4" name="Text 1602"/>
          <p:cNvSpPr/>
          <p:nvPr/>
        </p:nvSpPr>
        <p:spPr>
          <a:xfrm>
            <a:off x="2327017" y="35223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  <p:sp>
        <p:nvSpPr>
          <p:cNvPr id="1605" name="Shape 1603"/>
          <p:cNvSpPr/>
          <p:nvPr/>
        </p:nvSpPr>
        <p:spPr>
          <a:xfrm>
            <a:off x="2325598" y="353415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6" name="Text 1604"/>
          <p:cNvSpPr/>
          <p:nvPr/>
        </p:nvSpPr>
        <p:spPr>
          <a:xfrm>
            <a:off x="2325598" y="35341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  <p:sp>
        <p:nvSpPr>
          <p:cNvPr id="1607" name="Shape 1605"/>
          <p:cNvSpPr/>
          <p:nvPr/>
        </p:nvSpPr>
        <p:spPr>
          <a:xfrm>
            <a:off x="5348271" y="206014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8" name="Text 1606"/>
          <p:cNvSpPr/>
          <p:nvPr/>
        </p:nvSpPr>
        <p:spPr>
          <a:xfrm>
            <a:off x="5348271" y="20601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  <p:sp>
        <p:nvSpPr>
          <p:cNvPr id="1609" name="Shape 1607"/>
          <p:cNvSpPr/>
          <p:nvPr/>
        </p:nvSpPr>
        <p:spPr>
          <a:xfrm>
            <a:off x="1906615" y="371764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10" name="Text 1608"/>
          <p:cNvSpPr/>
          <p:nvPr/>
        </p:nvSpPr>
        <p:spPr>
          <a:xfrm>
            <a:off x="1906615" y="37176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100" dirty="0"/>
          </a:p>
        </p:txBody>
      </p:sp>
      <p:sp>
        <p:nvSpPr>
          <p:cNvPr id="1611" name="Shape 1609"/>
          <p:cNvSpPr/>
          <p:nvPr/>
        </p:nvSpPr>
        <p:spPr>
          <a:xfrm>
            <a:off x="1985085" y="456648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12" name="Text 1610"/>
          <p:cNvSpPr/>
          <p:nvPr/>
        </p:nvSpPr>
        <p:spPr>
          <a:xfrm>
            <a:off x="1985085" y="45664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100" dirty="0"/>
          </a:p>
        </p:txBody>
      </p:sp>
      <p:sp>
        <p:nvSpPr>
          <p:cNvPr id="1613" name="Shape 1611"/>
          <p:cNvSpPr/>
          <p:nvPr/>
        </p:nvSpPr>
        <p:spPr>
          <a:xfrm>
            <a:off x="1985232" y="456680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14" name="Text 1612"/>
          <p:cNvSpPr/>
          <p:nvPr/>
        </p:nvSpPr>
        <p:spPr>
          <a:xfrm>
            <a:off x="1985232" y="4566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100" dirty="0"/>
          </a:p>
        </p:txBody>
      </p:sp>
      <p:sp>
        <p:nvSpPr>
          <p:cNvPr id="1615" name="Shape 1613"/>
          <p:cNvSpPr/>
          <p:nvPr/>
        </p:nvSpPr>
        <p:spPr>
          <a:xfrm>
            <a:off x="2327242" y="352250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16" name="Text 1614"/>
          <p:cNvSpPr/>
          <p:nvPr/>
        </p:nvSpPr>
        <p:spPr>
          <a:xfrm>
            <a:off x="2327242" y="3522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17" name="Shape 1615"/>
          <p:cNvSpPr/>
          <p:nvPr/>
        </p:nvSpPr>
        <p:spPr>
          <a:xfrm>
            <a:off x="1907473" y="373504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18" name="Text 1616"/>
          <p:cNvSpPr/>
          <p:nvPr/>
        </p:nvSpPr>
        <p:spPr>
          <a:xfrm>
            <a:off x="1907473" y="37350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19" name="Shape 1617"/>
          <p:cNvSpPr/>
          <p:nvPr/>
        </p:nvSpPr>
        <p:spPr>
          <a:xfrm>
            <a:off x="1906961" y="373486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0" name="Text 1618"/>
          <p:cNvSpPr/>
          <p:nvPr/>
        </p:nvSpPr>
        <p:spPr>
          <a:xfrm>
            <a:off x="1906961" y="37348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21" name="Shape 1619"/>
          <p:cNvSpPr/>
          <p:nvPr/>
        </p:nvSpPr>
        <p:spPr>
          <a:xfrm>
            <a:off x="2326141" y="353580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2" name="Text 1620"/>
          <p:cNvSpPr/>
          <p:nvPr/>
        </p:nvSpPr>
        <p:spPr>
          <a:xfrm>
            <a:off x="2326141" y="35358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23" name="Shape 1621"/>
          <p:cNvSpPr/>
          <p:nvPr/>
        </p:nvSpPr>
        <p:spPr>
          <a:xfrm>
            <a:off x="5348674" y="206601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4" name="Text 1622"/>
          <p:cNvSpPr/>
          <p:nvPr/>
        </p:nvSpPr>
        <p:spPr>
          <a:xfrm>
            <a:off x="5348674" y="206601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25" name="Shape 1623"/>
          <p:cNvSpPr/>
          <p:nvPr/>
        </p:nvSpPr>
        <p:spPr>
          <a:xfrm>
            <a:off x="1907442" y="373387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6" name="Text 1624"/>
          <p:cNvSpPr/>
          <p:nvPr/>
        </p:nvSpPr>
        <p:spPr>
          <a:xfrm>
            <a:off x="1907442" y="37338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627" name="Shape 1625"/>
          <p:cNvSpPr/>
          <p:nvPr/>
        </p:nvSpPr>
        <p:spPr>
          <a:xfrm>
            <a:off x="2327730" y="352885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8" name="Text 1626"/>
          <p:cNvSpPr/>
          <p:nvPr/>
        </p:nvSpPr>
        <p:spPr>
          <a:xfrm>
            <a:off x="2327730" y="35288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100" dirty="0"/>
          </a:p>
        </p:txBody>
      </p:sp>
      <p:sp>
        <p:nvSpPr>
          <p:cNvPr id="1629" name="Shape 1627"/>
          <p:cNvSpPr/>
          <p:nvPr/>
        </p:nvSpPr>
        <p:spPr>
          <a:xfrm>
            <a:off x="2327656" y="352658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0" name="Text 1628"/>
          <p:cNvSpPr/>
          <p:nvPr/>
        </p:nvSpPr>
        <p:spPr>
          <a:xfrm>
            <a:off x="2327656" y="35265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100" dirty="0"/>
          </a:p>
        </p:txBody>
      </p:sp>
      <p:sp>
        <p:nvSpPr>
          <p:cNvPr id="1631" name="Shape 1629"/>
          <p:cNvSpPr/>
          <p:nvPr/>
        </p:nvSpPr>
        <p:spPr>
          <a:xfrm>
            <a:off x="2327956" y="353128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2" name="Text 1630"/>
          <p:cNvSpPr/>
          <p:nvPr/>
        </p:nvSpPr>
        <p:spPr>
          <a:xfrm>
            <a:off x="2327956" y="3531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100" dirty="0"/>
          </a:p>
        </p:txBody>
      </p:sp>
      <p:sp>
        <p:nvSpPr>
          <p:cNvPr id="1633" name="Shape 1631"/>
          <p:cNvSpPr/>
          <p:nvPr/>
        </p:nvSpPr>
        <p:spPr>
          <a:xfrm>
            <a:off x="1766774" y="397222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4" name="Text 1632"/>
          <p:cNvSpPr/>
          <p:nvPr/>
        </p:nvSpPr>
        <p:spPr>
          <a:xfrm>
            <a:off x="1766774" y="397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100" dirty="0"/>
          </a:p>
        </p:txBody>
      </p:sp>
      <p:sp>
        <p:nvSpPr>
          <p:cNvPr id="1635" name="Shape 1633"/>
          <p:cNvSpPr/>
          <p:nvPr/>
        </p:nvSpPr>
        <p:spPr>
          <a:xfrm>
            <a:off x="1907723" y="373421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6" name="Text 1634"/>
          <p:cNvSpPr/>
          <p:nvPr/>
        </p:nvSpPr>
        <p:spPr>
          <a:xfrm>
            <a:off x="1907723" y="37342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1100" dirty="0"/>
          </a:p>
        </p:txBody>
      </p:sp>
      <p:sp>
        <p:nvSpPr>
          <p:cNvPr id="1637" name="Shape 1635"/>
          <p:cNvSpPr/>
          <p:nvPr/>
        </p:nvSpPr>
        <p:spPr>
          <a:xfrm>
            <a:off x="2326465" y="353262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8" name="Text 1636"/>
          <p:cNvSpPr/>
          <p:nvPr/>
        </p:nvSpPr>
        <p:spPr>
          <a:xfrm>
            <a:off x="2326465" y="35326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39" name="Shape 1637"/>
          <p:cNvSpPr/>
          <p:nvPr/>
        </p:nvSpPr>
        <p:spPr>
          <a:xfrm>
            <a:off x="5348706" y="206581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0" name="Text 1638"/>
          <p:cNvSpPr/>
          <p:nvPr/>
        </p:nvSpPr>
        <p:spPr>
          <a:xfrm>
            <a:off x="5348706" y="206581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41" name="Shape 1639"/>
          <p:cNvSpPr/>
          <p:nvPr/>
        </p:nvSpPr>
        <p:spPr>
          <a:xfrm>
            <a:off x="5348699" y="206168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2" name="Text 1640"/>
          <p:cNvSpPr/>
          <p:nvPr/>
        </p:nvSpPr>
        <p:spPr>
          <a:xfrm>
            <a:off x="5348699" y="206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43" name="Shape 1641"/>
          <p:cNvSpPr/>
          <p:nvPr/>
        </p:nvSpPr>
        <p:spPr>
          <a:xfrm>
            <a:off x="5348667" y="206576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4" name="Text 1642"/>
          <p:cNvSpPr/>
          <p:nvPr/>
        </p:nvSpPr>
        <p:spPr>
          <a:xfrm>
            <a:off x="5348667" y="20657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45" name="Shape 1643"/>
          <p:cNvSpPr/>
          <p:nvPr/>
        </p:nvSpPr>
        <p:spPr>
          <a:xfrm>
            <a:off x="2327182" y="352856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6" name="Text 1644"/>
          <p:cNvSpPr/>
          <p:nvPr/>
        </p:nvSpPr>
        <p:spPr>
          <a:xfrm>
            <a:off x="2327182" y="35285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47" name="Shape 1645"/>
          <p:cNvSpPr/>
          <p:nvPr/>
        </p:nvSpPr>
        <p:spPr>
          <a:xfrm>
            <a:off x="2327077" y="352874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8" name="Text 1646"/>
          <p:cNvSpPr/>
          <p:nvPr/>
        </p:nvSpPr>
        <p:spPr>
          <a:xfrm>
            <a:off x="2327077" y="35287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49" name="Shape 1647"/>
          <p:cNvSpPr/>
          <p:nvPr/>
        </p:nvSpPr>
        <p:spPr>
          <a:xfrm>
            <a:off x="2327131" y="352661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0" name="Text 1648"/>
          <p:cNvSpPr/>
          <p:nvPr/>
        </p:nvSpPr>
        <p:spPr>
          <a:xfrm>
            <a:off x="2327131" y="35266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51" name="Shape 1649"/>
          <p:cNvSpPr/>
          <p:nvPr/>
        </p:nvSpPr>
        <p:spPr>
          <a:xfrm>
            <a:off x="2327598" y="353042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2" name="Text 1650"/>
          <p:cNvSpPr/>
          <p:nvPr/>
        </p:nvSpPr>
        <p:spPr>
          <a:xfrm>
            <a:off x="2327598" y="35304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53" name="Shape 1651"/>
          <p:cNvSpPr/>
          <p:nvPr/>
        </p:nvSpPr>
        <p:spPr>
          <a:xfrm>
            <a:off x="2327841" y="353163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4" name="Text 1652"/>
          <p:cNvSpPr/>
          <p:nvPr/>
        </p:nvSpPr>
        <p:spPr>
          <a:xfrm>
            <a:off x="2327841" y="35316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55" name="Shape 1653"/>
          <p:cNvSpPr/>
          <p:nvPr/>
        </p:nvSpPr>
        <p:spPr>
          <a:xfrm>
            <a:off x="2327626" y="352602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6" name="Text 1654"/>
          <p:cNvSpPr/>
          <p:nvPr/>
        </p:nvSpPr>
        <p:spPr>
          <a:xfrm>
            <a:off x="2327626" y="35260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57" name="Shape 1655"/>
          <p:cNvSpPr/>
          <p:nvPr/>
        </p:nvSpPr>
        <p:spPr>
          <a:xfrm>
            <a:off x="2327898" y="352908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8" name="Text 1656"/>
          <p:cNvSpPr/>
          <p:nvPr/>
        </p:nvSpPr>
        <p:spPr>
          <a:xfrm>
            <a:off x="2327898" y="35290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59" name="Shape 1657"/>
          <p:cNvSpPr/>
          <p:nvPr/>
        </p:nvSpPr>
        <p:spPr>
          <a:xfrm>
            <a:off x="2327117" y="353087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0" name="Text 1658"/>
          <p:cNvSpPr/>
          <p:nvPr/>
        </p:nvSpPr>
        <p:spPr>
          <a:xfrm>
            <a:off x="2327117" y="35308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61" name="Shape 1659"/>
          <p:cNvSpPr/>
          <p:nvPr/>
        </p:nvSpPr>
        <p:spPr>
          <a:xfrm>
            <a:off x="2327593" y="352607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2" name="Text 1660"/>
          <p:cNvSpPr/>
          <p:nvPr/>
        </p:nvSpPr>
        <p:spPr>
          <a:xfrm>
            <a:off x="2327593" y="35260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63" name="Shape 1661"/>
          <p:cNvSpPr/>
          <p:nvPr/>
        </p:nvSpPr>
        <p:spPr>
          <a:xfrm>
            <a:off x="2328215" y="352653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4" name="Text 1662"/>
          <p:cNvSpPr/>
          <p:nvPr/>
        </p:nvSpPr>
        <p:spPr>
          <a:xfrm>
            <a:off x="2328215" y="35265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65" name="Shape 1663"/>
          <p:cNvSpPr/>
          <p:nvPr/>
        </p:nvSpPr>
        <p:spPr>
          <a:xfrm>
            <a:off x="2327266" y="352240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6" name="Text 1664"/>
          <p:cNvSpPr/>
          <p:nvPr/>
        </p:nvSpPr>
        <p:spPr>
          <a:xfrm>
            <a:off x="2327266" y="35224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67" name="Shape 1665"/>
          <p:cNvSpPr/>
          <p:nvPr/>
        </p:nvSpPr>
        <p:spPr>
          <a:xfrm>
            <a:off x="2327331" y="352234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8" name="Text 1666"/>
          <p:cNvSpPr/>
          <p:nvPr/>
        </p:nvSpPr>
        <p:spPr>
          <a:xfrm>
            <a:off x="2327331" y="352234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69" name="Shape 1667"/>
          <p:cNvSpPr/>
          <p:nvPr/>
        </p:nvSpPr>
        <p:spPr>
          <a:xfrm>
            <a:off x="2326021" y="352947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0" name="Text 1668"/>
          <p:cNvSpPr/>
          <p:nvPr/>
        </p:nvSpPr>
        <p:spPr>
          <a:xfrm>
            <a:off x="2326021" y="3529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71" name="Shape 1669"/>
          <p:cNvSpPr/>
          <p:nvPr/>
        </p:nvSpPr>
        <p:spPr>
          <a:xfrm>
            <a:off x="2327004" y="352586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2" name="Text 1670"/>
          <p:cNvSpPr/>
          <p:nvPr/>
        </p:nvSpPr>
        <p:spPr>
          <a:xfrm>
            <a:off x="2327004" y="35258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73" name="Shape 1671"/>
          <p:cNvSpPr/>
          <p:nvPr/>
        </p:nvSpPr>
        <p:spPr>
          <a:xfrm>
            <a:off x="2326918" y="352658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4" name="Text 1672"/>
          <p:cNvSpPr/>
          <p:nvPr/>
        </p:nvSpPr>
        <p:spPr>
          <a:xfrm>
            <a:off x="2326918" y="3526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75" name="Shape 1673"/>
          <p:cNvSpPr/>
          <p:nvPr/>
        </p:nvSpPr>
        <p:spPr>
          <a:xfrm>
            <a:off x="2326233" y="353577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6" name="Text 1674"/>
          <p:cNvSpPr/>
          <p:nvPr/>
        </p:nvSpPr>
        <p:spPr>
          <a:xfrm>
            <a:off x="2326233" y="3535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77" name="Shape 1675"/>
          <p:cNvSpPr/>
          <p:nvPr/>
        </p:nvSpPr>
        <p:spPr>
          <a:xfrm>
            <a:off x="2326040" y="352581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8" name="Text 1676"/>
          <p:cNvSpPr/>
          <p:nvPr/>
        </p:nvSpPr>
        <p:spPr>
          <a:xfrm>
            <a:off x="2326040" y="35258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79" name="Shape 1677"/>
          <p:cNvSpPr/>
          <p:nvPr/>
        </p:nvSpPr>
        <p:spPr>
          <a:xfrm>
            <a:off x="2326732" y="352182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0" name="Text 1678"/>
          <p:cNvSpPr/>
          <p:nvPr/>
        </p:nvSpPr>
        <p:spPr>
          <a:xfrm>
            <a:off x="2326732" y="35218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81" name="Shape 1679"/>
          <p:cNvSpPr/>
          <p:nvPr/>
        </p:nvSpPr>
        <p:spPr>
          <a:xfrm>
            <a:off x="2327463" y="352349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2" name="Text 1680"/>
          <p:cNvSpPr/>
          <p:nvPr/>
        </p:nvSpPr>
        <p:spPr>
          <a:xfrm>
            <a:off x="2327463" y="3523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83" name="Shape 1681"/>
          <p:cNvSpPr/>
          <p:nvPr/>
        </p:nvSpPr>
        <p:spPr>
          <a:xfrm>
            <a:off x="2326618" y="352378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4" name="Text 1682"/>
          <p:cNvSpPr/>
          <p:nvPr/>
        </p:nvSpPr>
        <p:spPr>
          <a:xfrm>
            <a:off x="2326618" y="35237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85" name="Shape 1683"/>
          <p:cNvSpPr/>
          <p:nvPr/>
        </p:nvSpPr>
        <p:spPr>
          <a:xfrm>
            <a:off x="2325131" y="352868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6" name="Text 1684"/>
          <p:cNvSpPr/>
          <p:nvPr/>
        </p:nvSpPr>
        <p:spPr>
          <a:xfrm>
            <a:off x="2325131" y="3528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87" name="Shape 1685"/>
          <p:cNvSpPr/>
          <p:nvPr/>
        </p:nvSpPr>
        <p:spPr>
          <a:xfrm>
            <a:off x="2325913" y="353420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8" name="Text 1686"/>
          <p:cNvSpPr/>
          <p:nvPr/>
        </p:nvSpPr>
        <p:spPr>
          <a:xfrm>
            <a:off x="2325913" y="35342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89" name="Shape 1687"/>
          <p:cNvSpPr/>
          <p:nvPr/>
        </p:nvSpPr>
        <p:spPr>
          <a:xfrm>
            <a:off x="2325818" y="353379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0" name="Text 1688"/>
          <p:cNvSpPr/>
          <p:nvPr/>
        </p:nvSpPr>
        <p:spPr>
          <a:xfrm>
            <a:off x="2325818" y="35337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91" name="Shape 1689"/>
          <p:cNvSpPr/>
          <p:nvPr/>
        </p:nvSpPr>
        <p:spPr>
          <a:xfrm>
            <a:off x="2327482" y="352178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2" name="Text 1690"/>
          <p:cNvSpPr/>
          <p:nvPr/>
        </p:nvSpPr>
        <p:spPr>
          <a:xfrm>
            <a:off x="2327482" y="3521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93" name="Shape 1691"/>
          <p:cNvSpPr/>
          <p:nvPr/>
        </p:nvSpPr>
        <p:spPr>
          <a:xfrm>
            <a:off x="2327745" y="352659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4" name="Text 1692"/>
          <p:cNvSpPr/>
          <p:nvPr/>
        </p:nvSpPr>
        <p:spPr>
          <a:xfrm>
            <a:off x="2327745" y="35265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95" name="Shape 1693"/>
          <p:cNvSpPr/>
          <p:nvPr/>
        </p:nvSpPr>
        <p:spPr>
          <a:xfrm>
            <a:off x="2327717" y="352068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6" name="Text 1694"/>
          <p:cNvSpPr/>
          <p:nvPr/>
        </p:nvSpPr>
        <p:spPr>
          <a:xfrm>
            <a:off x="2327717" y="35206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97" name="Shape 1695"/>
          <p:cNvSpPr/>
          <p:nvPr/>
        </p:nvSpPr>
        <p:spPr>
          <a:xfrm>
            <a:off x="2026895" y="358494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8" name="Text 1696"/>
          <p:cNvSpPr/>
          <p:nvPr/>
        </p:nvSpPr>
        <p:spPr>
          <a:xfrm>
            <a:off x="2026895" y="35849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699" name="Shape 1697"/>
          <p:cNvSpPr/>
          <p:nvPr/>
        </p:nvSpPr>
        <p:spPr>
          <a:xfrm>
            <a:off x="2026826" y="358597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0" name="Text 1698"/>
          <p:cNvSpPr/>
          <p:nvPr/>
        </p:nvSpPr>
        <p:spPr>
          <a:xfrm>
            <a:off x="2026826" y="3585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01" name="Shape 1699"/>
          <p:cNvSpPr/>
          <p:nvPr/>
        </p:nvSpPr>
        <p:spPr>
          <a:xfrm>
            <a:off x="1907520" y="373420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2" name="Text 1700"/>
          <p:cNvSpPr/>
          <p:nvPr/>
        </p:nvSpPr>
        <p:spPr>
          <a:xfrm>
            <a:off x="1907520" y="373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03" name="Shape 1701"/>
          <p:cNvSpPr/>
          <p:nvPr/>
        </p:nvSpPr>
        <p:spPr>
          <a:xfrm>
            <a:off x="1907628" y="373416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4" name="Text 1702"/>
          <p:cNvSpPr/>
          <p:nvPr/>
        </p:nvSpPr>
        <p:spPr>
          <a:xfrm>
            <a:off x="1907628" y="37341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05" name="Shape 1703"/>
          <p:cNvSpPr/>
          <p:nvPr/>
        </p:nvSpPr>
        <p:spPr>
          <a:xfrm>
            <a:off x="2325608" y="353430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6" name="Text 1704"/>
          <p:cNvSpPr/>
          <p:nvPr/>
        </p:nvSpPr>
        <p:spPr>
          <a:xfrm>
            <a:off x="2325608" y="35343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07" name="Shape 1705"/>
          <p:cNvSpPr/>
          <p:nvPr/>
        </p:nvSpPr>
        <p:spPr>
          <a:xfrm>
            <a:off x="1984913" y="456521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8" name="Text 1706"/>
          <p:cNvSpPr/>
          <p:nvPr/>
        </p:nvSpPr>
        <p:spPr>
          <a:xfrm>
            <a:off x="1984913" y="456521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09" name="Shape 1707"/>
          <p:cNvSpPr/>
          <p:nvPr/>
        </p:nvSpPr>
        <p:spPr>
          <a:xfrm>
            <a:off x="5348416" y="206162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0" name="Text 1708"/>
          <p:cNvSpPr/>
          <p:nvPr/>
        </p:nvSpPr>
        <p:spPr>
          <a:xfrm>
            <a:off x="5348416" y="206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11" name="Shape 1709"/>
          <p:cNvSpPr/>
          <p:nvPr/>
        </p:nvSpPr>
        <p:spPr>
          <a:xfrm>
            <a:off x="1904032" y="373241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2" name="Text 1710"/>
          <p:cNvSpPr/>
          <p:nvPr/>
        </p:nvSpPr>
        <p:spPr>
          <a:xfrm>
            <a:off x="1904032" y="373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13" name="Shape 1711"/>
          <p:cNvSpPr/>
          <p:nvPr/>
        </p:nvSpPr>
        <p:spPr>
          <a:xfrm>
            <a:off x="1767175" y="397296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4" name="Text 1712"/>
          <p:cNvSpPr/>
          <p:nvPr/>
        </p:nvSpPr>
        <p:spPr>
          <a:xfrm>
            <a:off x="1767175" y="3972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15" name="Shape 1713"/>
          <p:cNvSpPr/>
          <p:nvPr/>
        </p:nvSpPr>
        <p:spPr>
          <a:xfrm>
            <a:off x="2327120" y="352740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6" name="Text 1714"/>
          <p:cNvSpPr/>
          <p:nvPr/>
        </p:nvSpPr>
        <p:spPr>
          <a:xfrm>
            <a:off x="2327120" y="35274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17" name="Shape 1715"/>
          <p:cNvSpPr/>
          <p:nvPr/>
        </p:nvSpPr>
        <p:spPr>
          <a:xfrm>
            <a:off x="2327543" y="352369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8" name="Text 1716"/>
          <p:cNvSpPr/>
          <p:nvPr/>
        </p:nvSpPr>
        <p:spPr>
          <a:xfrm>
            <a:off x="2327543" y="35236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19" name="Shape 1717"/>
          <p:cNvSpPr/>
          <p:nvPr/>
        </p:nvSpPr>
        <p:spPr>
          <a:xfrm>
            <a:off x="2326758" y="352351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0" name="Text 1718"/>
          <p:cNvSpPr/>
          <p:nvPr/>
        </p:nvSpPr>
        <p:spPr>
          <a:xfrm>
            <a:off x="2326758" y="352351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21" name="Shape 1719"/>
          <p:cNvSpPr/>
          <p:nvPr/>
        </p:nvSpPr>
        <p:spPr>
          <a:xfrm>
            <a:off x="2326677" y="352351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2" name="Text 1720"/>
          <p:cNvSpPr/>
          <p:nvPr/>
        </p:nvSpPr>
        <p:spPr>
          <a:xfrm>
            <a:off x="2326677" y="352351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23" name="Shape 1721"/>
          <p:cNvSpPr/>
          <p:nvPr/>
        </p:nvSpPr>
        <p:spPr>
          <a:xfrm>
            <a:off x="2326684" y="352723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4" name="Text 1722"/>
          <p:cNvSpPr/>
          <p:nvPr/>
        </p:nvSpPr>
        <p:spPr>
          <a:xfrm>
            <a:off x="2326684" y="35272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25" name="Shape 1723"/>
          <p:cNvSpPr/>
          <p:nvPr/>
        </p:nvSpPr>
        <p:spPr>
          <a:xfrm>
            <a:off x="2327711" y="352773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6" name="Text 1724"/>
          <p:cNvSpPr/>
          <p:nvPr/>
        </p:nvSpPr>
        <p:spPr>
          <a:xfrm>
            <a:off x="2327711" y="3527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27" name="Shape 1725"/>
          <p:cNvSpPr/>
          <p:nvPr/>
        </p:nvSpPr>
        <p:spPr>
          <a:xfrm>
            <a:off x="1905935" y="373463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8" name="Text 1726"/>
          <p:cNvSpPr/>
          <p:nvPr/>
        </p:nvSpPr>
        <p:spPr>
          <a:xfrm>
            <a:off x="1905935" y="37346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29" name="Shape 1727"/>
          <p:cNvSpPr/>
          <p:nvPr/>
        </p:nvSpPr>
        <p:spPr>
          <a:xfrm>
            <a:off x="1908425" y="373814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0" name="Text 1728"/>
          <p:cNvSpPr/>
          <p:nvPr/>
        </p:nvSpPr>
        <p:spPr>
          <a:xfrm>
            <a:off x="1908425" y="37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31" name="Shape 1729"/>
          <p:cNvSpPr/>
          <p:nvPr/>
        </p:nvSpPr>
        <p:spPr>
          <a:xfrm>
            <a:off x="2327908" y="351973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2" name="Text 1730"/>
          <p:cNvSpPr/>
          <p:nvPr/>
        </p:nvSpPr>
        <p:spPr>
          <a:xfrm>
            <a:off x="2327908" y="3519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33" name="Shape 1731"/>
          <p:cNvSpPr/>
          <p:nvPr/>
        </p:nvSpPr>
        <p:spPr>
          <a:xfrm>
            <a:off x="2326599" y="352773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4" name="Text 1732"/>
          <p:cNvSpPr/>
          <p:nvPr/>
        </p:nvSpPr>
        <p:spPr>
          <a:xfrm>
            <a:off x="2326599" y="35277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35" name="Shape 1733"/>
          <p:cNvSpPr/>
          <p:nvPr/>
        </p:nvSpPr>
        <p:spPr>
          <a:xfrm>
            <a:off x="1907734" y="373275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6" name="Text 1734"/>
          <p:cNvSpPr/>
          <p:nvPr/>
        </p:nvSpPr>
        <p:spPr>
          <a:xfrm>
            <a:off x="1907734" y="37327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737" name="Shape 1735"/>
          <p:cNvSpPr/>
          <p:nvPr/>
        </p:nvSpPr>
        <p:spPr>
          <a:xfrm>
            <a:off x="1909815" y="372177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8" name="Text 1736"/>
          <p:cNvSpPr/>
          <p:nvPr/>
        </p:nvSpPr>
        <p:spPr>
          <a:xfrm>
            <a:off x="1909815" y="372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1739" name="Shape 1737"/>
          <p:cNvSpPr/>
          <p:nvPr/>
        </p:nvSpPr>
        <p:spPr>
          <a:xfrm>
            <a:off x="1904198" y="373100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0" name="Text 1738"/>
          <p:cNvSpPr/>
          <p:nvPr/>
        </p:nvSpPr>
        <p:spPr>
          <a:xfrm>
            <a:off x="1904198" y="373100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1741" name="Text 1739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1742" name="Text 1740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868 parkings · 31.680 plaatsen</a:t>
            </a:r>
            <a:endParaRPr lang="en-US" sz="2200" dirty="0"/>
          </a:p>
        </p:txBody>
      </p:sp>
      <p:sp>
        <p:nvSpPr>
          <p:cNvPr id="1743" name="Text 1741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1744" name="Text 1742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johanmmk.github.io/gemeenten/Kaart_bedrijfsparkings_Waterloo.html</a:t>
            </a:r>
            <a:endParaRPr lang="en-US" sz="1150" dirty="0"/>
          </a:p>
        </p:txBody>
      </p:sp>
      <p:sp>
        <p:nvSpPr>
          <p:cNvPr id="1745" name="Shape 1743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4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747" name="Text 1744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748" name="Shape 1745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4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750" name="Text 1746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51" name="Shape 1747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5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753" name="Text 1748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754" name="Text 174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755" name="Text 175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Waterloo.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31.680 auto’s op 868 slimme parkings in Waterloo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BRAIN150 (150 kV), 3.4 km van Waterloo.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Waterloo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BRAIN150 (150 kV) — dichtste kopstation bij Waterloo, op ± 3.4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Waterloo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Waterloo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Waterloo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Waterloo</dc:title>
  <dc:subject>PptxGenJS Presentation</dc:subject>
  <dc:creator>Fluctus</dc:creator>
  <cp:lastModifiedBy>Fluctus</cp:lastModifiedBy>
  <cp:revision>1</cp:revision>
  <dcterms:created xsi:type="dcterms:W3CDTF">2026-06-24T04:28:00Z</dcterms:created>
  <dcterms:modified xsi:type="dcterms:W3CDTF">2026-06-24T04:28:00Z</dcterms:modified>
</cp:coreProperties>
</file>