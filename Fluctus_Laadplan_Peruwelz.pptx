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6.xlsx"/></Relationships>
</file>

<file path=ppt/charts/chart3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eruwelz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Péruwelz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PÉRUWELZ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Péruwelz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3.094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Péruwelz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3.094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€ 4,64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€ 9,28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€ 4,64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€ 9,28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Péruwelz,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 parkings · 3.094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johanmmk.github.io/gemeenten/Kaart_bedrijfsparkings_Peruwelz.html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Péruwelz.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2.254 auto’s op 88 slimme parkings in Péruwelz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QUEVA 70 (70 kV), 7.5 km van Péruwelz.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Péruwelz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QUEVA 70 (70 kV) — dichtste kopstation bij Péruwelz, op ± 7.5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Péruwelz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Péruwelz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Péruwelz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Péruwelz</dc:title>
  <dc:subject>PptxGenJS Presentation</dc:subject>
  <dc:creator>Fluctus</dc:creator>
  <cp:lastModifiedBy>Fluctus</cp:lastModifiedBy>
  <cp:revision>1</cp:revision>
  <dcterms:created xsi:type="dcterms:W3CDTF">2026-06-24T01:54:23Z</dcterms:created>
  <dcterms:modified xsi:type="dcterms:W3CDTF">2026-06-24T01:54:23Z</dcterms:modified>
</cp:coreProperties>
</file>