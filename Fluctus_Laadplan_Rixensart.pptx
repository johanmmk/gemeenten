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8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8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0.xlsx"/></Relationships>
</file>

<file path=ppt/charts/chart38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Rixensar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8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Rixensart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RIXENSART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Rixensart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3.490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Rixensart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+ 69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3.490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€ 5,24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€ 10,47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3.490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€ 5,24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3.490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€ 10,47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Rixensart,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 parkings · 3.490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johanmmk.github.io/gemeenten/Kaart_bedrijfsparkings_Rixensart.html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Rixensart.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1.004 auto’s op 20 slimme parkings in Rixensart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ROSIE 36 (36 kV), 1.9 km van Rixensart.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Rixensart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ROSIE 36 (36 kV) — dichtste kopstation bij Rixensart, op ± 1.9 km.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Rixensart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Rixensart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Rixensart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Rixensart</dc:title>
  <dc:subject>PptxGenJS Presentation</dc:subject>
  <dc:creator>Fluctus</dc:creator>
  <cp:lastModifiedBy>Fluctus</cp:lastModifiedBy>
  <cp:revision>1</cp:revision>
  <dcterms:created xsi:type="dcterms:W3CDTF">2026-06-25T03:19:20Z</dcterms:created>
  <dcterms:modified xsi:type="dcterms:W3CDTF">2026-06-25T03:19:20Z</dcterms:modified>
</cp:coreProperties>
</file>