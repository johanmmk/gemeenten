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</c:v>
                </c:pt>
                <c:pt idx="1">
                  <c:v>85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Bael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Baelen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BAELEN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Baelen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5.441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Baelen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+ 117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5.441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€ 8,16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€ 16,32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5.441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€ 8,16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5.441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€ 16,32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Baelen,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 parkings · 5.441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johanmmk.github.io/gemeenten/Kaart_bedrijfsparkings_Baelen.html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Baelen.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770 auto’s op 19 slimme parkings in Baelen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85% naar 85%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EUPEN 70 (70 kV), 4.6 km van Baelen.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Baelen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EUPEN 70 (70 kV) — dichtste kopstation bij Baelen, op ± 4.6 km. Flex ≈ 0 MW (11 kW/wagen + 10 kW batterij) op 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Baelen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Baelen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Baelen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Baelen</dc:title>
  <dc:subject>PptxGenJS Presentation</dc:subject>
  <dc:creator>Fluctus</dc:creator>
  <cp:lastModifiedBy>Fluctus</cp:lastModifiedBy>
  <cp:revision>1</cp:revision>
  <dcterms:created xsi:type="dcterms:W3CDTF">2026-06-24T20:28:44Z</dcterms:created>
  <dcterms:modified xsi:type="dcterms:W3CDTF">2026-06-24T20:28:44Z</dcterms:modified>
</cp:coreProperties>
</file>