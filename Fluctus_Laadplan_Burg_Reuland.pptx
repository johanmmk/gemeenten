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41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urg_Reuland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Burg-Reuland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BURG-REULAND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Burg-Reuland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1.315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Burg-Reuland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1.315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€ 1,97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€ 3,94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€ 1,97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€ 3,94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Burg-Reuland,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parkings · 1.315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johanmmk.github.io/gemeenten/Kaart_bedrijfsparkings_Burg_Reuland.html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Burg-Reuland.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 auto’s op 7 slimme parkings in Burg-Reuland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41%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SVITH 70 (70 kV), 9.8 km van Burg-Reuland.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Burg-Reuland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SVITH 70 (70 kV) — dichtste kopstation bij Burg-Reuland, op ± 9.8 km. Flex ≈ 2.8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Burg-Reuland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Burg-Reuland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Burg-Reuland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Burg-Reuland</dc:title>
  <dc:subject>PptxGenJS Presentation</dc:subject>
  <dc:creator>Fluctus</dc:creator>
  <cp:lastModifiedBy>Fluctus</cp:lastModifiedBy>
  <cp:revision>1</cp:revision>
  <dcterms:created xsi:type="dcterms:W3CDTF">2026-06-23T23:03:32Z</dcterms:created>
  <dcterms:modified xsi:type="dcterms:W3CDTF">2026-06-23T23:03:32Z</dcterms:modified>
</cp:coreProperties>
</file>