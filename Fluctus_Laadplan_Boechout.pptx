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41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oechou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Boechout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BOECHOUT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Boechout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5.994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Boechout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5.994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€ 8,99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€ 17,98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€ 8,99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€ 17,98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Boechout,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 parkings · 5.994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johanmmk.github.io/gemeenten/Kaart_bedrijfsparkings_Boechout.html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Boechout.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472 auto’s op 19 slimme parkings in Boechout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41%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MORTS150 (150 kV), 3.9 km van Boechout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Boechout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MORTS150 (150 kV) — dichtste kopstation bij Boechout, op ± 3.9 km (laagste load van de cluster &lt;5 km). Flex ≈ 9.9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Boechout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Boechout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Boechout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Boechout</dc:title>
  <dc:subject>PptxGenJS Presentation</dc:subject>
  <dc:creator>Fluctus</dc:creator>
  <cp:lastModifiedBy>Fluctus</cp:lastModifiedBy>
  <cp:revision>1</cp:revision>
  <dcterms:created xsi:type="dcterms:W3CDTF">2026-06-23T22:50:08Z</dcterms:created>
  <dcterms:modified xsi:type="dcterms:W3CDTF">2026-06-23T22:50:08Z</dcterms:modified>
</cp:coreProperties>
</file>