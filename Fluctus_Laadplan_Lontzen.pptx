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7.xlsx"/></Relationships>
</file>

<file path=ppt/charts/chart2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ontz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Lontzen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LONTZEN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Lontzen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6.496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Lontzen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6.496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€ 19,49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6.496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€ 19,49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Lontzen,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 parkings · 6.496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johanmmk.github.io/gemeenten/Kaart_bedrijfsparkings_Lontzen.html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Lontzen.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1.027 auto’s op 31 slimme parkings in Lontzen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EUPEN 70 (70 kV), 5.4 km van Lontzen.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Lontzen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EUPEN 70 (70 kV) — dichtste kopstation bij Lontzen, op ± 5.4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Lontzen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Lontzen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Lontzen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Lontzen</dc:title>
  <dc:subject>PptxGenJS Presentation</dc:subject>
  <dc:creator>Fluctus</dc:creator>
  <cp:lastModifiedBy>Fluctus</cp:lastModifiedBy>
  <cp:revision>1</cp:revision>
  <dcterms:created xsi:type="dcterms:W3CDTF">2026-06-24T01:23:36Z</dcterms:created>
  <dcterms:modified xsi:type="dcterms:W3CDTF">2026-06-24T01:23:36Z</dcterms:modified>
</cp:coreProperties>
</file>