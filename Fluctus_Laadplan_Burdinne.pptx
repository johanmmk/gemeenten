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urdin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Burdinne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BURDINNE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Burdinne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618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Burdinne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Burdinne,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parkings · 618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johanmmk.github.io/gemeenten/Kaart_bedrijfsparkings_Burdinne.html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Burdinne.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Burdinne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SEILL 70 (70 kV), 8.7 km van Burdinne.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Burdinne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SEILL 70 (70 kV) — dichtste kopstation bij Burdinne, op ± 8.7 km. Flex ≈ 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Burdinne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Burdinne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Burdinne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Burdinne</dc:title>
  <dc:subject>PptxGenJS Presentation</dc:subject>
  <dc:creator>Fluctus</dc:creator>
  <cp:lastModifiedBy>Fluctus</cp:lastModifiedBy>
  <cp:revision>1</cp:revision>
  <dcterms:created xsi:type="dcterms:W3CDTF">2026-06-23T23:02:19Z</dcterms:created>
  <dcterms:modified xsi:type="dcterms:W3CDTF">2026-06-23T23:02:19Z</dcterms:modified>
</cp:coreProperties>
</file>