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3.xlsx"/></Relationships>
</file>

<file path=ppt/charts/chart3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rkspla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Merksplas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MERKSPLAS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Merksplas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Merksplas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Merksplas,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1.452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johanmmk.github.io/gemeenten/Kaart_bedrijfsparkings_Merksplas.html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Merksplas.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391 auto’s op 16 slimme parkings in Merksplas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BEERS 70 (70 kV), 6.1 km van Merksplas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Merksplas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BEERS 70 (70 kV) — dichtste kopstation bij Merksplas, op ± 6.1 km (laagste load van de cluster &lt;5 km). Flex ≈ 8.2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Merksplas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Merksplas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Merksplas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Merksplas</dc:title>
  <dc:subject>PptxGenJS Presentation</dc:subject>
  <dc:creator>Fluctus</dc:creator>
  <cp:lastModifiedBy>Fluctus</cp:lastModifiedBy>
  <cp:revision>1</cp:revision>
  <dcterms:created xsi:type="dcterms:W3CDTF">2026-06-25T02:35:40Z</dcterms:created>
  <dcterms:modified xsi:type="dcterms:W3CDTF">2026-06-25T02:35:40Z</dcterms:modified>
</cp:coreProperties>
</file>