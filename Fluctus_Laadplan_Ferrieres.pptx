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2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1.xlsx"/></Relationships>
</file>

<file path=ppt/charts/chart1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johanmmk.github.io/gemeenten/Kaart_bedrijfsparkings_Ferrieres.html" TargetMode="Externa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2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Ferrières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FERRIÈRES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Ferrières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1.805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Ferrières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1.805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1.805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1.805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Ferrières,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EAF0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4048" y="404127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4048" y="404127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43154" y="404129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3154" y="40412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17430" y="217260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7430" y="217260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41987" y="404138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987" y="40413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42228" y="40414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2228" y="40414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54080" y="404352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4080" y="404352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17133" y="21579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7133" y="2157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17165" y="21727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7165" y="2172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71006" y="253420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71006" y="253420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40357" y="404109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0357" y="40410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44091" y="404123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4091" y="40412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39044" y="404052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9044" y="404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39291" y="404099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9291" y="40409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13716" y="401333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3716" y="401333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33359" y="215548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33359" y="21554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09018" y="401429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9018" y="401429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07900" y="401353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900" y="401353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96112" y="400512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" y="40051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11556" y="401786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1556" y="40178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2071" y="402012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2071" y="402012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07899" y="401753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7899" y="401753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14508" y="401340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508" y="40134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54541" y="210913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54541" y="21091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75605" y="397650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5605" y="397650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75281" y="397648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5281" y="39764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71406" y="397525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1406" y="39752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76608" y="397735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6608" y="3977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007927" y="247376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07927" y="247376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95948" y="233833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95948" y="23383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266921" y="541324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66921" y="5413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975713" y="210590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75713" y="2105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385816" y="293510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85816" y="293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40063" y="394012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0063" y="394012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33510" y="3938843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3510" y="393884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960756" y="2081565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60756" y="20815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39845" y="394016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39845" y="394016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68680" y="56052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Schematische spreiding — interactieve kaart via de link.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parkings · 1.805 plaatsen</a:t>
            </a:r>
            <a:endParaRPr lang="en-US" sz="2200" dirty="0"/>
          </a:p>
        </p:txBody>
      </p:sp>
      <p:sp>
        <p:nvSpPr>
          <p:cNvPr id="79" name="Text 77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80" name="Text 78">
            <a:hlinkClick r:id="rId1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johanmmk.github.io/gemeenten/Kaart_bedrijfsparkings_Ferrieres.html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8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83" name="Text 80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8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86" name="Text 82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87" name="Shape 83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8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89" name="Text 84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90" name="Text 8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91" name="Text 8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Ferrières.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1.445 auto’s op 28 slimme parkings in Ferrières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BOMAL 70 (70 kV), 8.1 km van Ferrières.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Ferrières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BOMAL 70 (70 kV) — dichtste kopstation bij Ferrières, op ± 8.1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Ferrières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Ferrières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Ferrières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Ferrières</dc:title>
  <dc:subject>PptxGenJS Presentation</dc:subject>
  <dc:creator>Fluctus</dc:creator>
  <cp:lastModifiedBy>Fluctus</cp:lastModifiedBy>
  <cp:revision>1</cp:revision>
  <dcterms:created xsi:type="dcterms:W3CDTF">2026-06-23T23:55:34Z</dcterms:created>
  <dcterms:modified xsi:type="dcterms:W3CDTF">2026-06-23T23:55:34Z</dcterms:modified>
</cp:coreProperties>
</file>