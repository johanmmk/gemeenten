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0.xlsx"/></Relationships>
</file>

<file path=ppt/charts/chart2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v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5.854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Hove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€ 17,56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€ 17,56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Hove,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parkings · 5.854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johanmmk.github.io/gemeenten/Kaart_bedrijfsparkings_Hove.html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Hove.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auto’s op 5 slimme parkings in Hove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3.5 km van Hove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Hove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Hove, op ± 3.5 km (laagste load van de cluster &lt;5 km). Flex ≈ 1.8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Hove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Hove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Hove</dc:title>
  <dc:subject>PptxGenJS Presentation</dc:subject>
  <dc:creator>Fluctus</dc:creator>
  <cp:lastModifiedBy>Fluctus</cp:lastModifiedBy>
  <cp:revision>1</cp:revision>
  <dcterms:created xsi:type="dcterms:W3CDTF">2026-06-25T01:57:35Z</dcterms:created>
  <dcterms:modified xsi:type="dcterms:W3CDTF">2026-06-25T01:57:35Z</dcterms:modified>
</cp:coreProperties>
</file>