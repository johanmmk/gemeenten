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8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7.xlsx"/></Relationships>
</file>

<file path=ppt/charts/chart2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ache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8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Machelen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MACHELEN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Machelen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12.337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Machelen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€ 18,51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€ 37,01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€ 18,51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€ 37,01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Machelen,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 parkings · 12.337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johanmmk.github.io/gemeenten/Kaart_bedrijfsparkings_Machelen.html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Machelen.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3.138 auto’s op 69 slimme parkings in Machelen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HARYD 36 (36 kV), 2.1 km van Machelen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Machelen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HARYD 36 (36 kV) — dichtste kopstation bij Machelen, op ± 2.1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Machelen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Machelen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Machelen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Machelen</dc:title>
  <dc:subject>PptxGenJS Presentation</dc:subject>
  <dc:creator>Fluctus</dc:creator>
  <cp:lastModifiedBy>Fluctus</cp:lastModifiedBy>
  <cp:revision>1</cp:revision>
  <dcterms:created xsi:type="dcterms:W3CDTF">2026-06-25T02:30:53Z</dcterms:created>
  <dcterms:modified xsi:type="dcterms:W3CDTF">2026-06-25T02:30:53Z</dcterms:modified>
</cp:coreProperties>
</file>