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5.xlsx"/></Relationships>
</file>

<file path=ppt/charts/chart1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beumo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Herbeumont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HERBEUMONT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Herbeumont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Herbeumont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€ 0,15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€ 0,30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€ 0,15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€ 0,30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Herbeumont,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parkings · 100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johanmmk.github.io/gemeenten/Kaart_bedrijfsparkings_Herbeumont.html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Herbeumont.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auto’s op 1 slimme parkings in Herbeumont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ORGEO 70 (70 kV), 5.9 km van Herbeumont.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Herbeumont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ORGEO 70 (70 kV) — dichtste kopstation bij Herbeumont, op ± 5.9 km. Flex ≈ 1.3 MW (11 kW/wagen + 10 kW batterij) op 11.3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Herbeumont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Herbeumont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Herbeumont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Herbeumont</dc:title>
  <dc:subject>PptxGenJS Presentation</dc:subject>
  <dc:creator>Fluctus</dc:creator>
  <cp:lastModifiedBy>Fluctus</cp:lastModifiedBy>
  <cp:revision>1</cp:revision>
  <dcterms:created xsi:type="dcterms:W3CDTF">2026-06-24T00:39:59Z</dcterms:created>
  <dcterms:modified xsi:type="dcterms:W3CDTF">2026-06-24T00:39:59Z</dcterms:modified>
</cp:coreProperties>
</file>