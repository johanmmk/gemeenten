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2.xlsx"/></Relationships>
</file>

<file path=ppt/charts/chart5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ilzen_Hoesel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Bilzen-Hoeselt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BILZEN-HOESELT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Bilzen-Hoeselt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10.605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Bilzen-Hoeselt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Bilzen-Hoeselt,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 parkings · 10.605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johanmmk.github.io/gemeenten/Kaart_bedrijfsparkings_Bilzen_Hoeselt.html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Bilzen-Hoeselt.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3.355 auto’s op 135 slimme parkings in Bilzen-Hoeselt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BILZE 70 (70 kV), 2.1 km van Bilzen-Hoeselt.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Bilzen-Hoeselt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BILZE 70 (70 kV) — dichtste kopstation bij Bilzen-Hoeselt, op ± 2.1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Bilzen-Hoeselt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Bilzen-Hoeselt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Bilzen-Hoeselt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Bilzen-Hoeselt</dc:title>
  <dc:subject>PptxGenJS Presentation</dc:subject>
  <dc:creator>Fluctus</dc:creator>
  <cp:lastModifiedBy>Fluctus</cp:lastModifiedBy>
  <cp:revision>1</cp:revision>
  <dcterms:created xsi:type="dcterms:W3CDTF">2026-06-24T04:46:49Z</dcterms:created>
  <dcterms:modified xsi:type="dcterms:W3CDTF">2026-06-24T04:46:49Z</dcterms:modified>
</cp:coreProperties>
</file>