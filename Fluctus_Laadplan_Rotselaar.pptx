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8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5.xlsx"/></Relationships>
</file>

<file path=ppt/charts/chart3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Rotselaar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8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Rotselaar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ROTSELAAR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Rotselaar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3.123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Rotselaar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€ 9,37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€ 4,68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€ 9,37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Rotselaar,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parkings · 3.123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johanmmk.github.io/gemeenten/Kaart_bedrijfsparkings_Rotselaar.html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Rotselaar.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1.020 auto’s op 37 slimme parkings in Rotselaar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38%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WILSE150 (150 kV), 6.5 km van Rotselaar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Rotselaar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WILSE150 (150 kV) — dichtste kopstation bij Rotselaar, op ± 6.5 km (laagste load van de cluster &lt;5 km). Flex ≈ 21.4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Rotselaar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Rotselaar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Rotselaar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Rotselaar</dc:title>
  <dc:subject>PptxGenJS Presentation</dc:subject>
  <dc:creator>Fluctus</dc:creator>
  <cp:lastModifiedBy>Fluctus</cp:lastModifiedBy>
  <cp:revision>1</cp:revision>
  <dcterms:created xsi:type="dcterms:W3CDTF">2026-06-25T03:21:03Z</dcterms:created>
  <dcterms:modified xsi:type="dcterms:W3CDTF">2026-06-25T03:21:03Z</dcterms:modified>
</cp:coreProperties>
</file>