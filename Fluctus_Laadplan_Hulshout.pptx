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2.xlsx"/></Relationships>
</file>

<file path=ppt/charts/chart2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uls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Hulshout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HULSHOUT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Hulshout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2.565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Hulshout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Hulshout,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parkings · 2.565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johanmmk.github.io/gemeenten/Kaart_bedrijfsparkings_Hulshout.html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Hulshout.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787 auto’s op 17 slimme parkings in Hulshout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AARSC 70 (70 kV), 8.2 km van Hulshout.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Hulshout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AARSC 70 (70 kV) — dichtste kopstation bij Hulshout, op ± 8.2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Hulshout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Hulshout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Hulshout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Hulshout</dc:title>
  <dc:subject>PptxGenJS Presentation</dc:subject>
  <dc:creator>Fluctus</dc:creator>
  <cp:lastModifiedBy>Fluctus</cp:lastModifiedBy>
  <cp:revision>1</cp:revision>
  <dcterms:created xsi:type="dcterms:W3CDTF">2026-06-25T01:57:55Z</dcterms:created>
  <dcterms:modified xsi:type="dcterms:W3CDTF">2026-06-25T01:57:55Z</dcterms:modified>
</cp:coreProperties>
</file>