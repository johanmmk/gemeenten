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0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0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7.xlsx"/></Relationships>
</file>

<file path=ppt/charts/chart30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48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Modav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0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Modave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MODAVE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Modave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2.002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Modave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€ 6,01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Modave,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parkings · 2.002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johanmmk.github.io/gemeenten/Kaart_bedrijfsparkings_Modave.html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Modave.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 auto’s op 11 slimme parkings in Modave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48%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AMPSI 70 (70 kV), 6.4 km van Modave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Modave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AMPSI 70 (70 kV) — dichtste kopstation bij Modave, op ± 6.4 km (laagste load van de cluster &lt;5 km). Flex ≈ 4.3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Modave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Modave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Modave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Modave</dc:title>
  <dc:subject>PptxGenJS Presentation</dc:subject>
  <dc:creator>Fluctus</dc:creator>
  <cp:lastModifiedBy>Fluctus</cp:lastModifiedBy>
  <cp:revision>1</cp:revision>
  <dcterms:created xsi:type="dcterms:W3CDTF">2026-06-24T01:34:02Z</dcterms:created>
  <dcterms:modified xsi:type="dcterms:W3CDTF">2026-06-24T01:34:02Z</dcterms:modified>
</cp:coreProperties>
</file>