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0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4.xlsx"/></Relationships>
</file>

<file path=ppt/charts/chart5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nderlech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0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Anderlecht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ANDERLECHT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Anderlecht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19.591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Anderlecht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+ 450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19.591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€ 29,39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€ 58,77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19.591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€ 29,39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19.591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€ 58,77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Anderlecht,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parkings · 19.591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johanmmk.github.io/gemeenten/Kaart_bedrijfsparkings_Anderlecht.html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Anderlecht.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Anderlecht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QDEME 36 (36 kV), 2.4 km van Anderlecht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Anderlecht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QDEME 36 (36 kV) — dichtste kopstation bij Anderlecht, op ± 2.4 km (laagste load van de cluster &lt;5 km). Flex ≈ 0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Anderlecht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Anderlecht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Anderlecht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Anderlecht</dc:title>
  <dc:subject>PptxGenJS Presentation</dc:subject>
  <dc:creator>Fluctus</dc:creator>
  <cp:lastModifiedBy>Fluctus</cp:lastModifiedBy>
  <cp:revision>1</cp:revision>
  <dcterms:created xsi:type="dcterms:W3CDTF">2026-06-24T03:49:35Z</dcterms:created>
  <dcterms:modified xsi:type="dcterms:W3CDTF">2026-06-24T03:49:35Z</dcterms:modified>
</cp:coreProperties>
</file>