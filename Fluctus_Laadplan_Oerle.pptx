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3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8.xlsx"/></Relationships>
</file>

<file path=ppt/charts/chart3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er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3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Oerle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OERLE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Oerle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1.038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Oerle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Oerle,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parkings · 1.038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johanmmk.github.io/gemeenten/Kaart_bedrijfsparkings_Oerle.html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Oerle.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1.038 auto’s op 53 slimme parkings in Oerle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FOOZ 70 (70 kV), 7.3 km van Oerle.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Oerle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FOOZ 70 (70 kV) — dichtste kopstation bij Oerle, op ± 7.3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Oerle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Oerle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Oerle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Oerle</dc:title>
  <dc:subject>PptxGenJS Presentation</dc:subject>
  <dc:creator>Fluctus</dc:creator>
  <cp:lastModifiedBy>Fluctus</cp:lastModifiedBy>
  <cp:revision>1</cp:revision>
  <dcterms:created xsi:type="dcterms:W3CDTF">2026-06-24T01:49:34Z</dcterms:created>
  <dcterms:modified xsi:type="dcterms:W3CDTF">2026-06-24T01:49:34Z</dcterms:modified>
</cp:coreProperties>
</file>