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6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7.xlsx"/></Relationships>
</file>

<file path=ppt/charts/chart4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Vosselaa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6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Vosselaar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VOSSELAAR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Vosselaar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8.456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Vosselaar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8.456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8.456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Vosselaar,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 parkings · 8.456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johanmmk.github.io/gemeenten/Kaart_bedrijfsparkings_Vosselaar.html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Vosselaar.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1.007 auto’s op 30 slimme parkings in Vosselaar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TURNH 70 (70 kV), 3.2 km van Vosselaar.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Vosselaar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TURNH 70 (70 kV) — dichtste kopstation bij Vosselaar, op ± 3.2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Vosselaar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Vosselaar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Vosselaar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Vosselaar</dc:title>
  <dc:subject>PptxGenJS Presentation</dc:subject>
  <dc:creator>Fluctus</dc:creator>
  <cp:lastModifiedBy>Fluctus</cp:lastModifiedBy>
  <cp:revision>1</cp:revision>
  <dcterms:created xsi:type="dcterms:W3CDTF">2026-06-25T03:45:55Z</dcterms:created>
  <dcterms:modified xsi:type="dcterms:W3CDTF">2026-06-25T03:45:55Z</dcterms:modified>
</cp:coreProperties>
</file>