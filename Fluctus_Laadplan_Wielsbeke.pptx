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2.xlsx"/></Relationships>
</file>

<file path=ppt/charts/chart4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ielsbek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Wielsbeke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WIELSBEKE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Wielsbeke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16.733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Wielsbeke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16.733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€ 25,10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€ 50,20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€ 25,10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16.733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€ 50,20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Wielsbeke,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418 parkings · 16.733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johanmmk.github.io/gemeenten/Kaart_bedrijfsparkings_Wielsbeke.html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Wielsbeke.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Wielsbeke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STBAV150 (150 kV), 1.9 km van Wielsbeke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Wielsbeke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STBAV150 (150 kV) — dichtste kopstation bij Wielsbeke, op ± 1.9 km (laagste load van de cluster &lt;5 km). Flex ≈ 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Wielsbeke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Wielsbeke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Wielsbeke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Wielsbeke</dc:title>
  <dc:subject>PptxGenJS Presentation</dc:subject>
  <dc:creator>Fluctus</dc:creator>
  <cp:lastModifiedBy>Fluctus</cp:lastModifiedBy>
  <cp:revision>1</cp:revision>
  <dcterms:created xsi:type="dcterms:W3CDTF">2026-06-24T03:19:25Z</dcterms:created>
  <dcterms:modified xsi:type="dcterms:W3CDTF">2026-06-24T03:19:25Z</dcterms:modified>
</cp:coreProperties>
</file>