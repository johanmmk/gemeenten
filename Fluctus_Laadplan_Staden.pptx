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4.xlsx"/></Relationships>
</file>

<file path=ppt/charts/chart4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tad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STADEN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Staden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6.337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Staden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6.337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€ 9,51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€ 19,01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€ 9,51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€ 19,01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Staden,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 parkings · 6.337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johanmmk.github.io/gemeenten/Kaart_bedrijfsparkings_Staden.html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Staden.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1.277 auto’s op 70 slimme parkings in Staden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BVREN150 (150 kV), 7.6 km van Staden.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Staden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BVREN150 (150 kV) — dichtste kopstation bij Staden, op ± 7.6 km. Flex ≈ 26.8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Staden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Staden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Staden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Staden</dc:title>
  <dc:subject>PptxGenJS Presentation</dc:subject>
  <dc:creator>Fluctus</dc:creator>
  <cp:lastModifiedBy>Fluctus</cp:lastModifiedBy>
  <cp:revision>1</cp:revision>
  <dcterms:created xsi:type="dcterms:W3CDTF">2026-06-25T03:34:33Z</dcterms:created>
  <dcterms:modified xsi:type="dcterms:W3CDTF">2026-06-25T03:34:33Z</dcterms:modified>
</cp:coreProperties>
</file>