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0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0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08.xlsx"/></Relationships>
</file>

<file path=ppt/charts/chart40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39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int_Laurein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0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Sint-Laureins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SINT-LAUREINS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Sint-Laureins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762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Sint-Laureins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€ 1,14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€ 2,29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€ 1,14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€ 2,29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Sint-Laureins,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parkings · 762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johanmmk.github.io/gemeenten/Kaart_bedrijfsparkings_Sint_Laureins.html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Sint-Laureins.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auto’s op 5 slimme parkings in Sint-Laureins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39%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EEKLO 36 (36 kV), 10.3 km van Sint-Laureins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Sint-Laureins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EEKLO 36 (36 kV) — dichtste kopstation bij Sint-Laureins, op ± 10.3 km (laagste load van de cluster &lt;5 km). Flex ≈ 3.1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Sint-Laureins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Sint-Laureins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Sint-Laureins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Sint-Laureins</dc:title>
  <dc:subject>PptxGenJS Presentation</dc:subject>
  <dc:creator>Fluctus</dc:creator>
  <cp:lastModifiedBy>Fluctus</cp:lastModifiedBy>
  <cp:revision>1</cp:revision>
  <dcterms:created xsi:type="dcterms:W3CDTF">2026-06-24T02:18:34Z</dcterms:created>
  <dcterms:modified xsi:type="dcterms:W3CDTF">2026-06-24T02:18:34Z</dcterms:modified>
</cp:coreProperties>
</file>