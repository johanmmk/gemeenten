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1.xlsx"/>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l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ALKEN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Alken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1.888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Alken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Alken,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parkings · 1.888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johanmmk.github.io/gemeenten/Kaart_bedrijfsparkings_Alken.html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Alken.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1.752 auto’s op 74 slimme parkings in Alken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ALKEN 70 (70 kV), 0.7 km van Alken.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Alken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ALKEN 70 (70 kV) — dichtste kopstation bij Alken, op ± 0.7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Alken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Alken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Alken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Alken</dc:title>
  <dc:subject>PptxGenJS Presentation</dc:subject>
  <dc:creator>Fluctus</dc:creator>
  <cp:lastModifiedBy>Fluctus</cp:lastModifiedBy>
  <cp:revision>1</cp:revision>
  <dcterms:created xsi:type="dcterms:W3CDTF">2026-06-25T03:56:47Z</dcterms:created>
  <dcterms:modified xsi:type="dcterms:W3CDTF">2026-06-25T03:56:47Z</dcterms:modified>
</cp:coreProperties>
</file>