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4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7.xlsx"/></Relationships>
</file>

<file path=ppt/charts/chart4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63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Ukkel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447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Ukkel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UKKEL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Ukkel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24.962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Ukkel</a:t>
            </a:r>
            <a:pPr indent="0" marL="0">
              <a:buNone/>
            </a:pP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24.962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€ 37,44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€ 74,89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€ 37,44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24.962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€ 74,89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Ukkel,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597 parkings · 24.962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johanmmk.github.io/gemeenten/Kaart_bedrijfsparkings_Ukkel.html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Ukkel.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24.962 auto’s op 597 slimme parkings in Ukkel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63%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QDEME 36 (36 kV), 5.6 km van Ukkel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Ukkel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QDEME 36 (36 kV) — dichtste kopstation bij Ukkel, op ± 5.6 km (laagste load van de cluster &lt;5 km). Flex ≈ 4 MW (11 kW/wagen + 10 kW batterij) op 20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Ukkel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Ukkel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Ukkel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Ukkel</dc:title>
  <dc:subject>PptxGenJS Presentation</dc:subject>
  <dc:creator>Fluctus</dc:creator>
  <cp:lastModifiedBy>Fluctus</cp:lastModifiedBy>
  <cp:revision>1</cp:revision>
  <dcterms:created xsi:type="dcterms:W3CDTF">2026-06-24T02:59:45Z</dcterms:created>
  <dcterms:modified xsi:type="dcterms:W3CDTF">2026-06-24T02:59:45Z</dcterms:modified>
</cp:coreProperties>
</file>