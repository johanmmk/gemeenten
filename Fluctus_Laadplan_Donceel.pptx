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once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Donceel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DONCEEL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Donceel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1.048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Donceel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Donceel,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parkings · 1.048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johanmmk.github.io/gemeenten/Kaart_bedrijfsparkings_Donceel.html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Donceel.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auto’s op 2 slimme parkings in Donceel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SAIVE 70 (70 kV), 6.5 km van Donceel.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Donceel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SAIVE 70 (70 kV) — dichtste kopstation bij Donceel, op ± 6.5 km. Flex ≈ 0.6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Donceel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Donceel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Donceel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Donceel</dc:title>
  <dc:subject>PptxGenJS Presentation</dc:subject>
  <dc:creator>Fluctus</dc:creator>
  <cp:lastModifiedBy>Fluctus</cp:lastModifiedBy>
  <cp:revision>1</cp:revision>
  <dcterms:created xsi:type="dcterms:W3CDTF">2026-06-23T23:44:57Z</dcterms:created>
  <dcterms:modified xsi:type="dcterms:W3CDTF">2026-06-23T23:44:57Z</dcterms:modified>
</cp:coreProperties>
</file>