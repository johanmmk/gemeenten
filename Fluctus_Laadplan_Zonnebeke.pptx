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9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9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1.xlsx"/></Relationships>
</file>

<file path=ppt/charts/chart49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55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Zonnebek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9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Zonnebeke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ZONNEBEKE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Zonnebeke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4.322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Zonnebeke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+ 78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4.322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€ 6,48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€ 12,97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4.322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€ 6,48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4.322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€ 12,97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Zonnebeke,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 parkings · 4.322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johanmmk.github.io/gemeenten/Kaart_bedrijfsparkings_Zonnebeke.html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Zonnebeke.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1.104 auto’s op 55 slimme parkings in Zonnebeke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55%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IEPER150 (150 kV), 10.4 km van Zonnebeke.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Zonnebeke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IEPER150 (150 kV) — dichtste kopstation bij Zonnebeke, op ± 10.4 km. Flex ≈ 23.2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Zonnebeke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Zonnebeke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Zonnebeke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Zonnebeke</dc:title>
  <dc:subject>PptxGenJS Presentation</dc:subject>
  <dc:creator>Fluctus</dc:creator>
  <cp:lastModifiedBy>Fluctus</cp:lastModifiedBy>
  <cp:revision>1</cp:revision>
  <dcterms:created xsi:type="dcterms:W3CDTF">2026-06-25T03:53:54Z</dcterms:created>
  <dcterms:modified xsi:type="dcterms:W3CDTF">2026-06-25T03:53:54Z</dcterms:modified>
</cp:coreProperties>
</file>