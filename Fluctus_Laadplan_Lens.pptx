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5.xlsx"/></Relationships>
</file>

<file path=ppt/charts/chart2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Lens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8.154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Lens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Lens,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6539" y="22641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6539" y="22641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9364" y="22637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9364" y="22637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84429" y="22645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429" y="22645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8432" y="224415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8432" y="22441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2055" y="22539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055" y="22539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77917" y="22601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7917" y="22601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87829" y="22640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829" y="2264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79891" y="22621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9891" y="22621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86902" y="22639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6902" y="22639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89448" y="22588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448" y="22588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83201" y="22642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3201" y="22642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85100" y="22648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5100" y="2264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81915" y="22636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915" y="22636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9167" y="22602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9167" y="2260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86386" y="22644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6386" y="22644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8847" y="22589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8847" y="22589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76865" y="22609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6865" y="22609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75366" y="22649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5366" y="22649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88538" y="22638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8538" y="2263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86987" y="22639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6987" y="22639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76074" y="22591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6074" y="22591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82116" y="22636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2116" y="22636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8494" y="215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8494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18288" y="21580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8288" y="21580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014981" y="21665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4981" y="21665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17961" y="21646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7961" y="21646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017831" y="21643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7831" y="2164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12032" y="21635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2032" y="21635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033708" y="21594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33708" y="21594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013566" y="21737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13566" y="21737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32762" y="54566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32762" y="54566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40354" y="54746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40354" y="54746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78666" y="22688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8666" y="22688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98457" y="22604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98457" y="22604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43249" y="54482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3249" y="54482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78986" y="22487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78986" y="2248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439369" y="54505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39369" y="5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63104" y="22545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3104" y="22545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965634" y="21591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965634" y="21591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76718" y="22509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76718" y="22509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76429" y="22594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76429" y="22594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019390" y="217166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19390" y="21716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018361" y="21601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018361" y="21601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75130" y="22644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75130" y="22644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90462" y="22595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90462" y="22595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75419" y="22653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75419" y="22653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62881" y="22645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62881" y="22645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86379" y="22519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86379" y="22519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76168" y="22440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76168" y="2244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75490" y="22672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75490" y="22672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953958" y="22497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53958" y="22497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931021" y="22686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31021" y="22686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982377" y="22377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82377" y="22377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990066" y="22747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90066" y="22747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1018867" y="22490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18867" y="22490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018481" y="22613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18481" y="22613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013337" y="21638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013337" y="21638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017489" y="21625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017489" y="21625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5449012" y="54467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449012" y="54467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989428" y="22594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89428" y="22594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83175" y="22608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83175" y="22608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434439" y="54523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434439" y="54523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94134" y="22485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94134" y="22485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98317" y="22565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98317" y="22565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975439" y="22669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75439" y="22669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981196" y="22378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81196" y="22378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31839" y="22689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31839" y="22689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946862" y="22698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46862" y="22698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943152" y="22654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43152" y="22654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947618" y="22404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47618" y="22404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956959" y="22656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56959" y="2265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939639" y="22673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39639" y="22673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30735" y="22680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30735" y="22680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977257" y="22372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7257" y="22372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38271" y="22674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38271" y="22674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959885" y="22653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59885" y="22653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5438799" y="54772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438799" y="5477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2017495" y="21680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017495" y="21680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951764" y="22394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51764" y="22394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905272" y="224103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05272" y="22410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953052" y="223620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53052" y="22362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930301" y="222368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30301" y="22236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952345" y="223596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52345" y="223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954630" y="223670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54630" y="22367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47842" y="223940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47842" y="2239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1984279" y="213530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984279" y="21353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951558" y="223447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51558" y="22344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937564" y="222739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937564" y="22273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951960" y="22413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951960" y="22413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913349" y="223817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913349" y="22381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911408" y="223871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911408" y="2238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917133" y="223669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17133" y="22366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917513" y="223652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17513" y="22365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915225" y="22379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915225" y="22379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913169" y="223822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913169" y="22382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916351" y="223769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916351" y="22376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908149" y="22399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08149" y="22399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11174" y="22387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11174" y="2238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11113" y="22387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911113" y="2238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917272" y="223655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917272" y="2236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914788" y="223824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914788" y="22382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914769" y="223817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914769" y="22381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914816" y="223826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914816" y="2238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914888" y="223809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14888" y="22380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915020" y="223799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915020" y="22379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914988" y="22382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914988" y="2238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916973" y="223731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916973" y="22373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981400" y="222531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981400" y="22253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980762" y="222558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80762" y="22255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911972" y="223954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11972" y="22395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933809" y="224499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33809" y="22449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27" name="Shape 225"/>
          <p:cNvSpPr/>
          <p:nvPr/>
        </p:nvSpPr>
        <p:spPr>
          <a:xfrm>
            <a:off x="987708" y="223823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987708" y="22382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29" name="Shape 227"/>
          <p:cNvSpPr/>
          <p:nvPr/>
        </p:nvSpPr>
        <p:spPr>
          <a:xfrm>
            <a:off x="896112" y="221797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896112" y="22179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933140" y="222296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933140" y="22229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925215" y="222097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925215" y="22209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916688" y="223776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916688" y="22377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917092" y="223764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917092" y="2237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908742" y="223738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908742" y="22373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918484" y="22372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918484" y="22372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922370" y="223938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922370" y="22393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916575" y="223733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16575" y="22373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921165" y="223968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21165" y="22396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922260" y="22391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922260" y="2239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51" name="Shape 249"/>
          <p:cNvSpPr/>
          <p:nvPr/>
        </p:nvSpPr>
        <p:spPr>
          <a:xfrm>
            <a:off x="903680" y="224056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903680" y="2240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919046" y="223561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919046" y="22356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904337" y="224036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904337" y="22403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963430" y="22473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963430" y="22473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991069" y="22366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991069" y="22366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990359" y="222116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990359" y="22211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982756" y="222496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982756" y="22249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985315" y="222421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985315" y="22242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979264" y="222624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979264" y="2226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980257" y="22258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980257" y="22258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986244" y="222240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986244" y="22224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09965" y="223921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909965" y="22392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915898" y="224752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915898" y="22475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960579" y="224097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960579" y="22409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79" name="Shape 277"/>
          <p:cNvSpPr/>
          <p:nvPr/>
        </p:nvSpPr>
        <p:spPr>
          <a:xfrm>
            <a:off x="916985" y="224623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916985" y="2246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987755" y="223448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987755" y="2234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975836" y="223862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975836" y="22386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933950" y="224392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933950" y="2243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916232" y="223687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916232" y="22368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905662" y="221577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905662" y="22157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904738" y="221693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904738" y="22169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920482" y="222049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20482" y="22204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912825" y="222996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12825" y="22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936911" y="224315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936911" y="22431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99" name="Shape 297"/>
          <p:cNvSpPr/>
          <p:nvPr/>
        </p:nvSpPr>
        <p:spPr>
          <a:xfrm>
            <a:off x="942752" y="224598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942752" y="22459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01" name="Shape 299"/>
          <p:cNvSpPr/>
          <p:nvPr/>
        </p:nvSpPr>
        <p:spPr>
          <a:xfrm>
            <a:off x="934146" y="224913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934146" y="22491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996385" y="222812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996385" y="22281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05" name="Shape 303"/>
          <p:cNvSpPr/>
          <p:nvPr/>
        </p:nvSpPr>
        <p:spPr>
          <a:xfrm>
            <a:off x="988063" y="223551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988063" y="22355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975180" y="224266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975180" y="224266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972080" y="225044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972080" y="225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1000813" y="222755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1000813" y="22275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997797" y="222794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997797" y="2227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992496" y="222830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992496" y="22283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980489" y="222076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980489" y="22207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19" name="Shape 317"/>
          <p:cNvSpPr/>
          <p:nvPr/>
        </p:nvSpPr>
        <p:spPr>
          <a:xfrm>
            <a:off x="919785" y="223652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19785" y="2236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992975" y="222026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992975" y="22202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23" name="Shape 321"/>
          <p:cNvSpPr/>
          <p:nvPr/>
        </p:nvSpPr>
        <p:spPr>
          <a:xfrm>
            <a:off x="969336" y="220817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969336" y="22081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25" name="Shape 323"/>
          <p:cNvSpPr/>
          <p:nvPr/>
        </p:nvSpPr>
        <p:spPr>
          <a:xfrm>
            <a:off x="995514" y="22351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995514" y="2235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921651" y="223683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921651" y="22368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970053" y="224630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970053" y="22463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993851" y="222987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993851" y="22298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33" name="Shape 331"/>
          <p:cNvSpPr/>
          <p:nvPr/>
        </p:nvSpPr>
        <p:spPr>
          <a:xfrm>
            <a:off x="930256" y="224192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930256" y="2241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35" name="Shape 333"/>
          <p:cNvSpPr/>
          <p:nvPr/>
        </p:nvSpPr>
        <p:spPr>
          <a:xfrm>
            <a:off x="920894" y="223856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920894" y="22385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37" name="Shape 335"/>
          <p:cNvSpPr/>
          <p:nvPr/>
        </p:nvSpPr>
        <p:spPr>
          <a:xfrm>
            <a:off x="929730" y="223853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929730" y="22385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964390" y="225098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964390" y="22509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948739" y="225156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948739" y="2251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993226" y="222417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993226" y="22241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45" name="Shape 343"/>
          <p:cNvSpPr/>
          <p:nvPr/>
        </p:nvSpPr>
        <p:spPr>
          <a:xfrm>
            <a:off x="982527" y="222424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982527" y="222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47" name="Shape 345"/>
          <p:cNvSpPr/>
          <p:nvPr/>
        </p:nvSpPr>
        <p:spPr>
          <a:xfrm>
            <a:off x="980707" y="222371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980707" y="22237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49" name="Shape 347"/>
          <p:cNvSpPr/>
          <p:nvPr/>
        </p:nvSpPr>
        <p:spPr>
          <a:xfrm>
            <a:off x="949017" y="221275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949017" y="22127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51" name="Shape 349"/>
          <p:cNvSpPr/>
          <p:nvPr/>
        </p:nvSpPr>
        <p:spPr>
          <a:xfrm>
            <a:off x="942121" y="221639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942121" y="22163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53" name="Shape 351"/>
          <p:cNvSpPr/>
          <p:nvPr/>
        </p:nvSpPr>
        <p:spPr>
          <a:xfrm>
            <a:off x="934958" y="223703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934958" y="22370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55" name="Shape 353"/>
          <p:cNvSpPr/>
          <p:nvPr/>
        </p:nvSpPr>
        <p:spPr>
          <a:xfrm>
            <a:off x="913032" y="220121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913032" y="22012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357" name="Shape 355"/>
          <p:cNvSpPr/>
          <p:nvPr/>
        </p:nvSpPr>
        <p:spPr>
          <a:xfrm>
            <a:off x="922039" y="218835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922039" y="21883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359" name="Shape 357"/>
          <p:cNvSpPr/>
          <p:nvPr/>
        </p:nvSpPr>
        <p:spPr>
          <a:xfrm>
            <a:off x="943038" y="219509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943038" y="2195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361" name="Shape 359"/>
          <p:cNvSpPr/>
          <p:nvPr/>
        </p:nvSpPr>
        <p:spPr>
          <a:xfrm>
            <a:off x="1955506" y="210780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1955506" y="2107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63" name="Shape 361"/>
          <p:cNvSpPr/>
          <p:nvPr/>
        </p:nvSpPr>
        <p:spPr>
          <a:xfrm>
            <a:off x="5385816" y="538304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5385816" y="53830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65" name="Shape 363"/>
          <p:cNvSpPr/>
          <p:nvPr/>
        </p:nvSpPr>
        <p:spPr>
          <a:xfrm>
            <a:off x="920501" y="217810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920501" y="217810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67" name="Shape 365"/>
          <p:cNvSpPr/>
          <p:nvPr/>
        </p:nvSpPr>
        <p:spPr>
          <a:xfrm>
            <a:off x="871991" y="220644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871991" y="22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69" name="Shape 367"/>
          <p:cNvSpPr/>
          <p:nvPr/>
        </p:nvSpPr>
        <p:spPr>
          <a:xfrm>
            <a:off x="920205" y="217458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920205" y="21745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71" name="Shape 369"/>
          <p:cNvSpPr/>
          <p:nvPr/>
        </p:nvSpPr>
        <p:spPr>
          <a:xfrm>
            <a:off x="916630" y="217457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916630" y="21745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73" name="Shape 371"/>
          <p:cNvSpPr/>
          <p:nvPr/>
        </p:nvSpPr>
        <p:spPr>
          <a:xfrm>
            <a:off x="873291" y="220092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4" name="Text 372"/>
          <p:cNvSpPr/>
          <p:nvPr/>
        </p:nvSpPr>
        <p:spPr>
          <a:xfrm>
            <a:off x="873291" y="220092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75" name="Shape 373"/>
          <p:cNvSpPr/>
          <p:nvPr/>
        </p:nvSpPr>
        <p:spPr>
          <a:xfrm>
            <a:off x="919831" y="221222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919831" y="22122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77" name="Shape 375"/>
          <p:cNvSpPr/>
          <p:nvPr/>
        </p:nvSpPr>
        <p:spPr>
          <a:xfrm>
            <a:off x="938358" y="220368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8" name="Text 376"/>
          <p:cNvSpPr/>
          <p:nvPr/>
        </p:nvSpPr>
        <p:spPr>
          <a:xfrm>
            <a:off x="938358" y="220368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79" name="Shape 377"/>
          <p:cNvSpPr/>
          <p:nvPr/>
        </p:nvSpPr>
        <p:spPr>
          <a:xfrm>
            <a:off x="911099" y="220687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0" name="Text 378"/>
          <p:cNvSpPr/>
          <p:nvPr/>
        </p:nvSpPr>
        <p:spPr>
          <a:xfrm>
            <a:off x="911099" y="22068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81" name="Shape 379"/>
          <p:cNvSpPr/>
          <p:nvPr/>
        </p:nvSpPr>
        <p:spPr>
          <a:xfrm>
            <a:off x="919521" y="217405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919521" y="21740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83" name="Shape 381"/>
          <p:cNvSpPr/>
          <p:nvPr/>
        </p:nvSpPr>
        <p:spPr>
          <a:xfrm>
            <a:off x="953577" y="219702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4" name="Text 382"/>
          <p:cNvSpPr/>
          <p:nvPr/>
        </p:nvSpPr>
        <p:spPr>
          <a:xfrm>
            <a:off x="953577" y="21970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85" name="Shape 383"/>
          <p:cNvSpPr/>
          <p:nvPr/>
        </p:nvSpPr>
        <p:spPr>
          <a:xfrm>
            <a:off x="893549" y="218601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6" name="Text 384"/>
          <p:cNvSpPr/>
          <p:nvPr/>
        </p:nvSpPr>
        <p:spPr>
          <a:xfrm>
            <a:off x="893549" y="218601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87" name="Shape 385"/>
          <p:cNvSpPr/>
          <p:nvPr/>
        </p:nvSpPr>
        <p:spPr>
          <a:xfrm>
            <a:off x="865022" y="220409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865022" y="22040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89" name="Shape 387"/>
          <p:cNvSpPr/>
          <p:nvPr/>
        </p:nvSpPr>
        <p:spPr>
          <a:xfrm>
            <a:off x="875078" y="219580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0" name="Text 388"/>
          <p:cNvSpPr/>
          <p:nvPr/>
        </p:nvSpPr>
        <p:spPr>
          <a:xfrm>
            <a:off x="875078" y="21958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91" name="Shape 389"/>
          <p:cNvSpPr/>
          <p:nvPr/>
        </p:nvSpPr>
        <p:spPr>
          <a:xfrm>
            <a:off x="864075" y="220559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2" name="Text 390"/>
          <p:cNvSpPr/>
          <p:nvPr/>
        </p:nvSpPr>
        <p:spPr>
          <a:xfrm>
            <a:off x="864075" y="22055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93" name="Shape 391"/>
          <p:cNvSpPr/>
          <p:nvPr/>
        </p:nvSpPr>
        <p:spPr>
          <a:xfrm>
            <a:off x="915920" y="221542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915920" y="22154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95" name="Shape 393"/>
          <p:cNvSpPr/>
          <p:nvPr/>
        </p:nvSpPr>
        <p:spPr>
          <a:xfrm>
            <a:off x="927087" y="221129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6" name="Text 394"/>
          <p:cNvSpPr/>
          <p:nvPr/>
        </p:nvSpPr>
        <p:spPr>
          <a:xfrm>
            <a:off x="927087" y="22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97" name="Shape 395"/>
          <p:cNvSpPr/>
          <p:nvPr/>
        </p:nvSpPr>
        <p:spPr>
          <a:xfrm>
            <a:off x="956217" y="218461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956217" y="2184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99" name="Shape 397"/>
          <p:cNvSpPr/>
          <p:nvPr/>
        </p:nvSpPr>
        <p:spPr>
          <a:xfrm>
            <a:off x="954903" y="218630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954903" y="21863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01" name="Shape 399"/>
          <p:cNvSpPr/>
          <p:nvPr/>
        </p:nvSpPr>
        <p:spPr>
          <a:xfrm>
            <a:off x="884836" y="220098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2" name="Text 400"/>
          <p:cNvSpPr/>
          <p:nvPr/>
        </p:nvSpPr>
        <p:spPr>
          <a:xfrm>
            <a:off x="884836" y="22009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03" name="Shape 401"/>
          <p:cNvSpPr/>
          <p:nvPr/>
        </p:nvSpPr>
        <p:spPr>
          <a:xfrm>
            <a:off x="956172" y="218550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4" name="Text 402"/>
          <p:cNvSpPr/>
          <p:nvPr/>
        </p:nvSpPr>
        <p:spPr>
          <a:xfrm>
            <a:off x="956172" y="21855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05" name="Shape 403"/>
          <p:cNvSpPr/>
          <p:nvPr/>
        </p:nvSpPr>
        <p:spPr>
          <a:xfrm>
            <a:off x="931878" y="218276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931878" y="21827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07" name="Shape 405"/>
          <p:cNvSpPr/>
          <p:nvPr/>
        </p:nvSpPr>
        <p:spPr>
          <a:xfrm>
            <a:off x="887872" y="218412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887872" y="21841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09" name="Shape 407"/>
          <p:cNvSpPr/>
          <p:nvPr/>
        </p:nvSpPr>
        <p:spPr>
          <a:xfrm>
            <a:off x="868115" y="219903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868115" y="2199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11" name="Shape 409"/>
          <p:cNvSpPr/>
          <p:nvPr/>
        </p:nvSpPr>
        <p:spPr>
          <a:xfrm>
            <a:off x="892361" y="218536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2" name="Text 410"/>
          <p:cNvSpPr/>
          <p:nvPr/>
        </p:nvSpPr>
        <p:spPr>
          <a:xfrm>
            <a:off x="892361" y="21853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13" name="Shape 411"/>
          <p:cNvSpPr/>
          <p:nvPr/>
        </p:nvSpPr>
        <p:spPr>
          <a:xfrm>
            <a:off x="877408" y="220117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877408" y="22011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415" name="Shape 413"/>
          <p:cNvSpPr/>
          <p:nvPr/>
        </p:nvSpPr>
        <p:spPr>
          <a:xfrm>
            <a:off x="936411" y="218672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6" name="Text 414"/>
          <p:cNvSpPr/>
          <p:nvPr/>
        </p:nvSpPr>
        <p:spPr>
          <a:xfrm>
            <a:off x="936411" y="2186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  <p:sp>
        <p:nvSpPr>
          <p:cNvPr id="417" name="Shape 415"/>
          <p:cNvSpPr/>
          <p:nvPr/>
        </p:nvSpPr>
        <p:spPr>
          <a:xfrm>
            <a:off x="916316" y="218312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916316" y="21831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  <p:sp>
        <p:nvSpPr>
          <p:cNvPr id="419" name="Shape 417"/>
          <p:cNvSpPr/>
          <p:nvPr/>
        </p:nvSpPr>
        <p:spPr>
          <a:xfrm>
            <a:off x="5379026" y="539277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5379026" y="53927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421" name="Shape 419"/>
          <p:cNvSpPr/>
          <p:nvPr/>
        </p:nvSpPr>
        <p:spPr>
          <a:xfrm>
            <a:off x="1963274" y="209435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2" name="Text 420"/>
          <p:cNvSpPr/>
          <p:nvPr/>
        </p:nvSpPr>
        <p:spPr>
          <a:xfrm>
            <a:off x="1963274" y="20943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423" name="Shape 421"/>
          <p:cNvSpPr/>
          <p:nvPr/>
        </p:nvSpPr>
        <p:spPr>
          <a:xfrm>
            <a:off x="869129" y="216112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4" name="Text 422"/>
          <p:cNvSpPr/>
          <p:nvPr/>
        </p:nvSpPr>
        <p:spPr>
          <a:xfrm>
            <a:off x="869129" y="216112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100" dirty="0"/>
          </a:p>
        </p:txBody>
      </p:sp>
      <p:sp>
        <p:nvSpPr>
          <p:cNvPr id="425" name="Shape 423"/>
          <p:cNvSpPr/>
          <p:nvPr/>
        </p:nvSpPr>
        <p:spPr>
          <a:xfrm>
            <a:off x="1917330" y="205929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6" name="Text 424"/>
          <p:cNvSpPr/>
          <p:nvPr/>
        </p:nvSpPr>
        <p:spPr>
          <a:xfrm>
            <a:off x="1917330" y="20592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427" name="Shape 425"/>
          <p:cNvSpPr/>
          <p:nvPr/>
        </p:nvSpPr>
        <p:spPr>
          <a:xfrm>
            <a:off x="1915377" y="205971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8" name="Text 426"/>
          <p:cNvSpPr/>
          <p:nvPr/>
        </p:nvSpPr>
        <p:spPr>
          <a:xfrm>
            <a:off x="1915377" y="20597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429" name="Shape 427"/>
          <p:cNvSpPr/>
          <p:nvPr/>
        </p:nvSpPr>
        <p:spPr>
          <a:xfrm>
            <a:off x="1898360" y="206762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1898360" y="2067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431" name="Shape 429"/>
          <p:cNvSpPr/>
          <p:nvPr/>
        </p:nvSpPr>
        <p:spPr>
          <a:xfrm>
            <a:off x="881555" y="213713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2" name="Text 430"/>
          <p:cNvSpPr/>
          <p:nvPr/>
        </p:nvSpPr>
        <p:spPr>
          <a:xfrm>
            <a:off x="881555" y="21371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433" name="Shape 431"/>
          <p:cNvSpPr/>
          <p:nvPr/>
        </p:nvSpPr>
        <p:spPr>
          <a:xfrm>
            <a:off x="879222" y="214244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4" name="Text 432"/>
          <p:cNvSpPr/>
          <p:nvPr/>
        </p:nvSpPr>
        <p:spPr>
          <a:xfrm>
            <a:off x="879222" y="2142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00" dirty="0"/>
          </a:p>
        </p:txBody>
      </p:sp>
      <p:sp>
        <p:nvSpPr>
          <p:cNvPr id="435" name="Text 433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436" name="Text 43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 parkings · 8.154 plaatsen</a:t>
            </a:r>
            <a:endParaRPr lang="en-US" sz="2200" dirty="0"/>
          </a:p>
        </p:txBody>
      </p:sp>
      <p:sp>
        <p:nvSpPr>
          <p:cNvPr id="437" name="Text 43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438" name="Text 436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johanmmk.github.io/gemeenten/Kaart_bedrijfsparkings_Lens.html</a:t>
            </a:r>
            <a:endParaRPr lang="en-US" sz="1150" dirty="0"/>
          </a:p>
        </p:txBody>
      </p:sp>
      <p:sp>
        <p:nvSpPr>
          <p:cNvPr id="439" name="Shape 43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44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441" name="Text 43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442" name="Shape 43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44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444" name="Text 44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445" name="Shape 44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44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447" name="Text 44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448" name="Text 44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49" name="Text 44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Lens.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2.981 auto’s op 89 slimme parkings in Lens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LENS 70 (70 kV), 1 km van Lens.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Lens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LENS 70 (70 kV) — dichtste kopstation bij Lens, op ± 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Lens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Lens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Lens</dc:title>
  <dc:subject>PptxGenJS Presentation</dc:subject>
  <dc:creator>Fluctus</dc:creator>
  <cp:lastModifiedBy>Fluctus</cp:lastModifiedBy>
  <cp:revision>1</cp:revision>
  <dcterms:created xsi:type="dcterms:W3CDTF">2026-06-24T01:11:32Z</dcterms:created>
  <dcterms:modified xsi:type="dcterms:W3CDTF">2026-06-24T01:11:32Z</dcterms:modified>
</cp:coreProperties>
</file>