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0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9.xlsx"/></Relationships>
</file>

<file path=ppt/charts/chart1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sneux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0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Esneux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ESNEUX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Esneux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3.339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Esneux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3.339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€ 5,01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€ 10,02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€ 5,01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€ 10,02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Esneux,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parkings · 3.339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johanmmk.github.io/gemeenten/Kaart_bedrijfsparkings_Esneux.html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Esneux.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auto’s op 21 slimme parkings in Esneux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ESNEU 70 (70 kV), 2.8 km van Esneux.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Esneux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ESNEU 70 (70 kV) — dichtste kopstation bij Esneux, op ± 2.8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Esneux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Esneux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Esneux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Esneux</dc:title>
  <dc:subject>PptxGenJS Presentation</dc:subject>
  <dc:creator>Fluctus</dc:creator>
  <cp:lastModifiedBy>Fluctus</cp:lastModifiedBy>
  <cp:revision>1</cp:revision>
  <dcterms:created xsi:type="dcterms:W3CDTF">2026-06-25T00:57:21Z</dcterms:created>
  <dcterms:modified xsi:type="dcterms:W3CDTF">2026-06-25T00:57:21Z</dcterms:modified>
</cp:coreProperties>
</file>