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5.xlsx"/></Relationships>
</file>

<file path=ppt/charts/chart3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parkings · 4.237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807 auto’s op 18 slimme parkings in Niel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SCHEL 70 (70 kV), 2.4 km van Niel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SCHEL 70 (70 kV) — dichtste kopstation bij Niel, op ± 2.4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Niel</dc:title>
  <dc:subject>PptxGenJS Presentation</dc:subject>
  <dc:creator>Fluctus</dc:creator>
  <cp:lastModifiedBy>Fluctus</cp:lastModifiedBy>
  <cp:revision>1</cp:revision>
  <dcterms:created xsi:type="dcterms:W3CDTF">2026-06-25T02:42:33Z</dcterms:created>
  <dcterms:modified xsi:type="dcterms:W3CDTF">2026-06-25T02:42:33Z</dcterms:modified>
</cp:coreProperties>
</file>