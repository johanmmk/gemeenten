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6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6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5.xlsx"/></Relationships>
</file>

<file path=ppt/charts/chart4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47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orselaa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6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Vorselaar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VORSELAAR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Vorselaar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2.326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Vorselaar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Vorselaar,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parkings · 2.326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johanmmk.github.io/gemeenten/Kaart_bedrijfsparkings_Vorselaar.html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Vorselaar.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 auto’s op 10 slimme parkings in Vorselaar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47%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HEOUT 70 (70 kV), 6.6 km van Vorselaar.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Vorselaar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HEOUT 70 (70 kV) — dichtste kopstation bij Vorselaar, op ± 6.6 km. Flex ≈ 4.3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Vorselaar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Vorselaar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Vorselaar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Vorselaar</dc:title>
  <dc:subject>PptxGenJS Presentation</dc:subject>
  <dc:creator>Fluctus</dc:creator>
  <cp:lastModifiedBy>Fluctus</cp:lastModifiedBy>
  <cp:revision>1</cp:revision>
  <dcterms:created xsi:type="dcterms:W3CDTF">2026-06-24T03:14:01Z</dcterms:created>
  <dcterms:modified xsi:type="dcterms:W3CDTF">2026-06-24T03:14:01Z</dcterms:modified>
</cp:coreProperties>
</file>