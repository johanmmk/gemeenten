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8.xlsx"/></Relationships>
</file>

<file path=ppt/charts/chart4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em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Zemst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ZEMST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Zemst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9.782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Zemst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9.782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€ 29,35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€ 29,35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Zemst,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parkings · 9.782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johanmmk.github.io/gemeenten/Kaart_bedrijfsparkings_Zemst.html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Zemst.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1.844 auto’s op 43 slimme parkings in Zemst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45%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BUDA 36 (36 kV), 8.3 km van Zemst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Zemst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BUDA 36 (36 kV) — dichtste kopstation bij Zemst, op ± 8.3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Zemst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Zemst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Zemst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Zemst</dc:title>
  <dc:subject>PptxGenJS Presentation</dc:subject>
  <dc:creator>Fluctus</dc:creator>
  <cp:lastModifiedBy>Fluctus</cp:lastModifiedBy>
  <cp:revision>1</cp:revision>
  <dcterms:created xsi:type="dcterms:W3CDTF">2026-06-25T03:53:20Z</dcterms:created>
  <dcterms:modified xsi:type="dcterms:W3CDTF">2026-06-25T03:53:20Z</dcterms:modified>
</cp:coreProperties>
</file>