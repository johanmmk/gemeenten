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_Gravenbrak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's Gravenbrakel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'S GRAVENBRAKEL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's Gravenbrakel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2.793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's Gravenbrakel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2.793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€ 4,19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€ 8,38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2.793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€ 4,19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2.793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€ 8,38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's Gravenbrakel,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 parkings · 2.793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johanmmk.github.io/gemeenten/Kaart_bedrijfsparkings_s_Gravenbrakel.html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's Gravenbrakel.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2.793 auto’s op 89 slimme parkings in 's Gravenbrakel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OISQU150 (150 kV), 7.9 km van 's Gravenbrakel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's Gravenbrakel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OISQU150 (150 kV) — dichtste kopstation bij 's Gravenbrakel, op ± 7.9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's Gravenbrakel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's Gravenbrakel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's Gravenbrakel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's Gravenbrakel</dc:title>
  <dc:subject>PptxGenJS Presentation</dc:subject>
  <dc:creator>Fluctus</dc:creator>
  <cp:lastModifiedBy>Fluctus</cp:lastModifiedBy>
  <cp:revision>1</cp:revision>
  <dcterms:created xsi:type="dcterms:W3CDTF">2026-06-25T00:22:34Z</dcterms:created>
  <dcterms:modified xsi:type="dcterms:W3CDTF">2026-06-25T00:22:34Z</dcterms:modified>
</cp:coreProperties>
</file>