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1.xlsx"/></Relationships>
</file>

<file path=ppt/charts/chart4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Niklaa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Sint-Niklaas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SINT-NIKLAAS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Sint-Niklaas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9.556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Sint-Niklaas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€ 14,33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€ 14,33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Sint-Niklaas,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parkings · 9.556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johanmmk.github.io/gemeenten/Kaart_bedrijfsparkings_Sint_Niklaas.html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Sint-Niklaas.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5.137 auto’s op 130 slimme parkings in Sint-Niklaas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HEIMO150 (150 kV), 2.8 km van Sint-Niklaas.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Sint-Niklaas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HEIMO150 (150 kV) — dichtste kopstation bij Sint-Niklaas, op ± 2.8 km. Flex ≈ 12.8 MW (11 kW/wagen + 10 kW batterij) op 64.2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Sint-Niklaas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Sint-Niklaas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Sint-Niklaas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Sint-Niklaas</dc:title>
  <dc:subject>PptxGenJS Presentation</dc:subject>
  <dc:creator>Fluctus</dc:creator>
  <cp:lastModifiedBy>Fluctus</cp:lastModifiedBy>
  <cp:revision>1</cp:revision>
  <dcterms:created xsi:type="dcterms:W3CDTF">2026-06-24T02:20:11Z</dcterms:created>
  <dcterms:modified xsi:type="dcterms:W3CDTF">2026-06-24T02:20:11Z</dcterms:modified>
</cp:coreProperties>
</file>