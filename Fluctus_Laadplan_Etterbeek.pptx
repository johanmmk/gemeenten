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1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3.xlsx"/></Relationships>
</file>

<file path=ppt/charts/chart1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tterbee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1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Etterbeek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ETTERBEEK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Etterbeek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13.832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Etterbeek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+ 293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13.832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€ 20,75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€ 41,50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13.832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€ 20,75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13.832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€ 41,50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Etterbeek,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327 parkings · 13.832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johanmmk.github.io/gemeenten/Kaart_bedrijfsparkings_Etterbeek.html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Etterbeek.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1.559 auto’s op 34 slimme parkings in Etterbeek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JOSAP 36 (36 kV), 3 km van Etterbeek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Etterbeek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JOSAP 36 (36 kV) — dichtste kopstation bij Etterbeek, op ± 3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Etterbeek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Etterbeek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Etterbeek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Etterbeek</dc:title>
  <dc:subject>PptxGenJS Presentation</dc:subject>
  <dc:creator>Fluctus</dc:creator>
  <cp:lastModifiedBy>Fluctus</cp:lastModifiedBy>
  <cp:revision>1</cp:revision>
  <dcterms:created xsi:type="dcterms:W3CDTF">2026-06-23T23:52:15Z</dcterms:created>
  <dcterms:modified xsi:type="dcterms:W3CDTF">2026-06-23T23:52:15Z</dcterms:modified>
</cp:coreProperties>
</file>