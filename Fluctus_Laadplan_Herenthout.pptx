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7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7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8.xlsx"/></Relationships>
</file>

<file path=ppt/charts/chart1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renthou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7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Herenthout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HERENTHOUT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Herenthout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3.999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Herenthout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3.999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€ 6,00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€ 12,00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3.999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€ 6,00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3.999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€ 12,00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Herenthout,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parkings · 3.999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johanmmk.github.io/gemeenten/Kaart_bedrijfsparkings_Herenthout.html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Herenthout.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977 auto’s op 31 slimme parkings in Herenthout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HEOUT 70 (70 kV), 3.1 km van Herenthout.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Herenthout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HEOUT 70 (70 kV) — dichtste kopstation bij Herenthout, op ± 3.1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Herenthout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Herenthout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Herenthout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Herenthout</dc:title>
  <dc:subject>PptxGenJS Presentation</dc:subject>
  <dc:creator>Fluctus</dc:creator>
  <cp:lastModifiedBy>Fluctus</cp:lastModifiedBy>
  <cp:revision>1</cp:revision>
  <dcterms:created xsi:type="dcterms:W3CDTF">2026-06-25T01:41:45Z</dcterms:created>
  <dcterms:modified xsi:type="dcterms:W3CDTF">2026-06-25T01:41:45Z</dcterms:modified>
</cp:coreProperties>
</file>