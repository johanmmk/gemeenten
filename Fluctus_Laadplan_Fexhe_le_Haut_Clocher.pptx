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2.xlsx"/></Relationships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exhe_le_Haut_Cloch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Fexhe-le-Haut-Clocher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FEXHE-LE-HAUT-CLOCHER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Fexhe-le-Haut-Clocher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1.830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Fexhe-le-Haut-Clocher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Fexhe-le-Haut-Clocher,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parkings · 1.830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johanmmk.github.io/gemeenten/Kaart_bedrijfsparkings_Fexhe_le_Haut_Clocher.html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Fexhe-le-Haut-Clocher.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auto’s op 4 slimme parkings in Fexhe-le-Haut-Clocher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FOOZ 70 (70 kV), 3.5 km van Fexhe-le-Haut-Clocher.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Fexhe-le-Haut-Clocher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FOOZ 70 (70 kV) — dichtste kopstation bij Fexhe-le-Haut-Clocher, op ± 3.5 km. Flex ≈ 1.6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Fexhe-le-Haut-Clocher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Fexhe-le-Haut-Clocher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Fexhe-le-Haut-Clocher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Fexhe-le-Haut-Clocher</dc:title>
  <dc:subject>PptxGenJS Presentation</dc:subject>
  <dc:creator>Fluctus</dc:creator>
  <cp:lastModifiedBy>Fluctus</cp:lastModifiedBy>
  <cp:revision>1</cp:revision>
  <dcterms:created xsi:type="dcterms:W3CDTF">2026-06-25T01:02:25Z</dcterms:created>
  <dcterms:modified xsi:type="dcterms:W3CDTF">2026-06-25T01:02:25Z</dcterms:modified>
</cp:coreProperties>
</file>