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4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8.xlsx"/></Relationships>
</file>

<file path=ppt/charts/chart1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ingelo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4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Gingelom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GINGELOM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Gingelom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2.300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Gingelom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€ 6,90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2.300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€ 6,90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Gingelom,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parkings · 2.300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johanmmk.github.io/gemeenten/Kaart_bedrijfsparkings_Gingelom.html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Gingelom.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Gingelom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HANNU150 (150 kV), 8.5 km van Gingelom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Gingelom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HANNU150 (150 kV) — dichtste kopstation bij Gingelom, op ± 8.5 km (laagste load van de cluster &lt;5 km). Flex ≈ 0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Gingelom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Gingelom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Gingelom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Gingelom</dc:title>
  <dc:subject>PptxGenJS Presentation</dc:subject>
  <dc:creator>Fluctus</dc:creator>
  <cp:lastModifiedBy>Fluctus</cp:lastModifiedBy>
  <cp:revision>1</cp:revision>
  <dcterms:created xsi:type="dcterms:W3CDTF">2026-06-24T00:22:37Z</dcterms:created>
  <dcterms:modified xsi:type="dcterms:W3CDTF">2026-06-24T00:22:37Z</dcterms:modified>
</cp:coreProperties>
</file>