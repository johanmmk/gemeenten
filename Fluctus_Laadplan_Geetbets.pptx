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0.xlsx"/></Relationships>
</file>

<file path=ppt/charts/chart1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42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etbet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Geetbets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GEETBETS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Geetbets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1.639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Geetbets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Geetbets,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parkings · 1.639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johanmmk.github.io/gemeenten/Kaart_bedrijfsparkings_Geetbets.html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Geetbets.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 auto’s op 14 slimme parkings in Geetbets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42%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KERSB150 (150 kV), 9.3 km van Geetbets.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Geetbets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KERSB150 (150 kV) — dichtste kopstation bij Geetbets, op ± 9.3 km. Flex ≈ 7.1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Geetbets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Geetbets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Geetbets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Geetbets</dc:title>
  <dc:subject>PptxGenJS Presentation</dc:subject>
  <dc:creator>Fluctus</dc:creator>
  <cp:lastModifiedBy>Fluctus</cp:lastModifiedBy>
  <cp:revision>1</cp:revision>
  <dcterms:created xsi:type="dcterms:W3CDTF">2026-06-24T00:14:20Z</dcterms:created>
  <dcterms:modified xsi:type="dcterms:W3CDTF">2026-06-24T00:14:20Z</dcterms:modified>
</cp:coreProperties>
</file>