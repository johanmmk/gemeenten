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3.xlsx"/></Relationships>
</file>

<file path=ppt/charts/chart5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nz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Anzegem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ANZEGEM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Anzegem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8.710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Anzegem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€ 26,13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€ 26,13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Anzegem,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268 parkings · 8.710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johanmmk.github.io/gemeenten/Kaart_bedrijfsparkings_Anzegem.html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Anzegem.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1.530 auto’s op 79 slimme parkings in Anzegem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WORTG 70 (70 kV), 4.4 km van Anzegem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Anzegem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WORTG 70 (70 kV) — dichtste kopstation bij Anzegem, op ± 4.4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Anzegem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Anzegem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Anzegem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Anzegem</dc:title>
  <dc:subject>PptxGenJS Presentation</dc:subject>
  <dc:creator>Fluctus</dc:creator>
  <cp:lastModifiedBy>Fluctus</cp:lastModifiedBy>
  <cp:revision>1</cp:revision>
  <dcterms:created xsi:type="dcterms:W3CDTF">2026-06-25T04:13:13Z</dcterms:created>
  <dcterms:modified xsi:type="dcterms:W3CDTF">2026-06-25T04:13:13Z</dcterms:modified>
</cp:coreProperties>
</file>