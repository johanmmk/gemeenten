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5.xlsx"/></Relationships>
</file>

<file path=ppt/charts/chart3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rlanwelz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Morlanwelz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MORLANWELZ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Morlanwelz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10.193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Morlanwelz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10.193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€ 15,29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€ 30,58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€ 15,29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€ 30,58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Morlanwelz,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282 parkings · 10.193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johanmmk.github.io/gemeenten/Kaart_bedrijfsparkings_Morlanwelz.html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Morlanwelz.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1.561 auto’s op 58 slimme parkings in Morlanwelz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LACRO150 (150 kV), 6.3 km van Morlanwelz.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Morlanwelz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LACRO150 (150 kV) — dichtste kopstation bij Morlanwelz, op ± 6.3 km. Flex ≈ 32.8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Morlanwelz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Morlanwelz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Morlanwelz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Morlanwelz</dc:title>
  <dc:subject>PptxGenJS Presentation</dc:subject>
  <dc:creator>Fluctus</dc:creator>
  <cp:lastModifiedBy>Fluctus</cp:lastModifiedBy>
  <cp:revision>1</cp:revision>
  <dcterms:created xsi:type="dcterms:W3CDTF">2026-06-24T01:39:30Z</dcterms:created>
  <dcterms:modified xsi:type="dcterms:W3CDTF">2026-06-24T01:39:30Z</dcterms:modified>
</cp:coreProperties>
</file>