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5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5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2.xlsx"/></Relationships>
</file>

<file path=ppt/charts/chart3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Peer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5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PEER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Peer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3.472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Peer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3.472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€ 5,21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€ 10,42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3.472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€ 5,21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3.472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€ 10,42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Peer,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 parkings · 3.472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johanmmk.github.io/gemeenten/Kaart_bedrijfsparkings_Peer.html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Peer.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1.268 auto’s op 44 slimme parkings in Peer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66%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HECHT 70 (70 kV), 5.1 km van Peer.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Peer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HECHT 70 (70 kV) — dichtste kopstation bij Peer, op ± 5.1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Peer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Peer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Peer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Peer</dc:title>
  <dc:subject>PptxGenJS Presentation</dc:subject>
  <dc:creator>Fluctus</dc:creator>
  <cp:lastModifiedBy>Fluctus</cp:lastModifiedBy>
  <cp:revision>1</cp:revision>
  <dcterms:created xsi:type="dcterms:W3CDTF">2026-06-24T01:53:37Z</dcterms:created>
  <dcterms:modified xsi:type="dcterms:W3CDTF">2026-06-24T01:53:37Z</dcterms:modified>
</cp:coreProperties>
</file>