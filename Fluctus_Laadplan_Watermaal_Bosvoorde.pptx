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3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39.xlsx"/></Relationships>
</file>

<file path=ppt/charts/chart5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34</c:v>
                </c:pt>
                <c:pt idx="1">
                  <c:v>65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Watermaal_Bosvoord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39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Watermaal-Bosvoorde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WATERMAAL-BOSVOORDE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Watermaal-Bosvoorde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14.980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Watermaal-Bosvoorde</a:t>
            </a:r>
            <a:pPr indent="0" marL="0">
              <a:buNone/>
            </a:pP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14.980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344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€ 22,47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€ 44,94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14.980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€ 22,47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14.980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€ 44,94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Watermaal-Bosvoorde,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344 parkings · 14.980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johanmmk.github.io/gemeenten/Kaart_bedrijfsparkings_Watermaal_Bosvoorde.html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Watermaal-Bosvoorde.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14.980 auto’s op 344 slimme parkings in Watermaal-Bosvoorde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34% naar 65%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IXELL150 (150 kV), 2.6 km van Watermaal-Bosvoorde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Watermaal-Bosvoorde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IXELL150 (150 kV) — dichtste kopstation bij Watermaal-Bosvoorde, op ± 2.6 km (laagste load van de cluster &lt;5 km). Flex ≈ 35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Watermaal-Bosvoorde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+91%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Watermaal-Bosvoorde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+91%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Watermaal-Bosvoorde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Watermaal-Bosvoorde</dc:title>
  <dc:subject>PptxGenJS Presentation</dc:subject>
  <dc:creator>Fluctus</dc:creator>
  <cp:lastModifiedBy>Fluctus</cp:lastModifiedBy>
  <cp:revision>1</cp:revision>
  <dcterms:created xsi:type="dcterms:W3CDTF">2026-06-24T04:29:25Z</dcterms:created>
  <dcterms:modified xsi:type="dcterms:W3CDTF">2026-06-24T04:29:25Z</dcterms:modified>
</cp:coreProperties>
</file>