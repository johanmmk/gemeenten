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7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8.xlsx"/></Relationships>
</file>

<file path=ppt/charts/chart4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ortegem_Pete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7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Wortegem-Petegem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WORTEGEM-PETEGEM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Wortegem-Petegem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5.904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Wortegem-Petegem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5.904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€ 8,86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€ 17,71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€ 8,86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€ 17,71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Wortegem-Petegem,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parkings · 5.904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johanmmk.github.io/gemeenten/Kaart_bedrijfsparkings_Wortegem_Petegem.html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Wortegem-Petegem.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457 auto’s op 20 slimme parkings in Wortegem-Petegem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WORTG 70 (70 kV), 2.9 km van Wortegem-Petegem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Wortegem-Petegem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WORTG 70 (70 kV) — dichtste kopstation bij Wortegem-Petegem, op ± 2.9 km (laagste load van de cluster &lt;5 km). Flex ≈ 9.6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Wortegem-Petegem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Wortegem-Petegem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Wortegem-Petegem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Wortegem-Petegem</dc:title>
  <dc:subject>PptxGenJS Presentation</dc:subject>
  <dc:creator>Fluctus</dc:creator>
  <cp:lastModifiedBy>Fluctus</cp:lastModifiedBy>
  <cp:revision>1</cp:revision>
  <dcterms:created xsi:type="dcterms:W3CDTF">2026-06-24T03:23:23Z</dcterms:created>
  <dcterms:modified xsi:type="dcterms:W3CDTF">2026-06-24T03:23:23Z</dcterms:modified>
</cp:coreProperties>
</file>