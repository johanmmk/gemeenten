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9.xlsx"/></Relationships>
</file>

<file path=ppt/charts/chart3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itt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PITTEM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Pittem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8.479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Pittem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Pittem,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parkings · 8.479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johanmmk.github.io/gemeenten/Kaart_bedrijfsparkings_Pittem.html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Pittem.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1.261 auto’s op 35 slimme parkings in Pittem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PITEM150 (150 kV), 0.7 km van Pittem.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Pittem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PITEM150 (150 kV) — dichtste kopstation bij Pittem, op ± 0.7 km. Flex ≈ 26.5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Pittem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Pittem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Pittem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Pittem</dc:title>
  <dc:subject>PptxGenJS Presentation</dc:subject>
  <dc:creator>Fluctus</dc:creator>
  <cp:lastModifiedBy>Fluctus</cp:lastModifiedBy>
  <cp:revision>1</cp:revision>
  <dcterms:created xsi:type="dcterms:W3CDTF">2026-06-24T01:55:19Z</dcterms:created>
  <dcterms:modified xsi:type="dcterms:W3CDTF">2026-06-24T01:55:19Z</dcterms:modified>
</cp:coreProperties>
</file>