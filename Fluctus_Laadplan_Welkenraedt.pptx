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4.xlsx"/></Relationships>
</file>

<file path=ppt/charts/chart5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lkenraed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Welkenraedt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WELKENRAEDT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Welkenraedt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5.222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Welkenraedt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€ 7,83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€ 15,67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Welkenraedt,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parkings · 5.222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johanmmk.github.io/gemeenten/Kaart_bedrijfsparkings_Welkenraedt.html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Welkenraedt.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810 auto’s op 25 slimme parkings in Welkenraedt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PLENE 70 (70 kV), 4.6 km van Welkenraedt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Welkenraedt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PLENE 70 (70 kV) — dichtste kopstation bij Welkenraedt, op ± 4.6 km (laagste load van de cluster &lt;5 km).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Welkenraedt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Welkenraedt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Welkenraedt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Welkenraedt</dc:title>
  <dc:subject>PptxGenJS Presentation</dc:subject>
  <dc:creator>Fluctus</dc:creator>
  <cp:lastModifiedBy>Fluctus</cp:lastModifiedBy>
  <cp:revision>1</cp:revision>
  <dcterms:created xsi:type="dcterms:W3CDTF">2026-06-25T04:38:39Z</dcterms:created>
  <dcterms:modified xsi:type="dcterms:W3CDTF">2026-06-25T04:38:39Z</dcterms:modified>
</cp:coreProperties>
</file>