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9.xlsx"/></Relationships>
</file>

<file path=ppt/charts/chart1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Florenv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Florenville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FLORENVILLE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Florenville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737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Florenville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Florenville,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parkings · 737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johanmmk.github.io/gemeenten/Kaart_bedrijfsparkings_Florenville.html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Florenville.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477 auto’s op 15 slimme parkings in Florenville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CHINY 70 (70 kV), 4.7 km van Florenville.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Florenville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CHINY 70 (70 kV) — dichtste kopstation bij Florenville, op ± 4.7 km. Flex ≈ 2.5 MW (11 kW/wagen + 10 kW batterij) op 12.6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Florenville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Florenville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Florenville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Florenville</dc:title>
  <dc:subject>PptxGenJS Presentation</dc:subject>
  <dc:creator>Fluctus</dc:creator>
  <cp:lastModifiedBy>Fluctus</cp:lastModifiedBy>
  <cp:revision>1</cp:revision>
  <dcterms:created xsi:type="dcterms:W3CDTF">2026-06-25T01:06:58Z</dcterms:created>
  <dcterms:modified xsi:type="dcterms:W3CDTF">2026-06-25T01:06:58Z</dcterms:modified>
</cp:coreProperties>
</file>