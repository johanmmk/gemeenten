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5.xlsx"/></Relationships>
</file>

<file path=ppt/charts/chart3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tte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Mettet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METTET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Mettet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892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Mettet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Mettet,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parkings · 892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johanmmk.github.io/gemeenten/Kaart_bedrijfsparkings_Mettet.html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Mettet.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392 auto’s op 13 slimme parkings in Mettet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HANZI 70 (70 kV), 8.7 km van Mettet.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Mettet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HANZI 70 (70 kV) — dichtste kopstation bij Mettet, op ± 8.7 km. Flex ≈ 8.2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Mettet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Mettet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Mettet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Mettet</dc:title>
  <dc:subject>PptxGenJS Presentation</dc:subject>
  <dc:creator>Fluctus</dc:creator>
  <cp:lastModifiedBy>Fluctus</cp:lastModifiedBy>
  <cp:revision>1</cp:revision>
  <dcterms:created xsi:type="dcterms:W3CDTF">2026-06-24T01:33:26Z</dcterms:created>
  <dcterms:modified xsi:type="dcterms:W3CDTF">2026-06-24T01:33:26Z</dcterms:modified>
</cp:coreProperties>
</file>