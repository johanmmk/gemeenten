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3.xlsx"/></Relationships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ilsen_Stokk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Dilsen-Stokkem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DILSEN-STOKKEM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Dilsen-Stokkem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5.200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Dilsen-Stokkem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Dilsen-Stokkem,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parkings · 5.200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johanmmk.github.io/gemeenten/Kaart_bedrijfsparkings_Dilsen_Stokkem.html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Dilsen-Stokkem.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2.200 auto’s op 62 slimme parkings in Dilsen-Stokkem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50% naar 67%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DILSE380 (380 kV), 4.3 km van Dilsen-Stokkem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Dilsen-Stokkem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DILSE380 (380 kV) — dichtste kopstation bij Dilsen-Stokkem, op ± 4.3 km (laagste load van de cluster &lt;5 km). Flex ≈ 46.2 MW (11 kW/wagen + 10 kW batterij) op 300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Dilsen-Stokkem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Dilsen-Stokkem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Dilsen-Stokkem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Dilsen-Stokkem</dc:title>
  <dc:subject>PptxGenJS Presentation</dc:subject>
  <dc:creator>Fluctus</dc:creator>
  <cp:lastModifiedBy>Fluctus</cp:lastModifiedBy>
  <cp:revision>1</cp:revision>
  <dcterms:created xsi:type="dcterms:W3CDTF">2026-06-23T23:41:35Z</dcterms:created>
  <dcterms:modified xsi:type="dcterms:W3CDTF">2026-06-23T23:41:35Z</dcterms:modified>
</cp:coreProperties>
</file>