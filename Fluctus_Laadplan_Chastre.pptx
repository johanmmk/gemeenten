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6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2.xlsx"/></Relationships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Chast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6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Chastre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CHASTRE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Chastre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2.664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Chastre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€ 4,00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2.664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€ 7,99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Chastre,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parkings · 2.664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johanmmk.github.io/gemeenten/Kaart_bedrijfsparkings_Chastre.html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Chastre.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auto’s op 6 slimme parkings in Chastre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GEMBL 70 (70 kV), 5.4 km van Chastre.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Chastre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GEMBL 70 (70 kV) — dichtste kopstation bij Chastre, op ± 5.4 km. Flex ≈ 4.5 MW (11 kW/wagen + 10 kW batterij) op 22.7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Chastre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Chastre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Chastre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Chastre</dc:title>
  <dc:subject>PptxGenJS Presentation</dc:subject>
  <dc:creator>Fluctus</dc:creator>
  <cp:lastModifiedBy>Fluctus</cp:lastModifiedBy>
  <cp:revision>1</cp:revision>
  <dcterms:created xsi:type="dcterms:W3CDTF">2026-06-23T23:06:42Z</dcterms:created>
  <dcterms:modified xsi:type="dcterms:W3CDTF">2026-06-23T23:06:42Z</dcterms:modified>
</cp:coreProperties>
</file>