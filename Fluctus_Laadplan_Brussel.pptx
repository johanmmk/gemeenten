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uss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Brussel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BRUSSEL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Brussel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43.132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Brussel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43.132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€ 64,70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€ 129,40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€ 64,70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€ 129,40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Brussel,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935 parkings · 43.132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johanmmk.github.io/gemeenten/Kaart_bedrijfsparkings_Brussel.html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Brussel.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43.132 auto’s op 935 slimme parkings in Brussel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1.4 km van Brussel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Brussel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Brussel, op ± 1.4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Brussel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Brussel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Brussel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Brussel</dc:title>
  <dc:subject>PptxGenJS Presentation</dc:subject>
  <dc:creator>Fluctus</dc:creator>
  <cp:lastModifiedBy>Fluctus</cp:lastModifiedBy>
  <cp:revision>1</cp:revision>
  <dcterms:created xsi:type="dcterms:W3CDTF">2026-06-23T22:58:16Z</dcterms:created>
  <dcterms:modified xsi:type="dcterms:W3CDTF">2026-06-23T22:58:16Z</dcterms:modified>
</cp:coreProperties>
</file>