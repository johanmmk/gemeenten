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3.xlsx"/></Relationships>
</file>

<file path=ppt/charts/chart4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z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Wezet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WEZET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Wezet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4.409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Wezet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Wezet,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parkings · 4.409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johanmmk.github.io/gemeenten/Kaart_bedrijfsparkings_Wezet.html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Wezet.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4.409 auto’s op 143 slimme parkings in Wezet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LIXHE150 (150 kV), 2.3 km van Wezet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Wezet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LIXHE150 (150 kV) — dichtste kopstation bij Wezet, op ± 2.3 km (laagste load van de cluster &lt;5 km). Flex ≈ 60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Wezet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Wezet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Wezet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Wezet</dc:title>
  <dc:subject>PptxGenJS Presentation</dc:subject>
  <dc:creator>Fluctus</dc:creator>
  <cp:lastModifiedBy>Fluctus</cp:lastModifiedBy>
  <cp:revision>1</cp:revision>
  <dcterms:created xsi:type="dcterms:W3CDTF">2026-06-25T03:45:12Z</dcterms:created>
  <dcterms:modified xsi:type="dcterms:W3CDTF">2026-06-25T03:45:12Z</dcterms:modified>
</cp:coreProperties>
</file>