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0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0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0.xlsx"/></Relationships>
</file>

<file path=ppt/charts/chart3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en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0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MENEN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Menen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10.399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Menen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+ 196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10.399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€ 15,60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€ 31,20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10.399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€ 15,60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10.399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€ 31,20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Menen,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305 parkings · 10.399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johanmmk.github.io/gemeenten/Kaart_bedrijfsparkings_Menen.html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Menen.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2.881 auto’s op 109 slimme parkings in Menen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WVLGM150 (150 kV), 0.8 km van Menen.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Menen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WVLGM150 (150 kV) — dichtste kopstation bij Menen, op ± 0.8 km.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Menen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Menen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Menen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Menen</dc:title>
  <dc:subject>PptxGenJS Presentation</dc:subject>
  <dc:creator>Fluctus</dc:creator>
  <cp:lastModifiedBy>Fluctus</cp:lastModifiedBy>
  <cp:revision>1</cp:revision>
  <dcterms:created xsi:type="dcterms:W3CDTF">2026-06-25T02:34:26Z</dcterms:created>
  <dcterms:modified xsi:type="dcterms:W3CDTF">2026-06-25T02:34:26Z</dcterms:modified>
</cp:coreProperties>
</file>