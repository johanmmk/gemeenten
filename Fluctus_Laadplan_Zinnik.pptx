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5.xlsx"/></Relationships>
</file>

<file path=ppt/charts/chart4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inn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Zinnik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ZINNIK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Zinnik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3.029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Zinnik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Zinnik,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3.029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johanmmk.github.io/gemeenten/Kaart_bedrijfsparkings_Zinnik.html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Zinnik.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3.029 auto’s op 90 slimme parkings in Zinnik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LENS 70 (70 kV), 9.2 km van Zinnik.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Zinnik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LENS 70 (70 kV) — dichtste kopstation bij Zinnik, op ± 9.2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Zinnik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Zinnik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Zinnik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Zinnik</dc:title>
  <dc:subject>PptxGenJS Presentation</dc:subject>
  <dc:creator>Fluctus</dc:creator>
  <cp:lastModifiedBy>Fluctus</cp:lastModifiedBy>
  <cp:revision>1</cp:revision>
  <dcterms:created xsi:type="dcterms:W3CDTF">2026-06-24T02:23:46Z</dcterms:created>
  <dcterms:modified xsi:type="dcterms:W3CDTF">2026-06-24T02:23:46Z</dcterms:modified>
</cp:coreProperties>
</file>