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0.xlsx"/></Relationships>
</file>

<file path=ppt/charts/chart2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parkings · 5.106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auto’s op 26 slimme parkings in Lede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WICHE 36 (36 kV), 4.7 km van Lede.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WICHE 36 (36 kV) — dichtste kopstation bij Lede, op ± 4.7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Lede</dc:title>
  <dc:subject>PptxGenJS Presentation</dc:subject>
  <dc:creator>Fluctus</dc:creator>
  <cp:lastModifiedBy>Fluctus</cp:lastModifiedBy>
  <cp:revision>1</cp:revision>
  <dcterms:created xsi:type="dcterms:W3CDTF">2026-06-25T02:18:02Z</dcterms:created>
  <dcterms:modified xsi:type="dcterms:W3CDTF">2026-06-25T02:18:02Z</dcterms:modified>
</cp:coreProperties>
</file>