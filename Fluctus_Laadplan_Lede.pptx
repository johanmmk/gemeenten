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5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0.xlsx"/></Relationships>
</file>

<file path=ppt/charts/chart2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85</c:v>
                </c:pt>
                <c:pt idx="1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ed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5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LEDE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Lede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5.106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Lede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+ 106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5.106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€ 7,66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€ 15,32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5.106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€ 7,66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5.106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€ 15,32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Lede,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 parkings · 5.106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johanmmk.github.io/gemeenten/Kaart_bedrijfsparkings_Lede.html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Lede.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912 auto’s op 26 slimme parkings in Lede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85% naar 85%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WICHE 36 (36 kV), 4.7 km van Lede.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Lede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WICHE 36 (36 kV) — dichtste kopstation bij Lede, op ± 4.7 km. Flex ≈ 0 MW (11 kW/wagen + 10 kW batterij) op 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Lede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Lede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Lede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Lede</dc:title>
  <dc:subject>PptxGenJS Presentation</dc:subject>
  <dc:creator>Fluctus</dc:creator>
  <cp:lastModifiedBy>Fluctus</cp:lastModifiedBy>
  <cp:revision>1</cp:revision>
  <dcterms:created xsi:type="dcterms:W3CDTF">2026-06-24T01:09:33Z</dcterms:created>
  <dcterms:modified xsi:type="dcterms:W3CDTF">2026-06-24T01:09:33Z</dcterms:modified>
</cp:coreProperties>
</file>