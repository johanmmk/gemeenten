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2.xlsx"/></Relationships>
</file>

<file path=ppt/charts/chart1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d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EDEGEM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Edegem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9.428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Edegem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€ 14,14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Edegem,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 parkings · 9.428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johanmmk.github.io/gemeenten/Kaart_bedrijfsparkings_Edegem.html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Edegem.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610 auto’s op 19 slimme parkings in Edegem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MORTS150 (150 kV), 3.5 km van Edegem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Edegem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MORTS150 (150 kV) — dichtste kopstation bij Edegem, op ± 3.5 km (laagste load van de cluster &lt;5 km). Flex ≈ 12.8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Edegem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Edegem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Edegem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Edegem</dc:title>
  <dc:subject>PptxGenJS Presentation</dc:subject>
  <dc:creator>Fluctus</dc:creator>
  <cp:lastModifiedBy>Fluctus</cp:lastModifiedBy>
  <cp:revision>1</cp:revision>
  <dcterms:created xsi:type="dcterms:W3CDTF">2026-06-23T23:48:36Z</dcterms:created>
  <dcterms:modified xsi:type="dcterms:W3CDTF">2026-06-23T23:48:36Z</dcterms:modified>
</cp:coreProperties>
</file>