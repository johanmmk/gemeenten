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urbu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Durbuy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DURBUY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Durbuy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1.392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Durbuy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Durbuy,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parkings · 1.392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johanmmk.github.io/gemeenten/Kaart_bedrijfsparkings_Durbuy.html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Durbuy.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 auto’s op 18 slimme parkings in Durbuy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BOMAL 70 (70 kV), 3.3 km van Durbuy.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Durbuy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BOMAL 70 (70 kV) — dichtste kopstation bij Durbuy, op ± 3.3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Durbuy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Durbuy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Durbuy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Durbuy</dc:title>
  <dc:subject>PptxGenJS Presentation</dc:subject>
  <dc:creator>Fluctus</dc:creator>
  <cp:lastModifiedBy>Fluctus</cp:lastModifiedBy>
  <cp:revision>1</cp:revision>
  <dcterms:created xsi:type="dcterms:W3CDTF">2026-06-23T23:48:28Z</dcterms:created>
  <dcterms:modified xsi:type="dcterms:W3CDTF">2026-06-23T23:48:28Z</dcterms:modified>
</cp:coreProperties>
</file>