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0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0.xlsx"/></Relationships>
</file>

<file path=ppt/charts/chart5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iseau_Presl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0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Aiseau-Presles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AISEAU-PRESLES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Aiseau-Presles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3.622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Aiseau-Presles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3.622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€ 10,87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Aiseau-Presles,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parkings · 3.622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johanmmk.github.io/gemeenten/Kaart_bedrijfsparkings_Aiseau_Presles.html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Aiseau-Presles.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 auto’s op 17 slimme parkings in Aiseau-Presles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AUVEL 70 (70 kV), 6.5 km van Aiseau-Presles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Aiseau-Presles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AUVEL 70 (70 kV) — dichtste kopstation bij Aiseau-Presles, op ± 6.5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Aiseau-Presles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Aiseau-Presles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Aiseau-Presles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Aiseau-Presles</dc:title>
  <dc:subject>PptxGenJS Presentation</dc:subject>
  <dc:creator>Fluctus</dc:creator>
  <cp:lastModifiedBy>Fluctus</cp:lastModifiedBy>
  <cp:revision>1</cp:revision>
  <dcterms:created xsi:type="dcterms:W3CDTF">2026-06-25T03:56:37Z</dcterms:created>
  <dcterms:modified xsi:type="dcterms:W3CDTF">2026-06-25T03:56:37Z</dcterms:modified>
</cp:coreProperties>
</file>