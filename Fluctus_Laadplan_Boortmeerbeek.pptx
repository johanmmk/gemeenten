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62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oortmeerbee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Boortmeerbeek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BOORTMEERBEEK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Boortmeerbeek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3.767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Boortmeerbeek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3.767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€ 5,65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€ 11,30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3.767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€ 5,65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3.767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€ 11,30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Boortmeerbeek,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 parkings · 3.767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johanmmk.github.io/gemeenten/Kaart_bedrijfsparkings_Boortmeerbeek.html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Boortmeerbeek.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1.369 auto’s op 52 slimme parkings in Boortmeerbeek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38% naar 62%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WILSE150 (150 kV), 13.4 km van Boortmeerbeek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Boortmeerbeek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WILSE150 (150 kV) — dichtste kopstation bij Boortmeerbeek, op ± 13.4 km (laagste load van de cluster &lt;5 km). Flex ≈ 28.7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Boortmeerbeek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Boortmeerbeek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Boortmeerbeek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Boortmeerbeek</dc:title>
  <dc:subject>PptxGenJS Presentation</dc:subject>
  <dc:creator>Fluctus</dc:creator>
  <cp:lastModifiedBy>Fluctus</cp:lastModifiedBy>
  <cp:revision>1</cp:revision>
  <dcterms:created xsi:type="dcterms:W3CDTF">2026-06-25T00:19:21Z</dcterms:created>
  <dcterms:modified xsi:type="dcterms:W3CDTF">2026-06-25T00:19:21Z</dcterms:modified>
</cp:coreProperties>
</file>