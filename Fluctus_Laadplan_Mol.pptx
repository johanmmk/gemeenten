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2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8.xlsx"/></Relationships>
</file>

<file path=ppt/charts/chart5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o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2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7.238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Mol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7.238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€ 21,71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7.238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7.238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€ 21,71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Mol,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 parkings · 7.238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johanmmk.github.io/gemeenten/Kaart_bedrijfsparkings_Mol.html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Mol.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3.444 auto’s op 96 slimme parkings in Mol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MOL 150 (150 kV), 2.6 km van Mol.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Mol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MOL 150 (150 kV) — dichtste kopstation bij Mol, op ± 2.6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Mol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Mol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Mol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Mol</dc:title>
  <dc:subject>PptxGenJS Presentation</dc:subject>
  <dc:creator>Fluctus</dc:creator>
  <cp:lastModifiedBy>Fluctus</cp:lastModifiedBy>
  <cp:revision>1</cp:revision>
  <dcterms:created xsi:type="dcterms:W3CDTF">2026-06-24T04:19:37Z</dcterms:created>
  <dcterms:modified xsi:type="dcterms:W3CDTF">2026-06-24T04:19:37Z</dcterms:modified>
</cp:coreProperties>
</file>