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1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1.xlsx"/></Relationships>
</file>

<file path=ppt/charts/chart1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Estaimpui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1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Estaimpuis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ESTAIMPUIS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Estaimpuis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5.423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Estaimpuis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+ 108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5.423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€ 8,13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5.423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€ 16,27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Estaimpuis,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parkings · 5.423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johanmmk.github.io/gemeenten/Kaart_bedrijfsparkings_Estaimpuis.html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Estaimpuis.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1.155 auto’s op 27 slimme parkings in Estaimpuis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MOUSC150 (150 kV), 8.4 km van Estaimpuis.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Estaimpuis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MOUSC150 (150 kV) — dichtste kopstation bij Estaimpuis, op ± 8.4 km. Flex ≈ 24.3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Estaimpuis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Estaimpuis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Estaimpuis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Estaimpuis</dc:title>
  <dc:subject>PptxGenJS Presentation</dc:subject>
  <dc:creator>Fluctus</dc:creator>
  <cp:lastModifiedBy>Fluctus</cp:lastModifiedBy>
  <cp:revision>1</cp:revision>
  <dcterms:created xsi:type="dcterms:W3CDTF">2026-06-25T00:57:43Z</dcterms:created>
  <dcterms:modified xsi:type="dcterms:W3CDTF">2026-06-25T00:57:43Z</dcterms:modified>
</cp:coreProperties>
</file>