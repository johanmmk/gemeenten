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9.xlsx"/></Relationships>
</file>

<file path=ppt/charts/chart2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ss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LESSEN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Lessen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Lessen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Lessen,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parkings · 2.062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johanmmk.github.io/gemeenten/Kaart_bedrijfsparkings_Lessen.html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Lessen.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2.062 auto’s op 69 slimme parkings in Lessen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DEUXA 70 (70 kV), 2.3 km van Lessen.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Lessen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DEUXA 70 (70 kV) — dichtste kopstation bij Lessen, op ± 2.3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Lessen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Lessen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Lessen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Lessen</dc:title>
  <dc:subject>PptxGenJS Presentation</dc:subject>
  <dc:creator>Fluctus</dc:creator>
  <cp:lastModifiedBy>Fluctus</cp:lastModifiedBy>
  <cp:revision>1</cp:revision>
  <dcterms:created xsi:type="dcterms:W3CDTF">2026-06-25T02:20:15Z</dcterms:created>
  <dcterms:modified xsi:type="dcterms:W3CDTF">2026-06-25T02:20:15Z</dcterms:modified>
</cp:coreProperties>
</file>