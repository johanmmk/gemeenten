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5.xlsx"/></Relationships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ding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Edingen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EDINGEN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Edingen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1.157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Edingen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Edingen,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parkings · 1.157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johanmmk.github.io/gemeenten/Kaart_bedrijfsparkings_Edingen.html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Edingen.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1.157 auto’s op 41 slimme parkings in Edingen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HOVES 70 (70 kV), 0.2 km van Edingen.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Edingen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HOVES 70 (70 kV) — dichtste kopstation bij Edingen, op ± 0.2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Edingen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Edingen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Edingen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Edingen</dc:title>
  <dc:subject>PptxGenJS Presentation</dc:subject>
  <dc:creator>Fluctus</dc:creator>
  <cp:lastModifiedBy>Fluctus</cp:lastModifiedBy>
  <cp:revision>1</cp:revision>
  <dcterms:created xsi:type="dcterms:W3CDTF">2026-06-25T00:56:07Z</dcterms:created>
  <dcterms:modified xsi:type="dcterms:W3CDTF">2026-06-25T00:56:07Z</dcterms:modified>
</cp:coreProperties>
</file>