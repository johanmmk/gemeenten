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0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0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5.xlsx"/></Relationships>
</file>

<file path=ppt/charts/chart10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31</c:v>
                </c:pt>
                <c:pt idx="1">
                  <c:v>63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Edingen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05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Edingen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EDINGEN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Edingen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1.157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Edingen</a:t>
            </a:r>
            <a:pPr indent="0" marL="0">
              <a:buNone/>
            </a:pP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1.157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€ 1,74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€ 3,47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1.157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€ 1,74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1.157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€ 3,47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Edingen,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 parkings · 1.157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johanmmk.github.io/gemeenten/Kaart_bedrijfsparkings_Edingen.html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Edingen.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1.157 auto’s op 41 slimme parkings in Edingen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31% naar 63%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HOVES 70 (70 kV), 0.2 km van Edingen.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Edingen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HOVES 70 (70 kV) — dichtste kopstation bij Edingen, op ± 0.2 km.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Edingen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Edingen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Edingen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Edingen</dc:title>
  <dc:subject>PptxGenJS Presentation</dc:subject>
  <dc:creator>Fluctus</dc:creator>
  <cp:lastModifiedBy>Fluctus</cp:lastModifiedBy>
  <cp:revision>1</cp:revision>
  <dcterms:created xsi:type="dcterms:W3CDTF">2026-06-23T23:49:47Z</dcterms:created>
  <dcterms:modified xsi:type="dcterms:W3CDTF">2026-06-23T23:49:47Z</dcterms:modified>
</cp:coreProperties>
</file>