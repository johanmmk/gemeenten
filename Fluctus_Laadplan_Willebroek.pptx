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4.xlsx"/></Relationships>
</file>

<file path=ppt/charts/chart4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illebro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Willebroek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WILLEBROEK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Willebroek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7.494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Willebroek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Willebroek,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parkings · 7.494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johanmmk.github.io/gemeenten/Kaart_bedrijfsparkings_Willebroek.html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Willebroek.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2.226 auto’s op 59 slimme parkings in Willebroek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TISLT 70 (70 kV), 3.1 km van Willebroek.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Willebroek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TISLT 70 (70 kV) — dichtste kopstation bij Willebroek, op ± 3.1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Willebroek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Willebroek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Willebroek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Willebroek</dc:title>
  <dc:subject>PptxGenJS Presentation</dc:subject>
  <dc:creator>Fluctus</dc:creator>
  <cp:lastModifiedBy>Fluctus</cp:lastModifiedBy>
  <cp:revision>1</cp:revision>
  <dcterms:created xsi:type="dcterms:W3CDTF">2026-06-24T03:20:38Z</dcterms:created>
  <dcterms:modified xsi:type="dcterms:W3CDTF">2026-06-24T03:20:38Z</dcterms:modified>
</cp:coreProperties>
</file>