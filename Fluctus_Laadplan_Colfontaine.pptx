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7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1.xlsx"/></Relationships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Colfontai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7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Colfontaine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COLFONTAINE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Colfontaine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4.900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Colfontaine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€ 7,35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€ 14,70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€ 7,35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€ 14,70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Colfontaine,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 parkings · 4.900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johanmmk.github.io/gemeenten/Kaart_bedrijfsparkings_Colfontaine.html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Colfontaine.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633 auto’s op 20 slimme parkings in Colfontaine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PATUR 70 (70 kV), 1.1 km van Colfontaine.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Colfontaine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PATUR 70 (70 kV) — dichtste kopstation bij Colfontaine, op ± 1.1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Colfontaine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Colfontaine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Colfontaine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Colfontaine</dc:title>
  <dc:subject>PptxGenJS Presentation</dc:subject>
  <dc:creator>Fluctus</dc:creator>
  <cp:lastModifiedBy>Fluctus</cp:lastModifiedBy>
  <cp:revision>1</cp:revision>
  <dcterms:created xsi:type="dcterms:W3CDTF">2026-06-25T00:38:06Z</dcterms:created>
  <dcterms:modified xsi:type="dcterms:W3CDTF">2026-06-25T00:38:06Z</dcterms:modified>
</cp:coreProperties>
</file>