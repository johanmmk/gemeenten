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ochol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Bocholt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BOCHOLT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Bocholt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9.451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Bocholt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9.451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€ 14,18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€ 28,35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9.451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€ 14,18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9.451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€ 28,35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Bocholt,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284 parkings · 9.451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johanmmk.github.io/gemeenten/Kaart_bedrijfsparkings_Bocholt.html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Bocholt.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7.320 auto’s op 226 slimme parkings in Bocholt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GERDI 70 (70 kV), 4.8 km van Bocholt.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Bocholt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GERDI 70 (70 kV) — dichtste kopstation bij Bocholt, op ± 4.8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Bocholt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Bocholt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Bocholt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Bocholt</dc:title>
  <dc:subject>PptxGenJS Presentation</dc:subject>
  <dc:creator>Fluctus</dc:creator>
  <cp:lastModifiedBy>Fluctus</cp:lastModifiedBy>
  <cp:revision>1</cp:revision>
  <dcterms:created xsi:type="dcterms:W3CDTF">2026-06-25T00:16:13Z</dcterms:created>
  <dcterms:modified xsi:type="dcterms:W3CDTF">2026-06-25T00:16:13Z</dcterms:modified>
</cp:coreProperties>
</file>