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2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2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25.xlsx"/></Relationships>
</file>

<file path=ppt/charts/chart3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85</c:v>
                </c:pt>
                <c:pt idx="1">
                  <c:v>85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Nieuwerkerken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25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Nieuwerkerken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NIEUWERKERKEN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Nieuwerkerken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2.904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Nieuwerkerken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+ 57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2.904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€ 4,36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€ 8,71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2.904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€ 4,36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2.904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€ 8,71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Nieuwerkerken,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 parkings · 2.904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johanmmk.github.io/gemeenten/Kaart_bedrijfsparkings_Nieuwerkerken.html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Nieuwerkerken.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612 auto’s op 20 slimme parkings in Nieuwerkerken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85% naar 85%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ALKEN 70 (70 kV), 6.2 km van Nieuwerkerken.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Nieuwerkerken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ALKEN 70 (70 kV) — dichtste kopstation bij Nieuwerkerken, op ± 6.2 km. Flex ≈ 0 MW (11 kW/wagen + 10 kW batterij) op 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Nieuwerkerken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Nieuwerkerken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Nieuwerkerken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Nieuwerkerken</dc:title>
  <dc:subject>PptxGenJS Presentation</dc:subject>
  <dc:creator>Fluctus</dc:creator>
  <cp:lastModifiedBy>Fluctus</cp:lastModifiedBy>
  <cp:revision>1</cp:revision>
  <dcterms:created xsi:type="dcterms:W3CDTF">2026-06-24T01:42:54Z</dcterms:created>
  <dcterms:modified xsi:type="dcterms:W3CDTF">2026-06-24T01:42:54Z</dcterms:modified>
</cp:coreProperties>
</file>