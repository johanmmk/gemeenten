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507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50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7.xlsx"/></Relationships>
</file>

<file path=ppt/charts/chart50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Ans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507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Ans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ANS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Ans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9.688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Ans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+ 151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9.688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€ 14,53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€ 29,06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9.688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€ 14,53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9.688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€ 29,06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Ans,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216 parkings · 9.688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johanmmk.github.io/gemeenten/Kaart_bedrijfsparkings_Ans.html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3" name="Shape 9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6" name="Shape 11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19" name="Text 13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0" name="Text 14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Ans.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3.383 auto’s op 65 slimme parkings in Ans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ANS 150 (150 kV), 3.1 km van Ans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Ans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ANS 150 (150 kV) — dichtste kopstation bij Ans, op ± 3.1 km (laagste load van de cluster &lt;5 km). Flex ≈ 35 MW (11 kW/wagen + 10 kW batterij) op 175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Ans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Ans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Ans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Ans</dc:title>
  <dc:subject>PptxGenJS Presentation</dc:subject>
  <dc:creator>Fluctus</dc:creator>
  <cp:lastModifiedBy>Fluctus</cp:lastModifiedBy>
  <cp:revision>1</cp:revision>
  <dcterms:created xsi:type="dcterms:W3CDTF">2026-06-24T03:50:15Z</dcterms:created>
  <dcterms:modified xsi:type="dcterms:W3CDTF">2026-06-24T03:50:15Z</dcterms:modified>
</cp:coreProperties>
</file>