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1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4.xlsx"/></Relationships>
</file>

<file path=ppt/charts/chart2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eldenak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1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Geldenaken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GELDENAKEN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Geldenaken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2.171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Geldenaken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2.171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€ 3,26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€ 6,51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€ 3,26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€ 6,51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Geldenaken,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 parkings · 2.171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johanmmk.github.io/gemeenten/Kaart_bedrijfsparkings_Geldenaken.html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Geldenaken.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2.171 auto’s op 106 slimme parkings in Geldenaken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TIENE150 (150 kV), 10.7 km van Geldenaken.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Geldenaken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TIENE150 (150 kV) — dichtste kopstation bij Geldenaken, op ± 10.7 km.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Geldenaken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Geldenaken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Geldenaken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Geldenaken</dc:title>
  <dc:subject>PptxGenJS Presentation</dc:subject>
  <dc:creator>Fluctus</dc:creator>
  <cp:lastModifiedBy>Fluctus</cp:lastModifiedBy>
  <cp:revision>1</cp:revision>
  <dcterms:created xsi:type="dcterms:W3CDTF">2026-06-24T00:51:08Z</dcterms:created>
  <dcterms:modified xsi:type="dcterms:W3CDTF">2026-06-24T00:51:08Z</dcterms:modified>
</cp:coreProperties>
</file>