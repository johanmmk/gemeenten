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1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4.xlsx"/></Relationships>
</file>

<file path=ppt/charts/chart3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58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oorsled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1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Moorslede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MOORSLEDE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Moorslede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4.327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Moorslede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4.327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€ 6,49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€ 12,98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4.327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€ 6,49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4.327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€ 12,98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Moorslede,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parkings · 4.327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johanmmk.github.io/gemeenten/Kaart_bedrijfsparkings_Moorslede.html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Moorslede.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1.219 auto’s op 39 slimme parkings in Moorslede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58%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WVLGM150 (150 kV), 9.6 km van Moorslede.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Moorslede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WVLGM150 (150 kV) — dichtste kopstation bij Moorslede, op ± 9.6 km. Flex ≈ 25.6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Moorslede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Moorslede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Moorslede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Moorslede</dc:title>
  <dc:subject>PptxGenJS Presentation</dc:subject>
  <dc:creator>Fluctus</dc:creator>
  <cp:lastModifiedBy>Fluctus</cp:lastModifiedBy>
  <cp:revision>1</cp:revision>
  <dcterms:created xsi:type="dcterms:W3CDTF">2026-06-24T01:39:22Z</dcterms:created>
  <dcterms:modified xsi:type="dcterms:W3CDTF">2026-06-24T01:39:22Z</dcterms:modified>
</cp:coreProperties>
</file>