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5.xlsx"/></Relationships>
</file>

<file path=ppt/charts/chart2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bb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LOBBES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Lobbes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1.762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Lobbes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Lobbes,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parkings · 1.762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johanmmk.github.io/gemeenten/Kaart_bedrijfsparkings_Lobbes.html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Lobbes.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 auto’s op 15 slimme parkings in Lobbes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LOBBE 70 (70 kV), 1.5 km van Lobbes.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Lobbes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LOBBE 70 (70 kV) — dichtste kopstation bij Lobbes, op ± 1.5 km. Flex ≈ 5.2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Lobbes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Lobbes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Lobbes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Lobbes</dc:title>
  <dc:subject>PptxGenJS Presentation</dc:subject>
  <dc:creator>Fluctus</dc:creator>
  <cp:lastModifiedBy>Fluctus</cp:lastModifiedBy>
  <cp:revision>1</cp:revision>
  <dcterms:created xsi:type="dcterms:W3CDTF">2026-06-25T02:26:03Z</dcterms:created>
  <dcterms:modified xsi:type="dcterms:W3CDTF">2026-06-25T02:26:03Z</dcterms:modified>
</cp:coreProperties>
</file>