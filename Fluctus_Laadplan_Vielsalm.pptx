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5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5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56.xlsx"/></Relationships>
</file>

<file path=ppt/charts/chart4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Vielsal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5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Vielsalm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VIELSALM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Vielsalm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1.171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Vielsalm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1.171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€ 3,51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1.171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1.171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€ 3,51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Vielsalm,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parkings · 1.171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johanmmk.github.io/gemeenten/Kaart_bedrijfsparkings_Vielsalm.html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Vielsalm.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733 auto’s op 24 slimme parkings in Vielsalm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CIERR 70 (70 kV), 3.5 km van Vielsalm.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Vielsalm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CIERR 70 (70 kV) — dichtste kopstation bij Vielsalm, op ± 3.5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Vielsalm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Vielsalm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Vielsalm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Vielsalm</dc:title>
  <dc:subject>PptxGenJS Presentation</dc:subject>
  <dc:creator>Fluctus</dc:creator>
  <cp:lastModifiedBy>Fluctus</cp:lastModifiedBy>
  <cp:revision>1</cp:revision>
  <dcterms:created xsi:type="dcterms:W3CDTF">2026-06-24T03:08:04Z</dcterms:created>
  <dcterms:modified xsi:type="dcterms:W3CDTF">2026-06-24T03:08:04Z</dcterms:modified>
</cp:coreProperties>
</file>