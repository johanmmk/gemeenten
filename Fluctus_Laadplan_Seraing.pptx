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3.xlsx"/></Relationships>
</file>

<file path=ppt/charts/chart4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erain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SERAING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Seraing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12.916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Seraing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+ 165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12.916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€ 19,37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€ 38,75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€ 19,37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€ 38,75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Seraing,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426 parkings · 12.916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johanmmk.github.io/gemeenten/Kaart_bedrijfsparkings_Seraing.html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Seraing.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6.320 auto’s op 261 slimme parkings in Seraing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SART 70 (70 kV), 3.3 km van Seraing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Seraing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SART 70 (70 kV) — dichtste kopstation bij Seraing, op ± 3.3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Seraing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Seraing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Seraing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Seraing</dc:title>
  <dc:subject>PptxGenJS Presentation</dc:subject>
  <dc:creator>Fluctus</dc:creator>
  <cp:lastModifiedBy>Fluctus</cp:lastModifiedBy>
  <cp:revision>1</cp:revision>
  <dcterms:created xsi:type="dcterms:W3CDTF">2026-06-24T02:12:50Z</dcterms:created>
  <dcterms:modified xsi:type="dcterms:W3CDTF">2026-06-24T02:12:50Z</dcterms:modified>
</cp:coreProperties>
</file>