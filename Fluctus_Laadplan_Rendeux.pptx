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5.xlsx"/></Relationships>
</file>

<file path=ppt/charts/chart3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endeux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Rendeux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RENDEUX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Rendeux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477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Rendeux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Rendeux,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parkings · 477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johanmmk.github.io/gemeenten/Kaart_bedrijfsparkings_Rendeux.html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Rendeux.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 auto’s op 9 slimme parkings in Rendeux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MARCO 70 (70 kV), 2.4 km van Rendeux.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Rendeux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MARCO 70 (70 kV) — dichtste kopstation bij Rendeux, op ± 2.4 km. Flex ≈ 3.8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Rendeux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Rendeux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Rendeux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Rendeux</dc:title>
  <dc:subject>PptxGenJS Presentation</dc:subject>
  <dc:creator>Fluctus</dc:creator>
  <cp:lastModifiedBy>Fluctus</cp:lastModifiedBy>
  <cp:revision>1</cp:revision>
  <dcterms:created xsi:type="dcterms:W3CDTF">2026-06-24T01:58:29Z</dcterms:created>
  <dcterms:modified xsi:type="dcterms:W3CDTF">2026-06-24T01:58:29Z</dcterms:modified>
</cp:coreProperties>
</file>