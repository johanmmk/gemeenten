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5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5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4.xlsx"/></Relationships>
</file>

<file path=ppt/charts/chart2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</c:v>
                </c:pt>
                <c:pt idx="1">
                  <c:v>39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enni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5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Lennik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LENNIK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Lennik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1.862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Lennik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1.862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€ 2,79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€ 5,59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1.862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€ 2,79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1.862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€ 5,59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Lennik,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parkings · 1.862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johanmmk.github.io/gemeenten/Kaart_bedrijfsparkings_Lennik.html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Lennik.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 auto’s op 13 slimme parkings in Lennik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36% naar 39%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BRUEG150 (150 kV), 9.2 km van Lennik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Lennik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BRUEG150 (150 kV) — dichtste kopstation bij Lennik, op ± 9.2 km (laagste load van de cluster &lt;5 km). Flex ≈ 5.7 MW (11 kW/wagen + 10 kW batterij) op 300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Lennik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Lennik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Lennik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Lennik</dc:title>
  <dc:subject>PptxGenJS Presentation</dc:subject>
  <dc:creator>Fluctus</dc:creator>
  <cp:lastModifiedBy>Fluctus</cp:lastModifiedBy>
  <cp:revision>1</cp:revision>
  <dcterms:created xsi:type="dcterms:W3CDTF">2026-06-24T01:11:19Z</dcterms:created>
  <dcterms:modified xsi:type="dcterms:W3CDTF">2026-06-24T01:11:19Z</dcterms:modified>
</cp:coreProperties>
</file>