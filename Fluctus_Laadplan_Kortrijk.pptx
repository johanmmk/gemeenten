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3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5.xlsx"/></Relationships>
</file>

<file path=ppt/charts/chart2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ortrij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3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Kortrijk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KORTRIJK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Kortrijk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21.572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Kortrijk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+ 357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21.572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€ 32,36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€ 64,72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21.572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€ 32,36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21.572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€ 64,72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Kortrijk,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561 parkings · 21.572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johanmmk.github.io/gemeenten/Kaart_bedrijfsparkings_Kortrijk.html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Kortrijk.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7.217 auto’s op 204 slimme parkings in Kortrijk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HAREL 36 (36 kV), 8.4 km van Kortrijk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Kortrijk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HAREL 36 (36 kV) — dichtste kopstation bij Kortrijk, op ± 8.4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Kortrijk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Kortrijk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Kortrijk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Kortrijk</dc:title>
  <dc:subject>PptxGenJS Presentation</dc:subject>
  <dc:creator>Fluctus</dc:creator>
  <cp:lastModifiedBy>Fluctus</cp:lastModifiedBy>
  <cp:revision>1</cp:revision>
  <dcterms:created xsi:type="dcterms:W3CDTF">2026-06-25T02:12:41Z</dcterms:created>
  <dcterms:modified xsi:type="dcterms:W3CDTF">2026-06-25T02:12:41Z</dcterms:modified>
</cp:coreProperties>
</file>