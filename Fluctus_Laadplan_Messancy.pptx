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4.xlsx"/></Relationships>
</file>

<file path=ppt/charts/chart3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ssanc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Messancy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MESSANCY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Messancy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4.355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Messancy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Messancy,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parkings · 4.355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johanmmk.github.io/gemeenten/Kaart_bedrijfsparkings_Messancy.html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Messancy.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 auto’s op 20 slimme parkings in Messancy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AUBAN220 (220 kV), 5.8 km van Messancy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Messancy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AUBAN220 (220 kV) — dichtste kopstation bij Messancy, op ± 5.8 km (laagste load van de cluster &lt;5 km). Flex ≈ 20.3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Messancy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Messancy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Messancy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Messancy</dc:title>
  <dc:subject>PptxGenJS Presentation</dc:subject>
  <dc:creator>Fluctus</dc:creator>
  <cp:lastModifiedBy>Fluctus</cp:lastModifiedBy>
  <cp:revision>1</cp:revision>
  <dcterms:created xsi:type="dcterms:W3CDTF">2026-06-24T01:33:05Z</dcterms:created>
  <dcterms:modified xsi:type="dcterms:W3CDTF">2026-06-24T01:33:05Z</dcterms:modified>
</cp:coreProperties>
</file>