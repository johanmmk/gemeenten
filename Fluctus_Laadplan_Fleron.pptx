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4.xlsx"/></Relationships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er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Fléron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FLÉRON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Fléron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Fléron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Fléron,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parkings · 3.990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johanmmk.github.io/gemeenten/Kaart_bedrijfsparkings_Fleron.html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Fléron.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954 auto’s op 24 slimme parkings in Fléron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ROMSE220 (220 kV), 1.4 km van Fléron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Fléron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ROMSE220 (220 kV) — dichtste kopstation bij Fléron, op ± 1.4 km (laagste load van de cluster &lt;5 km). Flex ≈ 20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Fléron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Fléron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Fléron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Fléron</dc:title>
  <dc:subject>PptxGenJS Presentation</dc:subject>
  <dc:creator>Fluctus</dc:creator>
  <cp:lastModifiedBy>Fluctus</cp:lastModifiedBy>
  <cp:revision>1</cp:revision>
  <dcterms:created xsi:type="dcterms:W3CDTF">2026-06-25T01:03:53Z</dcterms:created>
  <dcterms:modified xsi:type="dcterms:W3CDTF">2026-06-25T01:03:53Z</dcterms:modified>
</cp:coreProperties>
</file>