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5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9.xlsx"/></Relationships>
</file>

<file path=ppt/charts/chart4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</c:v>
                </c:pt>
                <c:pt idx="1">
                  <c:v>44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ilvoor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5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Vilvoorde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VILVOORDE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Vilvoorde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13.549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Vilvoorde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+ 341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13.549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€ 20,32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€ 40,65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13.549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€ 20,32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13.549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€ 40,65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Vilvoorde,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341 parkings · 13.549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johanmmk.github.io/gemeenten/Kaart_bedrijfsparkings_Vilvoorde.html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Vilvoorde.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Vilvoorde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44% naar 44%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HARYD 36 (36 kV), 4.3 km van Vilvoorde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Vilvoorde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HARYD 36 (36 kV) — dichtste kopstation bij Vilvoorde, op ± 4.3 km (laagste load van de cluster &lt;5 km). Flex ≈ 0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Vilvoorde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Vilvoorde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Vilvoorde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Vilvoorde</dc:title>
  <dc:subject>PptxGenJS Presentation</dc:subject>
  <dc:creator>Fluctus</dc:creator>
  <cp:lastModifiedBy>Fluctus</cp:lastModifiedBy>
  <cp:revision>1</cp:revision>
  <dcterms:created xsi:type="dcterms:W3CDTF">2026-06-24T03:09:50Z</dcterms:created>
  <dcterms:modified xsi:type="dcterms:W3CDTF">2026-06-24T03:09:50Z</dcterms:modified>
</cp:coreProperties>
</file>