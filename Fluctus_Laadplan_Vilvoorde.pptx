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0.xlsx"/></Relationships>
</file>

<file path=ppt/charts/chart4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ilvoor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Vilvoorde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VILVOORDE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Vilvoorde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13.667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Vilvoorde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13.667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€ 20,50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€ 41,00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13.667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€ 20,50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13.667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€ 41,00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Vilvoorde,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339 parkings · 13.667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johanmmk.github.io/gemeenten/Kaart_bedrijfsparkings_Vilvoorde.html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Vilvoorde.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3.590 auto’s op 80 slimme parkings in Vilvoorde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44% naar 69%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HARYD 36 (36 kV), 4.3 km van Vilvoorde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Vilvoorde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HARYD 36 (36 kV) — dichtste kopstation bij Vilvoorde, op ± 4.3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Vilvoorde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Vilvoorde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Vilvoorde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Vilvoorde</dc:title>
  <dc:subject>PptxGenJS Presentation</dc:subject>
  <dc:creator>Fluctus</dc:creator>
  <cp:lastModifiedBy>Fluctus</cp:lastModifiedBy>
  <cp:revision>1</cp:revision>
  <dcterms:created xsi:type="dcterms:W3CDTF">2026-06-25T03:44:07Z</dcterms:created>
  <dcterms:modified xsi:type="dcterms:W3CDTF">2026-06-25T03:44:07Z</dcterms:modified>
</cp:coreProperties>
</file>