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6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6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4.xlsx"/></Relationships>
</file>

<file path=ppt/charts/chart2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iedekerk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6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Liedekerke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LIEDEKERKE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Liedekerke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2.335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Liedekerke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2.335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€ 3,50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€ 7,00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2.335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€ 3,50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2.335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€ 7,00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Liedekerke,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parkings · 2.335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johanmmk.github.io/gemeenten/Kaart_bedrijfsparkings_Liedekerke.html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Liedekerke.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295 auto’s op 12 slimme parkings in Liedekerke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ESSNE 70 (70 kV), 3.9 km van Liedekerke.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Liedekerke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ESSNE 70 (70 kV) — dichtste kopstation bij Liedekerke, op ± 3.9 km. Flex ≈ 6.2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Liedekerke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+69%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Liedekerke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+69%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Liedekerke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Liedekerke</dc:title>
  <dc:subject>PptxGenJS Presentation</dc:subject>
  <dc:creator>Fluctus</dc:creator>
  <cp:lastModifiedBy>Fluctus</cp:lastModifiedBy>
  <cp:revision>1</cp:revision>
  <dcterms:created xsi:type="dcterms:W3CDTF">2026-06-25T02:22:21Z</dcterms:created>
  <dcterms:modified xsi:type="dcterms:W3CDTF">2026-06-25T02:22:21Z</dcterms:modified>
</cp:coreProperties>
</file>