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9.xlsx"/></Relationships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iepen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Diepenbeek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DIEPENBEEK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Diepenbeek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10.100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Diepenbeek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€ 30,30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€ 30,30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Diepenbeek,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 parkings · 10.100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johanmmk.github.io/gemeenten/Kaart_bedrijfsparkings_Diepenbeek.html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Diepenbeek.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1.286 auto’s op 58 slimme parkings in Diepenbeek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GODSH 70 (70 kV), 3.4 km van Diepenbeek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Diepenbeek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GODSH 70 (70 kV) — dichtste kopstation bij Diepenbeek, op ± 3.4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Diepenbeek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Diepenbeek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Diepenbeek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Diepenbeek</dc:title>
  <dc:subject>PptxGenJS Presentation</dc:subject>
  <dc:creator>Fluctus</dc:creator>
  <cp:lastModifiedBy>Fluctus</cp:lastModifiedBy>
  <cp:revision>1</cp:revision>
  <dcterms:created xsi:type="dcterms:W3CDTF">2026-06-25T00:48:25Z</dcterms:created>
  <dcterms:modified xsi:type="dcterms:W3CDTF">2026-06-25T00:48:25Z</dcterms:modified>
</cp:coreProperties>
</file>