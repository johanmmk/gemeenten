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1.xlsx"/></Relationships>
</file>

<file path=ppt/charts/chart1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moi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Hamoir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HAMOIR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Hamoir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1.340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Hamoir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Hamoir,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parkings · 1.340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johanmmk.github.io/gemeenten/Kaart_bedrijfsparkings_Hamoir.html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Hamoir.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auto’s op 5 slimme parkings in Hamoir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ANTHI 70 (70 kV), 3.9 km van Hamoir.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Hamoir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ANTHI 70 (70 kV) — dichtste kopstation bij Hamoir, op ± 3.9 km. Flex ≈ 2.7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Hamoir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Hamoir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Hamoir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Hamoir</dc:title>
  <dc:subject>PptxGenJS Presentation</dc:subject>
  <dc:creator>Fluctus</dc:creator>
  <cp:lastModifiedBy>Fluctus</cp:lastModifiedBy>
  <cp:revision>1</cp:revision>
  <dcterms:created xsi:type="dcterms:W3CDTF">2026-06-25T01:33:35Z</dcterms:created>
  <dcterms:modified xsi:type="dcterms:W3CDTF">2026-06-25T01:33:35Z</dcterms:modified>
</cp:coreProperties>
</file>