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5.xlsx"/></Relationships>
</file>

<file path=ppt/charts/chart4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vry_Ranc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Sivry-Rance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SIVRY-RANCE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Sivry-Rance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Sivry-Rance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Sivry-Rance,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parkings · 263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johanmmk.github.io/gemeenten/Kaart_bedrijfsparkings_Sivry_Rance.html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Sivry-Rance.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 auto’s op 7 slimme parkings in Sivry-Rance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SOLRE 70 (70 kV), 6.6 km van Sivry-Rance.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Sivry-Rance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SOLRE 70 (70 kV) — dichtste kopstation bij Sivry-Rance, op ± 6.6 km. Flex ≈ 4.7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Sivry-Rance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Sivry-Rance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Sivry-Rance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Sivry-Rance</dc:title>
  <dc:subject>PptxGenJS Presentation</dc:subject>
  <dc:creator>Fluctus</dc:creator>
  <cp:lastModifiedBy>Fluctus</cp:lastModifiedBy>
  <cp:revision>1</cp:revision>
  <dcterms:created xsi:type="dcterms:W3CDTF">2026-06-25T03:31:46Z</dcterms:created>
  <dcterms:modified xsi:type="dcterms:W3CDTF">2026-06-25T03:31:46Z</dcterms:modified>
</cp:coreProperties>
</file>