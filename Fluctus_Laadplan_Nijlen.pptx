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7.xlsx"/></Relationships>
</file>

<file path=ppt/charts/chart3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ij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Nijlen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NIJLEN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Nijlen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3.987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Nijlen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Nijlen,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parkings · 3.987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johanmmk.github.io/gemeenten/Kaart_bedrijfsparkings_Nijlen.html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Nijlen.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Nijlen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MASSE150 (150 kV), 5.7 km van Nijlen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Nijlen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MASSE150 (150 kV) — dichtste kopstation bij Nijlen, op ± 5.7 km (laagste load van de cluster &lt;5 km).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Nijlen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Nijlen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Nijlen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Nijlen</dc:title>
  <dc:subject>PptxGenJS Presentation</dc:subject>
  <dc:creator>Fluctus</dc:creator>
  <cp:lastModifiedBy>Fluctus</cp:lastModifiedBy>
  <cp:revision>1</cp:revision>
  <dcterms:created xsi:type="dcterms:W3CDTF">2026-06-24T01:46:17Z</dcterms:created>
  <dcterms:modified xsi:type="dcterms:W3CDTF">2026-06-24T01:46:17Z</dcterms:modified>
</cp:coreProperties>
</file>