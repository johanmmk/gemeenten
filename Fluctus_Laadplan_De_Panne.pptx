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6.xlsx"/></Relationships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e_Pan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Panne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DE PANNE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De Panne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2.298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De Panne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€ 6,89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De Panne,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parkings · 2.298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johanmmk.github.io/gemeenten/Kaart_bedrijfsparkings_De_Panne.html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De Panne.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 auto’s op 24 slimme parkings in De Panne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50%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KOKSI150 (150 kV), 6.5 km van De Panne.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De Panne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KOKSI150 (150 kV) — dichtste kopstation bij De Panne, op ± 6.5 km. Flex ≈ 16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De Panne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De Panne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De Panne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De Panne</dc:title>
  <dc:subject>PptxGenJS Presentation</dc:subject>
  <dc:creator>Fluctus</dc:creator>
  <cp:lastModifiedBy>Fluctus</cp:lastModifiedBy>
  <cp:revision>1</cp:revision>
  <dcterms:created xsi:type="dcterms:W3CDTF">2026-06-23T23:35:12Z</dcterms:created>
  <dcterms:modified xsi:type="dcterms:W3CDTF">2026-06-23T23:35:12Z</dcterms:modified>
</cp:coreProperties>
</file>