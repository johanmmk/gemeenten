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5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8.xlsx"/></Relationships>
</file>

<file path=ppt/charts/chart3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40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hilippevill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5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Philippeville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PHILIPPEVILLE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Philippeville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1.391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Philippeville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+ 25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1.391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1.391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€ 2,09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1.391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€ 4,17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Philippeville,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parkings · 1.391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johanmmk.github.io/gemeenten/Kaart_bedrijfsparkings_Philippeville.html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Philippeville.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395 auto’s op 18 slimme parkings in Philippeville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40%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NEUVI150 (150 kV), 5.2 km van Philippeville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Philippeville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NEUVI150 (150 kV) — dichtste kopstation bij Philippeville, op ± 5.2 km (laagste load van de cluster &lt;5 km). Flex ≈ 8.3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Philippeville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Philippeville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Philippeville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Philippeville</dc:title>
  <dc:subject>PptxGenJS Presentation</dc:subject>
  <dc:creator>Fluctus</dc:creator>
  <cp:lastModifiedBy>Fluctus</cp:lastModifiedBy>
  <cp:revision>1</cp:revision>
  <dcterms:created xsi:type="dcterms:W3CDTF">2026-06-24T01:55:00Z</dcterms:created>
  <dcterms:modified xsi:type="dcterms:W3CDTF">2026-06-24T01:55:00Z</dcterms:modified>
</cp:coreProperties>
</file>