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6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6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1.xlsx"/></Relationships>
</file>

<file path=ppt/charts/chart2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ibi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6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Libin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LIBIN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Libin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1.708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Libin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1.708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€ 2,56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€ 5,12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1.708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€ 2,56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1.708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€ 5,12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Libin,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parkings · 1.708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johanmmk.github.io/gemeenten/Kaart_bedrijfsparkings_Libin.html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Libin.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390 auto’s op 9 slimme parkings in Libin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FAYSV 70 (70 kV), 14.1 km van Libin.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Libin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FAYSV 70 (70 kV) — dichtste kopstation bij Libin, op ± 14.1 km. Flex ≈ 5.2 MW (11 kW/wagen + 10 kW batterij) op 26.1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Libin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Libin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Libin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Libin</dc:title>
  <dc:subject>PptxGenJS Presentation</dc:subject>
  <dc:creator>Fluctus</dc:creator>
  <cp:lastModifiedBy>Fluctus</cp:lastModifiedBy>
  <cp:revision>1</cp:revision>
  <dcterms:created xsi:type="dcterms:W3CDTF">2026-06-25T02:21:05Z</dcterms:created>
  <dcterms:modified xsi:type="dcterms:W3CDTF">2026-06-25T02:21:05Z</dcterms:modified>
</cp:coreProperties>
</file>