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2.xlsx"/></Relationships>
</file>

<file path=ppt/charts/chart4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outleeuw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Zoutleeuw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ZOUTLEEUW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Zoutleeuw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2.557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Zoutleeuw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2.557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Zoutleeuw,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parkings · 2.557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johanmmk.github.io/gemeenten/Kaart_bedrijfsparkings_Zoutleeuw.html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Zoutleeuw.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auto’s op 13 slimme parkings in Zoutleeuw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STRUI 70 (70 kV), 7.3 km van Zoutleeuw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Zoutleeuw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STRUI 70 (70 kV) — dichtste kopstation bij Zoutleeuw, op ± 7.3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Zoutleeuw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Zoutleeuw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Zoutleeuw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Zoutleeuw</dc:title>
  <dc:subject>PptxGenJS Presentation</dc:subject>
  <dc:creator>Fluctus</dc:creator>
  <cp:lastModifiedBy>Fluctus</cp:lastModifiedBy>
  <cp:revision>1</cp:revision>
  <dcterms:created xsi:type="dcterms:W3CDTF">2026-06-24T03:39:16Z</dcterms:created>
  <dcterms:modified xsi:type="dcterms:W3CDTF">2026-06-24T03:39:16Z</dcterms:modified>
</cp:coreProperties>
</file>