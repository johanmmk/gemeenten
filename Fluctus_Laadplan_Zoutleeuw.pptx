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493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49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93.xlsx"/></Relationships>
</file>

<file path=ppt/charts/chart49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85</c:v>
                </c:pt>
                <c:pt idx="1">
                  <c:v>85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Zoutleeuw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493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Zoutleeuw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ZOUTLEEUW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Zoutleeuw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2.557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Zoutleeuw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+ 53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2.557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€ 3,84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€ 7,67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2.557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€ 3,84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2.557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€ 7,67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Zoutleeuw,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 parkings · 2.557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johanmmk.github.io/gemeenten/Kaart_bedrijfsparkings_Zoutleeuw.html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07161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bestaande laadpunten: Departement Mobiliteit en Openbare Werken (Vlaanderen).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Zoutleeuw.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437 auto’s op 13 slimme parkings in Zoutleeuw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85% naar 85%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STRUI 70 (70 kV), 7.3 km van Zoutleeuw (laagste load van de cluster &lt;5 km).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Zoutleeuw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STRUI 70 (70 kV) — dichtste kopstation bij Zoutleeuw, op ± 7.3 km (laagste load van de cluster &lt;5 km). Flex ≈ 0 MW (11 kW/wagen + 10 kW batterij) op 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Zoutleeuw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Zoutleeuw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Zoutleeuw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Zoutleeuw</dc:title>
  <dc:subject>PptxGenJS Presentation</dc:subject>
  <dc:creator>Fluctus</dc:creator>
  <cp:lastModifiedBy>Fluctus</cp:lastModifiedBy>
  <cp:revision>1</cp:revision>
  <dcterms:created xsi:type="dcterms:W3CDTF">2026-06-25T03:54:14Z</dcterms:created>
  <dcterms:modified xsi:type="dcterms:W3CDTF">2026-06-25T03:54:14Z</dcterms:modified>
</cp:coreProperties>
</file>