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1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7.xlsx"/></Relationships>
</file>

<file path=ppt/charts/chart3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oeskro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1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Moeskroen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MOESKROEN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Moeskroen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9.987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Moeskroen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9.987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€ 14,98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€ 29,96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€ 14,98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€ 29,96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Moeskroen,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 parkings · 9.987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johanmmk.github.io/gemeenten/Kaart_bedrijfsparkings_Moeskroen.html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Moeskroen.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9.987 auto’s op 275 slimme parkings in Moeskroen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MOUSC150 (150 kV), 2.5 km van Moeskroen.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Moeskroen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MOUSC150 (150 kV) — dichtste kopstation bij Moeskroen, op ± 2.5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Moeskroen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Moeskroen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Moeskroen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Moeskroen</dc:title>
  <dc:subject>PptxGenJS Presentation</dc:subject>
  <dc:creator>Fluctus</dc:creator>
  <cp:lastModifiedBy>Fluctus</cp:lastModifiedBy>
  <cp:revision>1</cp:revision>
  <dcterms:created xsi:type="dcterms:W3CDTF">2026-06-24T01:39:51Z</dcterms:created>
  <dcterms:modified xsi:type="dcterms:W3CDTF">2026-06-24T01:39:51Z</dcterms:modified>
</cp:coreProperties>
</file>