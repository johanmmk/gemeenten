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4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3.xlsx"/></Relationships>
</file>

<file path=ppt/charts/chart3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udenbur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4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Oudenburg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OUDENBURG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Oudenburg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4.623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Oudenburg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4.623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€ 13,87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€ 13,87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Oudenburg,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parkings · 4.623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johanmmk.github.io/gemeenten/Kaart_bedrijfsparkings_Oudenburg.html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Oudenburg.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663 auto’s op 23 slimme parkings in Oudenburg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50%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SLYKE150 (150 kV), 5.3 km van Oudenburg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Oudenburg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SLYKE150 (150 kV) — dichtste kopstation bij Oudenburg, op ± 5.3 km (laagste load van de cluster &lt;5 km). Flex ≈ 13.9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Oudenburg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Oudenburg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Oudenburg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Oudenburg</dc:title>
  <dc:subject>PptxGenJS Presentation</dc:subject>
  <dc:creator>Fluctus</dc:creator>
  <cp:lastModifiedBy>Fluctus</cp:lastModifiedBy>
  <cp:revision>1</cp:revision>
  <dcterms:created xsi:type="dcterms:W3CDTF">2026-06-24T01:51:02Z</dcterms:created>
  <dcterms:modified xsi:type="dcterms:W3CDTF">2026-06-24T01:51:02Z</dcterms:modified>
</cp:coreProperties>
</file>