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9.xlsx"/></Relationships>
</file>

<file path=ppt/charts/chart4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Lievens_Hout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Sint-Lievens-Houtem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SINT-LIEVENS-HOUTEM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Sint-Lievens-Houtem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3.369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Sint-Lievens-Houtem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€ 5,05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€ 10,11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€ 5,05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€ 10,11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Sint-Lievens-Houtem,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parkings · 3.369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johanmmk.github.io/gemeenten/Kaart_bedrijfsparkings_Sint_Lievens_Houtem.html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Sint-Lievens-Houtem.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auto’s op 17 slimme parkings in Sint-Lievens-Houtem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ZOTGM 70 (70 kV), 7 km van Sint-Lievens-Houtem.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Sint-Lievens-Houtem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ZOTGM 70 (70 kV) — dichtste kopstation bij Sint-Lievens-Houtem, op ± 7 km. Flex ≈ 7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Sint-Lievens-Houtem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Sint-Lievens-Houtem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Sint-Lievens-Houtem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Sint-Lievens-Houtem</dc:title>
  <dc:subject>PptxGenJS Presentation</dc:subject>
  <dc:creator>Fluctus</dc:creator>
  <cp:lastModifiedBy>Fluctus</cp:lastModifiedBy>
  <cp:revision>1</cp:revision>
  <dcterms:created xsi:type="dcterms:W3CDTF">2026-06-24T02:19:37Z</dcterms:created>
  <dcterms:modified xsi:type="dcterms:W3CDTF">2026-06-24T02:19:37Z</dcterms:modified>
</cp:coreProperties>
</file>