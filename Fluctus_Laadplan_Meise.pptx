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9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9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8.xlsx"/></Relationships>
</file>

<file path=ppt/charts/chart29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eis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9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Meise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MEISE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Meise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6.976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Meise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+ 143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6.976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€ 10,46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€ 20,93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6.976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€ 10,46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6.976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€ 20,93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Meise,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179 parkings · 6.976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johanmmk.github.io/gemeenten/Kaart_bedrijfsparkings_Meise.html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Meise.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1.198 auto’s op 36 slimme parkings in Meise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MERCH 70 (70 kV), 6.5 km van Meise.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Meise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MERCH 70 (70 kV) — dichtste kopstation bij Meise, op ± 6.5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Meise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Meise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Meise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Meise</dc:title>
  <dc:subject>PptxGenJS Presentation</dc:subject>
  <dc:creator>Fluctus</dc:creator>
  <cp:lastModifiedBy>Fluctus</cp:lastModifiedBy>
  <cp:revision>1</cp:revision>
  <dcterms:created xsi:type="dcterms:W3CDTF">2026-06-25T02:33:52Z</dcterms:created>
  <dcterms:modified xsi:type="dcterms:W3CDTF">2026-06-25T02:33:52Z</dcterms:modified>
</cp:coreProperties>
</file>