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6.xlsx"/></Relationships>
</file>

<file path=ppt/charts/chart5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vel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Avelgem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AVELGEM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Avelgem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Avelgem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Avelgem,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parkings · 4.269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johanmmk.github.io/gemeenten/Kaart_bedrijfsparkings_Avelgem.html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Avelgem.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777 auto’s op 29 slimme parkings in Avelgem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2.7 km van Avelgem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Avelgem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Avelgem, op ± 2.7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Avelgem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Avelgem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Avelgem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Avelgem</dc:title>
  <dc:subject>PptxGenJS Presentation</dc:subject>
  <dc:creator>Fluctus</dc:creator>
  <cp:lastModifiedBy>Fluctus</cp:lastModifiedBy>
  <cp:revision>1</cp:revision>
  <dcterms:created xsi:type="dcterms:W3CDTF">2026-06-25T04:22:16Z</dcterms:created>
  <dcterms:modified xsi:type="dcterms:W3CDTF">2026-06-25T04:22:16Z</dcterms:modified>
</cp:coreProperties>
</file>