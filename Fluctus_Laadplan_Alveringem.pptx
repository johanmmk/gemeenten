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2.xlsx"/></Relationships>
</file>

<file path=ppt/charts/chart5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lverin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Alveringem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ALVERINGEM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Alveringem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1.372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Alveringem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Alveringem,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parkings · 1.372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johanmmk.github.io/gemeenten/Kaart_bedrijfsparkings_Alveringem.html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Alveringem.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 auto’s op 16 slimme parkings in Alveringem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KOKSI150 (150 kV), 15.3 km van Alveringem.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Alveringem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KOKSI150 (150 kV) — dichtste kopstation bij Alveringem, op ± 15.3 km. Flex ≈ 7.6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Alveringem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Alveringem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Alveringem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Alveringem</dc:title>
  <dc:subject>PptxGenJS Presentation</dc:subject>
  <dc:creator>Fluctus</dc:creator>
  <cp:lastModifiedBy>Fluctus</cp:lastModifiedBy>
  <cp:revision>1</cp:revision>
  <dcterms:created xsi:type="dcterms:W3CDTF">2026-06-25T03:56:57Z</dcterms:created>
  <dcterms:modified xsi:type="dcterms:W3CDTF">2026-06-25T03:56:57Z</dcterms:modified>
</cp:coreProperties>
</file>