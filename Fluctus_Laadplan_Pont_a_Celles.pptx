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6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6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2.xlsx"/></Relationships>
</file>

<file path=ppt/charts/chart3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57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Pont_a_Cell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6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Pont-à-Celles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PONT-À-CELLES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Pont-à-Celles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7.846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Pont-à-Celles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+ 186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7.846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€ 11,77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€ 23,54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€ 11,77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€ 23,54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Pont-à-Celles,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206 parkings · 7.846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johanmmk.github.io/gemeenten/Kaart_bedrijfsparkings_Pont_a_Celles.html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Pont-à-Celles.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428 auto’s op 20 slimme parkings in Pont-à-Celles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57%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GOUY 70 (70 kV), 5.2 km van Pont-à-Celles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Pont-à-Celles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GOUY 70 (70 kV) — dichtste kopstation bij Pont-à-Celles, op ± 5.2 km (laagste load van de cluster &lt;5 km). Flex ≈ 9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Pont-à-Celles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Pont-à-Celles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Pont-à-Celles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Pont-à-Celles</dc:title>
  <dc:subject>PptxGenJS Presentation</dc:subject>
  <dc:creator>Fluctus</dc:creator>
  <cp:lastModifiedBy>Fluctus</cp:lastModifiedBy>
  <cp:revision>1</cp:revision>
  <dcterms:created xsi:type="dcterms:W3CDTF">2026-06-25T03:12:59Z</dcterms:created>
  <dcterms:modified xsi:type="dcterms:W3CDTF">2026-06-25T03:12:59Z</dcterms:modified>
</cp:coreProperties>
</file>