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7.xlsx"/></Relationships>
</file>

<file path=ppt/charts/chart4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ien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TIENEN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Tienen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5.025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Tienen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Tienen,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parkings · 5.025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johanmmk.github.io/gemeenten/Kaart_bedrijfsparkings_Tienen.html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Tienen.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Tienen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33%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TIENE150 (150 kV), 1.8 km van Tienen.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Tienen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TIENE150 (150 kV) — dichtste kopstation bij Tienen, op ± 1.8 km.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Tienen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Tienen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Tienen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Tienen</dc:title>
  <dc:subject>PptxGenJS Presentation</dc:subject>
  <dc:creator>Fluctus</dc:creator>
  <cp:lastModifiedBy>Fluctus</cp:lastModifiedBy>
  <cp:revision>1</cp:revision>
  <dcterms:created xsi:type="dcterms:W3CDTF">2026-06-24T02:42:23Z</dcterms:created>
  <dcterms:modified xsi:type="dcterms:W3CDTF">2026-06-24T02:42:23Z</dcterms:modified>
</cp:coreProperties>
</file>