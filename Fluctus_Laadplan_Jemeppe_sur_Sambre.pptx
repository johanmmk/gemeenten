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2.xlsx"/></Relationships>
</file>

<file path=ppt/charts/chart2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Jemeppe_sur_Samb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Jemeppe-sur-Sambre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JEMEPPE-SUR-SAMBRE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Jemeppe-sur-Sambre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5.685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Jemeppe-sur-Sambre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5.685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€ 8,53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€ 17,05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€ 8,53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5.685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€ 17,05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Jemeppe-sur-Sambre,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 parkings · 5.685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johanmmk.github.io/gemeenten/Kaart_bedrijfsparkings_Jemeppe_sur_Sambre.html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Jemeppe-sur-Sambre.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1.599 auto’s op 38 slimme parkings in Jemeppe-sur-Sambre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AUVEL 70 (70 kV), 3.9 km van Jemeppe-sur-Sambre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Jemeppe-sur-Sambre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AUVEL 70 (70 kV) — dichtste kopstation bij Jemeppe-sur-Sambre, op ± 3.9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Jemeppe-sur-Sambre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Jemeppe-sur-Sambre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Jemeppe-sur-Sambre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Jemeppe-sur-Sambre</dc:title>
  <dc:subject>PptxGenJS Presentation</dc:subject>
  <dc:creator>Fluctus</dc:creator>
  <cp:lastModifiedBy>Fluctus</cp:lastModifiedBy>
  <cp:revision>1</cp:revision>
  <dcterms:created xsi:type="dcterms:W3CDTF">2026-06-24T00:50:39Z</dcterms:created>
  <dcterms:modified xsi:type="dcterms:W3CDTF">2026-06-24T00:50:39Z</dcterms:modified>
</cp:coreProperties>
</file>