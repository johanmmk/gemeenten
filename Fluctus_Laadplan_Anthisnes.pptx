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1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0.xlsx"/></Relationships>
</file>

<file path=ppt/charts/chart5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39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nthisn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1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Anthisnes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ANTHISNES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Anthisnes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765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Anthisnes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Anthisnes,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parkings · 765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johanmmk.github.io/gemeenten/Kaart_bedrijfsparkings_Anthisnes.html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Anthisnes.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 auto’s op 7 slimme parkings in Anthisnes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39%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ANTHI 70 (70 kV), 2.8 km van Anthisnes.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Anthisnes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ANTHI 70 (70 kV) — dichtste kopstation bij Anthisnes, op ± 2.8 km. Flex ≈ 2.4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Anthisnes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Anthisnes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Anthisnes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Anthisnes</dc:title>
  <dc:subject>PptxGenJS Presentation</dc:subject>
  <dc:creator>Fluctus</dc:creator>
  <cp:lastModifiedBy>Fluctus</cp:lastModifiedBy>
  <cp:revision>1</cp:revision>
  <dcterms:created xsi:type="dcterms:W3CDTF">2026-06-25T04:06:43Z</dcterms:created>
  <dcterms:modified xsi:type="dcterms:W3CDTF">2026-06-25T04:06:43Z</dcterms:modified>
</cp:coreProperties>
</file>