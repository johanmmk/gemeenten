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8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8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82.xlsx"/></Relationships>
</file>

<file path=ppt/charts/chart48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34</c:v>
                </c:pt>
                <c:pt idx="1">
                  <c:v>65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Yvoir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82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Yvoir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YVOIR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Yvoir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2.241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Yvoir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+ 23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2.241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€ 3,36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€ 6,72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2.241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€ 3,36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2.241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€ 6,72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Yvoir,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 parkings · 2.241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johanmmk.github.io/gemeenten/Kaart_bedrijfsparkings_Yvoir.html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Yvoir.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1.319 auto’s op 28 slimme parkings in Yvoir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34% naar 65%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DORIN 70 (70 kV), 3.8 km van Yvoir.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Yvoir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DORIN 70 (70 kV) — dichtste kopstation bij Yvoir, op ± 3.8 km.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Yvoir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+91%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Yvoir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+91%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Yvoir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Yvoir</dc:title>
  <dc:subject>PptxGenJS Presentation</dc:subject>
  <dc:creator>Fluctus</dc:creator>
  <cp:lastModifiedBy>Fluctus</cp:lastModifiedBy>
  <cp:revision>1</cp:revision>
  <dcterms:created xsi:type="dcterms:W3CDTF">2026-06-25T03:49:52Z</dcterms:created>
  <dcterms:modified xsi:type="dcterms:W3CDTF">2026-06-25T03:49:52Z</dcterms:modified>
</cp:coreProperties>
</file>