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0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8.xlsx"/></Relationships>
</file>

<file path=ppt/charts/chart2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lse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0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ELSENE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Elsene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36.399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Elsene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36.399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€ 54,60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€ 109,20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36.399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€ 54,60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36.399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€ 109,20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Elsene,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823 parkings · 36.399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johanmmk.github.io/gemeenten/Kaart_bedrijfsparkings_Elsene.html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Elsene.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36.399 auto’s op 823 slimme parkings in Elsene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IXELL150 (150 kV), 1.8 km van Elsene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Elsene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IXELL150 (150 kV) — dichtste kopstation bij Elsene, op ± 1.8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Elsene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Elsene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Elsene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Elsene</dc:title>
  <dc:subject>PptxGenJS Presentation</dc:subject>
  <dc:creator>Fluctus</dc:creator>
  <cp:lastModifiedBy>Fluctus</cp:lastModifiedBy>
  <cp:revision>1</cp:revision>
  <dcterms:created xsi:type="dcterms:W3CDTF">2026-06-25T01:59:30Z</dcterms:created>
  <dcterms:modified xsi:type="dcterms:W3CDTF">2026-06-25T01:59:30Z</dcterms:modified>
</cp:coreProperties>
</file>