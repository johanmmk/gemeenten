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1.xlsx"/></Relationships>
</file>

<file path=ppt/charts/chart2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aprij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Kaprijke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KAPRIJKE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Kaprijke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717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Kaprijke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Kaprijke,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parkings · 717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johanmmk.github.io/gemeenten/Kaart_bedrijfsparkings_Kaprijke.html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Kaprijke.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 auto’s op 11 slimme parkings in Kaprijke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EEKLO 36 (36 kV), 5.5 km van Kaprijke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Kaprijke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EEKLO 36 (36 kV) — dichtste kopstation bij Kaprijke, op ± 5.5 km (laagste load van de cluster &lt;5 km). Flex ≈ 7.7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Kaprijke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Kaprijke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Kaprijke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Kaprijke</dc:title>
  <dc:subject>PptxGenJS Presentation</dc:subject>
  <dc:creator>Fluctus</dc:creator>
  <cp:lastModifiedBy>Fluctus</cp:lastModifiedBy>
  <cp:revision>1</cp:revision>
  <dcterms:created xsi:type="dcterms:W3CDTF">2026-06-25T02:08:22Z</dcterms:created>
  <dcterms:modified xsi:type="dcterms:W3CDTF">2026-06-25T02:08:22Z</dcterms:modified>
</cp:coreProperties>
</file>