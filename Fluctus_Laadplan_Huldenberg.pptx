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0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1.xlsx"/></Relationships>
</file>

<file path=ppt/charts/chart2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uldenber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0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Huldenberg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HULDENBERG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Huldenberg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3.253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Huldenberg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€ 4,88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€ 9,76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Huldenberg,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parkings · 3.253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johanmmk.github.io/gemeenten/Kaart_bedrijfsparkings_Huldenberg.html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Huldenberg.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685 auto’s op 17 slimme parkings in Huldenberg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HULDN 36 (36 kV), 1.1 km van Huldenberg.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Huldenberg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HULDN 36 (36 kV) — dichtste kopstation bij Huldenberg, op ± 1.1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Huldenberg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Huldenberg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Huldenberg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Huldenberg</dc:title>
  <dc:subject>PptxGenJS Presentation</dc:subject>
  <dc:creator>Fluctus</dc:creator>
  <cp:lastModifiedBy>Fluctus</cp:lastModifiedBy>
  <cp:revision>1</cp:revision>
  <dcterms:created xsi:type="dcterms:W3CDTF">2026-06-24T00:47:59Z</dcterms:created>
  <dcterms:modified xsi:type="dcterms:W3CDTF">2026-06-24T00:47:59Z</dcterms:modified>
</cp:coreProperties>
</file>