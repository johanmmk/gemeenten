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4.xlsx"/></Relationships>
</file>

<file path=ppt/charts/chart2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44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rtenberg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4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Kortenberg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KORTENBERG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Kortenberg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3.634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Kortenberg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€ 5,45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3.634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€ 10,90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Kortenberg,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 parkings · 3.634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johanmmk.github.io/gemeenten/Kaart_bedrijfsparkings_Kortenberg.html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Kortenberg.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1.252 auto’s op 30 slimme parkings in Kortenberg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44% naar 69%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HARYD 36 (36 kV), 10.6 km van Kortenberg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Kortenberg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HARYD 36 (36 kV) — dichtste kopstation bij Kortenberg, op ± 10.6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Kortenberg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Kortenberg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+57%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Kortenberg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Kortenberg</dc:title>
  <dc:subject>PptxGenJS Presentation</dc:subject>
  <dc:creator>Fluctus</dc:creator>
  <cp:lastModifiedBy>Fluctus</cp:lastModifiedBy>
  <cp:revision>1</cp:revision>
  <dcterms:created xsi:type="dcterms:W3CDTF">2026-06-25T02:12:20Z</dcterms:created>
  <dcterms:modified xsi:type="dcterms:W3CDTF">2026-06-25T02:12:20Z</dcterms:modified>
</cp:coreProperties>
</file>