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2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9.xlsx"/></Relationships>
</file>

<file path=ppt/charts/chart2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58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Koekelberg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29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Koekelberg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KOEKELBERG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Koekelberg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11.549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Koekelberg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+ 270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11.549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276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€ 17,32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€ 34,65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11.549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€ 17,32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11.549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€ 34,65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Koekelberg,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276 parkings · 11.549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johanmmk.github.io/gemeenten/Kaart_bedrijfsparkings_Koekelberg.html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Koekelberg.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149 auto’s op 6 slimme parkings in Koekelberg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58%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JOSAP 36 (36 kV), 5.1 km van Koekelberg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Koekelberg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JOSAP 36 (36 kV) — dichtste kopstation bij Koekelberg, op ± 5.1 km (laagste load van de cluster &lt;5 km). Flex ≈ 3.1 MW (11 kW/wagen + 10 kW batterij) op 20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Koekelberg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+87%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Koekelberg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+87%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Koekelberg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Koekelberg</dc:title>
  <dc:subject>PptxGenJS Presentation</dc:subject>
  <dc:creator>Fluctus</dc:creator>
  <cp:lastModifiedBy>Fluctus</cp:lastModifiedBy>
  <cp:revision>1</cp:revision>
  <dcterms:created xsi:type="dcterms:W3CDTF">2026-06-25T02:11:01Z</dcterms:created>
  <dcterms:modified xsi:type="dcterms:W3CDTF">2026-06-25T02:11:01Z</dcterms:modified>
</cp:coreProperties>
</file>