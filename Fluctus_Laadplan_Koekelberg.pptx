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9.xlsx"/></Relationships>
</file>

<file path=ppt/charts/chart2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ekelbe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Koekelberg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KOEKELBERG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Koekelberg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11.549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Koekelberg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+ 270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Koekelberg,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parkings · 11.549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johanmmk.github.io/gemeenten/Kaart_bedrijfsparkings_Koekelberg.html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Koekelberg.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 auto’s op 6 slimme parkings in Koekelberg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5.1 km van Koekelberg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Koekelberg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Koekelberg, op ± 5.1 km (laagste load van de cluster &lt;5 km). Flex ≈ 3.1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Koekelberg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Koekelberg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Koekelberg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Koekelberg</dc:title>
  <dc:subject>PptxGenJS Presentation</dc:subject>
  <dc:creator>Fluctus</dc:creator>
  <cp:lastModifiedBy>Fluctus</cp:lastModifiedBy>
  <cp:revision>1</cp:revision>
  <dcterms:created xsi:type="dcterms:W3CDTF">2026-06-24T00:56:16Z</dcterms:created>
  <dcterms:modified xsi:type="dcterms:W3CDTF">2026-06-24T00:56:16Z</dcterms:modified>
</cp:coreProperties>
</file>