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5.xlsx"/></Relationships>
</file>

<file path=ppt/charts/chart5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der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Oudergem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OUDERGEM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Oudergem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18.926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Oudergem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€ 56,78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€ 56,78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Oudergem,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 parkings · 18.926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johanmmk.github.io/gemeenten/Kaart_bedrijfsparkings_Oudergem.html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Oudergem.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18.926 auto’s op 438 slimme parkings in Oudergem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IXELL150 (150 kV), 2.5 km van Oudergem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Oudergem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IXELL150 (150 kV) — dichtste kopstation bij Oudergem, op ± 2.5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Oudergem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Oudergem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Oudergem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Oudergem</dc:title>
  <dc:subject>PptxGenJS Presentation</dc:subject>
  <dc:creator>Fluctus</dc:creator>
  <cp:lastModifiedBy>Fluctus</cp:lastModifiedBy>
  <cp:revision>1</cp:revision>
  <dcterms:created xsi:type="dcterms:W3CDTF">2026-06-25T04:21:11Z</dcterms:created>
  <dcterms:modified xsi:type="dcterms:W3CDTF">2026-06-25T04:21:11Z</dcterms:modified>
</cp:coreProperties>
</file>