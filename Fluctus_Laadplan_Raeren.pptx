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7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7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70.xlsx"/></Relationships>
</file>

<file path=ppt/charts/chart37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</c:v>
                </c:pt>
                <c:pt idx="1">
                  <c:v>85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Raer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70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Raeren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RAEREN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Raeren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5.160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Raeren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+ 110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5.160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€ 7,74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€ 15,48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5.160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€ 7,74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5.160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€ 15,48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Raeren,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146 parkings · 5.160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johanmmk.github.io/gemeenten/Kaart_bedrijfsparkings_Raeren.html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Raeren.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838 auto’s op 36 slimme parkings in Raeren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85% naar 85%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EUPEN 70 (70 kV), 10 km van Raeren.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Raeren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EUPEN 70 (70 kV) — dichtste kopstation bij Raeren, op ± 10 km. Flex ≈ 0 MW (11 kW/wagen + 10 kW batterij) op 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Raeren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Raeren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Raeren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Raeren</dc:title>
  <dc:subject>PptxGenJS Presentation</dc:subject>
  <dc:creator>Fluctus</dc:creator>
  <cp:lastModifiedBy>Fluctus</cp:lastModifiedBy>
  <cp:revision>1</cp:revision>
  <dcterms:created xsi:type="dcterms:W3CDTF">2026-06-25T03:16:09Z</dcterms:created>
  <dcterms:modified xsi:type="dcterms:W3CDTF">2026-06-25T03:16:09Z</dcterms:modified>
</cp:coreProperties>
</file>