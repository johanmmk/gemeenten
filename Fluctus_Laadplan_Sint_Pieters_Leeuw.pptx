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3.xlsx"/></Relationships>
</file>

<file path=ppt/charts/chart4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Pieters_Leeuw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Sint-Pieters-Leeuw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SINT-PIETERS-LEEUW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Sint-Pieters-Leeuw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13.400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Sint-Pieters-Leeuw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€ 40,20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€ 40,20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Sint-Pieters-Leeuw,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353 parkings · 13.400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johanmmk.github.io/gemeenten/Kaart_bedrijfsparkings_Sint_Pieters_Leeuw.html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Sint-Pieters-Leeuw.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2.980 auto’s op 94 slimme parkings in Sint-Pieters-Leeuw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7.6 km van Sint-Pieters-Leeuw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Sint-Pieters-Leeuw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Sint-Pieters-Leeuw, op ± 7.6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Sint-Pieters-Leeuw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Sint-Pieters-Leeuw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Sint-Pieters-Leeuw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Sint-Pieters-Leeuw</dc:title>
  <dc:subject>PptxGenJS Presentation</dc:subject>
  <dc:creator>Fluctus</dc:creator>
  <cp:lastModifiedBy>Fluctus</cp:lastModifiedBy>
  <cp:revision>1</cp:revision>
  <dcterms:created xsi:type="dcterms:W3CDTF">2026-06-25T03:30:03Z</dcterms:created>
  <dcterms:modified xsi:type="dcterms:W3CDTF">2026-06-25T03:30:03Z</dcterms:modified>
</cp:coreProperties>
</file>