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uggen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Buggenhout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BUGGENHOUT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Buggenhout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3.168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Buggenhout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3.168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3.168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Buggenhout,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3.168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johanmmk.github.io/gemeenten/Kaart_bedrijfsparkings_Buggenhout.html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Buggenhout.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816 auto’s op 32 slimme parkings in Buggenhout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BAASR 70 (70 kV), 2.5 km van Buggenhout.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Buggenhout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BAASR 70 (70 kV) — dichtste kopstation bij Buggenhout, op ± 2.5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Buggenhout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Buggenhout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Buggenhout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Buggenhout</dc:title>
  <dc:subject>PptxGenJS Presentation</dc:subject>
  <dc:creator>Fluctus</dc:creator>
  <cp:lastModifiedBy>Fluctus</cp:lastModifiedBy>
  <cp:revision>1</cp:revision>
  <dcterms:created xsi:type="dcterms:W3CDTF">2026-06-25T00:29:37Z</dcterms:created>
  <dcterms:modified xsi:type="dcterms:W3CDTF">2026-06-25T00:29:37Z</dcterms:modified>
</cp:coreProperties>
</file>