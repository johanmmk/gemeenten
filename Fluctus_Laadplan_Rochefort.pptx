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8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8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0.xlsx"/></Relationships>
</file>

<file path=ppt/charts/chart38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Rochefor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8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Rochefort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ROCHEFORT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Rochefort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5.840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Rochefort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5.840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€ 8,76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€ 17,52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5.840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€ 8,76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5.840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€ 17,52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Rochefort,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parkings · 5.840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johanmmk.github.io/gemeenten/Kaart_bedrijfsparkings_Rochefort.html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Rochefort.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5.800 auto’s op 102 slimme parkings in Rochefort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ON___ 70 (70 kV), 8.2 km van Rochefort.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Rochefort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ON___ 70 (70 kV) — dichtste kopstation bij Rochefort, op ± 8.2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Rochefort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Rochefort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Rochefort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Rochefort</dc:title>
  <dc:subject>PptxGenJS Presentation</dc:subject>
  <dc:creator>Fluctus</dc:creator>
  <cp:lastModifiedBy>Fluctus</cp:lastModifiedBy>
  <cp:revision>1</cp:revision>
  <dcterms:created xsi:type="dcterms:W3CDTF">2026-06-24T01:59:27Z</dcterms:created>
  <dcterms:modified xsi:type="dcterms:W3CDTF">2026-06-24T01:59:27Z</dcterms:modified>
</cp:coreProperties>
</file>