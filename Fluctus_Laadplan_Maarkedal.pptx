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8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8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4.xlsx"/></Relationships>
</file>

<file path=ppt/charts/chart2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38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aarkeda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8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Maarkedal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MAARKEDAL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Maarkedal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2.229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Maarkedal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2.229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€ 6,69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2.229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2.229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€ 6,69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Maarkedal,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parkings · 2.229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johanmmk.github.io/gemeenten/Kaart_bedrijfsparkings_Maarkedal.html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Maarkedal.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auto’s op 5 slimme parkings in Maarkedal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38%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RUIEN 70 (70 kV), 11.4 km van Maarkedal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Maarkedal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RUIEN 70 (70 kV) — dichtste kopstation bij Maarkedal, op ± 11.4 km (laagste load van de cluster &lt;5 km). Flex ≈ 1.7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Maarkedal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Maarkedal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Maarkedal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Maarkedal</dc:title>
  <dc:subject>PptxGenJS Presentation</dc:subject>
  <dc:creator>Fluctus</dc:creator>
  <cp:lastModifiedBy>Fluctus</cp:lastModifiedBy>
  <cp:revision>1</cp:revision>
  <dcterms:created xsi:type="dcterms:W3CDTF">2026-06-25T02:29:38Z</dcterms:created>
  <dcterms:modified xsi:type="dcterms:W3CDTF">2026-06-25T02:29:38Z</dcterms:modified>
</cp:coreProperties>
</file>