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4.xlsx"/></Relationships>
</file>

<file path=ppt/charts/chart4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</c:v>
                </c:pt>
                <c:pt idx="1">
                  <c:v>42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rooz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Trooz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TROOZ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Trooz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1.591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Trooz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Trooz,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parkings · 1.591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johanmmk.github.io/gemeenten/Kaart_bedrijfsparkings_Trooz.html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Trooz.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 auto’s op 9 slimme parkings in Trooz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39% naar 42%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ROMSE220 (220 kV), 5.9 km van Trooz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Trooz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ROMSE220 (220 kV) — dichtste kopstation bij Trooz, op ± 5.9 km (laagste load van de cluster &lt;5 km). Flex ≈ 4.2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Trooz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Trooz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Trooz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Trooz</dc:title>
  <dc:subject>PptxGenJS Presentation</dc:subject>
  <dc:creator>Fluctus</dc:creator>
  <cp:lastModifiedBy>Fluctus</cp:lastModifiedBy>
  <cp:revision>1</cp:revision>
  <dcterms:created xsi:type="dcterms:W3CDTF">2026-06-24T02:50:53Z</dcterms:created>
  <dcterms:modified xsi:type="dcterms:W3CDTF">2026-06-24T02:50:53Z</dcterms:modified>
</cp:coreProperties>
</file>