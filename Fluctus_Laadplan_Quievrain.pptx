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6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6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68.xlsx"/></Relationships>
</file>

<file path=ppt/charts/chart36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52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Quievrai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68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Quiévrain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QUIÉVRAIN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Quiévrain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2.061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Quiévrain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+ 44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2.061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€ 3,09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€ 6,18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2.061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€ 3,09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2.061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€ 6,18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Quiévrain,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 parkings · 2.061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johanmmk.github.io/gemeenten/Kaart_bedrijfsparkings_Quievrain.html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Quiévrain.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283 auto’s op 13 slimme parkings in Quiévrain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52%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PATUR 70 (70 kV), 11.1 km van Quiévrain.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Quiévrain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PATUR 70 (70 kV) — dichtste kopstation bij Quiévrain, op ± 11.1 km. Flex ≈ 5.9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Quiévrain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+68%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Quiévrain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+68%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Quiévrain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Quiévrain</dc:title>
  <dc:subject>PptxGenJS Presentation</dc:subject>
  <dc:creator>Fluctus</dc:creator>
  <cp:lastModifiedBy>Fluctus</cp:lastModifiedBy>
  <cp:revision>1</cp:revision>
  <dcterms:created xsi:type="dcterms:W3CDTF">2026-06-24T01:57:25Z</dcterms:created>
  <dcterms:modified xsi:type="dcterms:W3CDTF">2026-06-24T01:57:25Z</dcterms:modified>
</cp:coreProperties>
</file>