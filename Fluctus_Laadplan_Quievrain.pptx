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9.xlsx"/></Relationships>
</file>

<file path=ppt/charts/chart3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Quievra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Quiévrain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QUIÉVRAIN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Quiévrain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Quiévrain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Quiévrain,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parkings · 2.061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johanmmk.github.io/gemeenten/Kaart_bedrijfsparkings_Quievrain.html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Quiévrain.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 auto’s op 13 slimme parkings in Quiévrain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11.1 km van Quiévrain.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Quiévrain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Quiévrain, op ± 11.1 km. Flex ≈ 5.9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Quiévrain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Quiévrain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Quiévrain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Quiévrain</dc:title>
  <dc:subject>PptxGenJS Presentation</dc:subject>
  <dc:creator>Fluctus</dc:creator>
  <cp:lastModifiedBy>Fluctus</cp:lastModifiedBy>
  <cp:revision>1</cp:revision>
  <dcterms:created xsi:type="dcterms:W3CDTF">2026-06-25T03:15:59Z</dcterms:created>
  <dcterms:modified xsi:type="dcterms:W3CDTF">2026-06-25T03:15:59Z</dcterms:modified>
</cp:coreProperties>
</file>