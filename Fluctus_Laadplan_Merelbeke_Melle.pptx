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6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6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0.xlsx"/></Relationships>
</file>

<file path=ppt/charts/chart5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erelbeke_Mel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6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Merelbeke-Melle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MERELBEKE-MELLE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Merelbeke-Melle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12.184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Merelbeke-Melle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+ 238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12.184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€ 18,28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€ 36,55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12.184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€ 18,28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12.184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€ 36,55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Merelbeke-Melle,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329 parkings · 12.184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johanmmk.github.io/gemeenten/Kaart_bedrijfsparkings_Merelbeke_Melle.html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Merelbeke-Melle.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2.681 auto’s op 91 slimme parkings in Merelbeke-Melle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FLORA 36 (36 kV), 4.5 km van Merelbeke-Melle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Merelbeke-Melle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FLORA 36 (36 kV) — dichtste kopstation bij Merelbeke-Melle, op ± 4.5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Merelbeke-Melle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Merelbeke-Melle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Merelbeke-Melle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Merelbeke-Melle</dc:title>
  <dc:subject>PptxGenJS Presentation</dc:subject>
  <dc:creator>Fluctus</dc:creator>
  <cp:lastModifiedBy>Fluctus</cp:lastModifiedBy>
  <cp:revision>1</cp:revision>
  <dcterms:created xsi:type="dcterms:W3CDTF">2026-06-24T04:45:17Z</dcterms:created>
  <dcterms:modified xsi:type="dcterms:W3CDTF">2026-06-24T04:45:17Z</dcterms:modified>
</cp:coreProperties>
</file>