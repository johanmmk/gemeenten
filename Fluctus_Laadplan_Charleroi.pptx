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Charleroi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Charleroi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CHARLEROI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Charleroi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20.765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Charleroi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20.765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€ 62,30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€ 62,30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Charleroi,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7218" y="21702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7218" y="21702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47303" y="21707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7303" y="21707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7305" y="21709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7305" y="21709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48074" y="21629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8074" y="2162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7877" y="21645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7877" y="21645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7762" y="21627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7762" y="21627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7345" y="21683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7345" y="2168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7251" y="21684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7251" y="2168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7696" y="21637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7696" y="2163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7759" y="21630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7759" y="216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6436" y="2162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6436" y="2162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6448" y="21627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6448" y="21627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7515" y="21635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7515" y="21635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7546" y="21635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7546" y="21635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6379" y="21629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6379" y="21629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6190" y="21687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6190" y="21687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6115" y="21690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6115" y="21690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6727" y="21674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6727" y="21674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6657" y="21676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6657" y="2167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6340" y="21678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6340" y="21678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6540" y="21673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6540" y="21673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6419" y="21674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6419" y="21674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6331" y="21682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6331" y="21682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46425" y="21677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6425" y="2167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46425" y="21681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6425" y="21681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46764" y="21641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6764" y="2164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46848" y="21639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6848" y="21639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46721" y="21636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6721" y="2163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47318" y="21636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7318" y="21636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48032" y="21625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8032" y="21625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47677" y="21630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7677" y="21630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47164" y="21584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7164" y="21584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447229" y="21581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7229" y="215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47991" y="21636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47991" y="21636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7628" y="21635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7628" y="2163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447569" y="21635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47569" y="21635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47144" y="21583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47144" y="21583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446939" y="21595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46939" y="2159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446316" y="21666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46316" y="21666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46434" y="21633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6434" y="21633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46337" y="21647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46337" y="21647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46299" y="21646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46299" y="21646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446412" y="21658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46412" y="21658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46348" y="21660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46348" y="21660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446437" y="21633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46437" y="21633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46390" y="21655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46390" y="21655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46267" y="21665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6267" y="21665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446275" y="21662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46275" y="216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46339" y="2164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46339" y="2164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446314" y="21649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446314" y="21649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446443" y="21659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446443" y="21659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446253" y="21657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46253" y="2165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446350" y="21646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46350" y="2164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447438" y="21891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47438" y="21891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448127" y="21627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48127" y="21627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447572" y="21642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47572" y="21642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45302" y="21847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45302" y="21847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5444955" y="21675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44955" y="21675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445906" y="21702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45906" y="21702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5446091" y="21715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446091" y="21715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5446138" y="21682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446138" y="21682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445947" y="21708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445947" y="21708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446305" y="21629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46305" y="216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5447225" y="21957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47225" y="21957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5447747" y="21647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47747" y="21647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5449066" y="21864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449066" y="2186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447183" y="21719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447183" y="21719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445417" y="21908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445417" y="21908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445907" y="21912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45907" y="21912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447048" y="21880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447048" y="21880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5447703" y="21923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47703" y="21923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5444429" y="21830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444429" y="21830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5445107" y="21866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445107" y="21866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5447785" y="21642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447785" y="21642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447834" y="21642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447834" y="21642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5447410" y="21635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447410" y="21635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5446368" y="21889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446368" y="21889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5447684" y="21921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447684" y="21921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447570" y="21914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447570" y="21914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446411" y="2189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446411" y="2189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5445995" y="21950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445995" y="21950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5444465" y="21908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444465" y="2190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5444396" y="21909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444396" y="2190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5443545" y="21919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443545" y="21919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5446348" y="21630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446348" y="21630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5447389" y="21865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447389" y="21865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5446102" y="21670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446102" y="21670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5446185" y="21938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446185" y="2193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444447" y="21863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444447" y="21863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5447982" y="21641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447982" y="21641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5443922" y="21773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443922" y="2177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5446766" y="21604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446766" y="21604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5446061" y="21684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446061" y="21684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5446381" y="21627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446381" y="21627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5446345" y="21627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446345" y="21627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5446321" y="21628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446321" y="2162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5446422" y="21659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446422" y="21659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5446382" y="21658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446382" y="21658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5446387" y="21657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446387" y="21657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5446277" y="21662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5446277" y="216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5446421" y="21655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446421" y="21655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5445979" y="21622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445979" y="21622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5446794" y="21760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446794" y="21760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446990" y="21858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446990" y="21858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5447890" y="21755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5447890" y="2175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5444086" y="21914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444086" y="219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5445889" y="21859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445889" y="218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5445432" y="21874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445432" y="21874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5446589" y="21866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446589" y="21866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5445155" y="21846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5445155" y="2184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5447136" y="21888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447136" y="21888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5447013" y="21814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447013" y="21814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5444544" y="21905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5444544" y="21905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5445384" y="21939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445384" y="21939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447388" y="21782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447388" y="21782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5447698" y="21643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447698" y="21643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5447750" y="21651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5447750" y="21651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925443" y="54706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925443" y="54706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925414" y="54709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925414" y="54709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5445644" y="21899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445644" y="21899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5445934" y="21778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445934" y="21778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5446723" y="21871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446723" y="21871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25497" y="54711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925497" y="54711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925357" y="54705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925357" y="54705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925324" y="54700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925324" y="54700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5444238" y="21850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444238" y="21850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925056" y="54684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925056" y="54684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925576" y="54713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925576" y="54713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925622" y="54720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25622" y="54720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925723" y="54724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25723" y="54724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925698" y="54725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925698" y="54725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925572" y="54715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25572" y="54715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25569" y="54717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25569" y="54717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25676" y="54725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25676" y="54725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25696" y="54723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25696" y="54723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5446666" y="21846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446666" y="21846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5446498" y="21934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5446498" y="21934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5446277" y="21843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5446277" y="21843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925469" y="54710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25469" y="54710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925322" y="54735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925322" y="5473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925523" y="54732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925523" y="54732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5446676" y="21863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446676" y="21863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5445492" y="21930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5445492" y="21930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5446817" y="21865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5446817" y="21865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5443595" y="21810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5443595" y="21810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5446502" y="21848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5446502" y="21848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5446589" y="21848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5446589" y="2184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5447806" y="21803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5447806" y="218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5447673" y="21797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5447673" y="2179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5447832" y="21784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5447832" y="21784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5446373" y="21776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446373" y="21776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5446727" y="21901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5446727" y="21901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5449237" y="21873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5449237" y="21873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5443418" y="21882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5443418" y="2188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5443937" y="21764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5443937" y="217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5444191" y="21696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5444191" y="21696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5445676" y="2169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5445676" y="2169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5445428" y="21843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5445428" y="21843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5444560" y="21828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5444560" y="21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3" name="Shape 321"/>
          <p:cNvSpPr/>
          <p:nvPr/>
        </p:nvSpPr>
        <p:spPr>
          <a:xfrm>
            <a:off x="5443416" y="21778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5443416" y="21778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5443461" y="21776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443461" y="2177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5443453" y="21778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5443453" y="2177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5443317" y="21777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5443317" y="21777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5443326" y="21780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5443326" y="2178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5445008" y="21853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5445008" y="218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5446258" y="21843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5446258" y="21843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5448038" y="21706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5448038" y="21706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5444350" y="21728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444350" y="21728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5446411" y="21776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5446411" y="21776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5444300" y="21879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5444300" y="2187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5446099" y="21903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5446099" y="2190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7" name="Shape 345"/>
          <p:cNvSpPr/>
          <p:nvPr/>
        </p:nvSpPr>
        <p:spPr>
          <a:xfrm>
            <a:off x="5446117" y="21904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5446117" y="21904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49" name="Shape 347"/>
          <p:cNvSpPr/>
          <p:nvPr/>
        </p:nvSpPr>
        <p:spPr>
          <a:xfrm>
            <a:off x="5445957" y="21909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5445957" y="21909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1" name="Shape 349"/>
          <p:cNvSpPr/>
          <p:nvPr/>
        </p:nvSpPr>
        <p:spPr>
          <a:xfrm>
            <a:off x="5448337" y="21839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5448337" y="21839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5446249" y="21821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5446249" y="21821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5447868" y="21799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5447868" y="21799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7" name="Shape 355"/>
          <p:cNvSpPr/>
          <p:nvPr/>
        </p:nvSpPr>
        <p:spPr>
          <a:xfrm>
            <a:off x="5447063" y="21875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5447063" y="21875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5447529" y="21913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5447529" y="2191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1" name="Shape 359"/>
          <p:cNvSpPr/>
          <p:nvPr/>
        </p:nvSpPr>
        <p:spPr>
          <a:xfrm>
            <a:off x="5449016" y="21787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5449016" y="21787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3" name="Shape 361"/>
          <p:cNvSpPr/>
          <p:nvPr/>
        </p:nvSpPr>
        <p:spPr>
          <a:xfrm>
            <a:off x="5449024" y="21757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5449024" y="21757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5" name="Shape 363"/>
          <p:cNvSpPr/>
          <p:nvPr/>
        </p:nvSpPr>
        <p:spPr>
          <a:xfrm>
            <a:off x="5448910" y="21754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5448910" y="21754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7" name="Shape 365"/>
          <p:cNvSpPr/>
          <p:nvPr/>
        </p:nvSpPr>
        <p:spPr>
          <a:xfrm>
            <a:off x="5445271" y="21736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5445271" y="21736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69" name="Shape 367"/>
          <p:cNvSpPr/>
          <p:nvPr/>
        </p:nvSpPr>
        <p:spPr>
          <a:xfrm>
            <a:off x="5445895" y="21987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5445895" y="21987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1" name="Shape 369"/>
          <p:cNvSpPr/>
          <p:nvPr/>
        </p:nvSpPr>
        <p:spPr>
          <a:xfrm>
            <a:off x="5448922" y="21792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5448922" y="21792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3" name="Shape 371"/>
          <p:cNvSpPr/>
          <p:nvPr/>
        </p:nvSpPr>
        <p:spPr>
          <a:xfrm>
            <a:off x="5447329" y="21946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5447329" y="21946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5443568" y="21841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443568" y="21841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7" name="Shape 375"/>
          <p:cNvSpPr/>
          <p:nvPr/>
        </p:nvSpPr>
        <p:spPr>
          <a:xfrm>
            <a:off x="5447475" y="21779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5447475" y="21779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9" name="Shape 377"/>
          <p:cNvSpPr/>
          <p:nvPr/>
        </p:nvSpPr>
        <p:spPr>
          <a:xfrm>
            <a:off x="5447698" y="21929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5447698" y="21929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1" name="Shape 379"/>
          <p:cNvSpPr/>
          <p:nvPr/>
        </p:nvSpPr>
        <p:spPr>
          <a:xfrm>
            <a:off x="5447214" y="21758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447214" y="21758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3" name="Shape 381"/>
          <p:cNvSpPr/>
          <p:nvPr/>
        </p:nvSpPr>
        <p:spPr>
          <a:xfrm>
            <a:off x="5447100" y="21587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5447100" y="2158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5" name="Shape 383"/>
          <p:cNvSpPr/>
          <p:nvPr/>
        </p:nvSpPr>
        <p:spPr>
          <a:xfrm>
            <a:off x="5447075" y="21591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5447075" y="2159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5447105" y="21830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5447105" y="21830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9" name="Shape 387"/>
          <p:cNvSpPr/>
          <p:nvPr/>
        </p:nvSpPr>
        <p:spPr>
          <a:xfrm>
            <a:off x="5446519" y="21858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5446519" y="21858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5444042" y="21837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5444042" y="21837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5446432" y="21887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5446432" y="21887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5" name="Shape 393"/>
          <p:cNvSpPr/>
          <p:nvPr/>
        </p:nvSpPr>
        <p:spPr>
          <a:xfrm>
            <a:off x="5444278" y="21678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5444278" y="21678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7" name="Shape 395"/>
          <p:cNvSpPr/>
          <p:nvPr/>
        </p:nvSpPr>
        <p:spPr>
          <a:xfrm>
            <a:off x="5444411" y="21682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5444411" y="21682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9" name="Shape 397"/>
          <p:cNvSpPr/>
          <p:nvPr/>
        </p:nvSpPr>
        <p:spPr>
          <a:xfrm>
            <a:off x="5444185" y="21684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5444185" y="21684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1" name="Shape 399"/>
          <p:cNvSpPr/>
          <p:nvPr/>
        </p:nvSpPr>
        <p:spPr>
          <a:xfrm>
            <a:off x="5444001" y="21719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5444001" y="21719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3" name="Shape 401"/>
          <p:cNvSpPr/>
          <p:nvPr/>
        </p:nvSpPr>
        <p:spPr>
          <a:xfrm>
            <a:off x="5443827" y="21759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5443827" y="21759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5" name="Shape 403"/>
          <p:cNvSpPr/>
          <p:nvPr/>
        </p:nvSpPr>
        <p:spPr>
          <a:xfrm>
            <a:off x="5444922" y="21661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5444922" y="21661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7" name="Shape 405"/>
          <p:cNvSpPr/>
          <p:nvPr/>
        </p:nvSpPr>
        <p:spPr>
          <a:xfrm>
            <a:off x="5444447" y="21671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5444447" y="2167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09" name="Shape 407"/>
          <p:cNvSpPr/>
          <p:nvPr/>
        </p:nvSpPr>
        <p:spPr>
          <a:xfrm>
            <a:off x="5445935" y="21734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5445935" y="21734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5445240" y="21724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5445240" y="21724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5446096" y="21742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5446096" y="21742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5446239" y="21756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5446239" y="21756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7" name="Shape 415"/>
          <p:cNvSpPr/>
          <p:nvPr/>
        </p:nvSpPr>
        <p:spPr>
          <a:xfrm>
            <a:off x="5445986" y="21835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5445986" y="2183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9" name="Shape 417"/>
          <p:cNvSpPr/>
          <p:nvPr/>
        </p:nvSpPr>
        <p:spPr>
          <a:xfrm>
            <a:off x="5448770" y="21891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5448770" y="2189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1" name="Shape 419"/>
          <p:cNvSpPr/>
          <p:nvPr/>
        </p:nvSpPr>
        <p:spPr>
          <a:xfrm>
            <a:off x="5447209" y="21694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5447209" y="216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3" name="Shape 421"/>
          <p:cNvSpPr/>
          <p:nvPr/>
        </p:nvSpPr>
        <p:spPr>
          <a:xfrm>
            <a:off x="5447172" y="2168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5447172" y="2168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5" name="Shape 423"/>
          <p:cNvSpPr/>
          <p:nvPr/>
        </p:nvSpPr>
        <p:spPr>
          <a:xfrm>
            <a:off x="5445800" y="21765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6" name="Text 424"/>
          <p:cNvSpPr/>
          <p:nvPr/>
        </p:nvSpPr>
        <p:spPr>
          <a:xfrm>
            <a:off x="5445800" y="217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7" name="Shape 425"/>
          <p:cNvSpPr/>
          <p:nvPr/>
        </p:nvSpPr>
        <p:spPr>
          <a:xfrm>
            <a:off x="5446113" y="21828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5446113" y="2182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29" name="Shape 427"/>
          <p:cNvSpPr/>
          <p:nvPr/>
        </p:nvSpPr>
        <p:spPr>
          <a:xfrm>
            <a:off x="5443834" y="21825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5443834" y="21825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1" name="Shape 429"/>
          <p:cNvSpPr/>
          <p:nvPr/>
        </p:nvSpPr>
        <p:spPr>
          <a:xfrm>
            <a:off x="5444391" y="21830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2" name="Text 430"/>
          <p:cNvSpPr/>
          <p:nvPr/>
        </p:nvSpPr>
        <p:spPr>
          <a:xfrm>
            <a:off x="5444391" y="21830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3" name="Shape 431"/>
          <p:cNvSpPr/>
          <p:nvPr/>
        </p:nvSpPr>
        <p:spPr>
          <a:xfrm>
            <a:off x="5444201" y="21835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4" name="Text 432"/>
          <p:cNvSpPr/>
          <p:nvPr/>
        </p:nvSpPr>
        <p:spPr>
          <a:xfrm>
            <a:off x="5444201" y="21835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5446037" y="21627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6" name="Text 434"/>
          <p:cNvSpPr/>
          <p:nvPr/>
        </p:nvSpPr>
        <p:spPr>
          <a:xfrm>
            <a:off x="5446037" y="21627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5445646" y="21640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8" name="Text 436"/>
          <p:cNvSpPr/>
          <p:nvPr/>
        </p:nvSpPr>
        <p:spPr>
          <a:xfrm>
            <a:off x="5445646" y="21640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9" name="Shape 437"/>
          <p:cNvSpPr/>
          <p:nvPr/>
        </p:nvSpPr>
        <p:spPr>
          <a:xfrm>
            <a:off x="5446167" y="21649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5446167" y="21649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1" name="Shape 439"/>
          <p:cNvSpPr/>
          <p:nvPr/>
        </p:nvSpPr>
        <p:spPr>
          <a:xfrm>
            <a:off x="5448503" y="21650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2" name="Text 440"/>
          <p:cNvSpPr/>
          <p:nvPr/>
        </p:nvSpPr>
        <p:spPr>
          <a:xfrm>
            <a:off x="5448503" y="21650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3" name="Shape 441"/>
          <p:cNvSpPr/>
          <p:nvPr/>
        </p:nvSpPr>
        <p:spPr>
          <a:xfrm>
            <a:off x="5446407" y="21742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4" name="Text 442"/>
          <p:cNvSpPr/>
          <p:nvPr/>
        </p:nvSpPr>
        <p:spPr>
          <a:xfrm>
            <a:off x="5446407" y="2174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5" name="Shape 443"/>
          <p:cNvSpPr/>
          <p:nvPr/>
        </p:nvSpPr>
        <p:spPr>
          <a:xfrm>
            <a:off x="5446462" y="21803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6" name="Text 444"/>
          <p:cNvSpPr/>
          <p:nvPr/>
        </p:nvSpPr>
        <p:spPr>
          <a:xfrm>
            <a:off x="5446462" y="2180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7" name="Shape 445"/>
          <p:cNvSpPr/>
          <p:nvPr/>
        </p:nvSpPr>
        <p:spPr>
          <a:xfrm>
            <a:off x="5446628" y="21858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8" name="Text 446"/>
          <p:cNvSpPr/>
          <p:nvPr/>
        </p:nvSpPr>
        <p:spPr>
          <a:xfrm>
            <a:off x="5446628" y="21858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49" name="Shape 447"/>
          <p:cNvSpPr/>
          <p:nvPr/>
        </p:nvSpPr>
        <p:spPr>
          <a:xfrm>
            <a:off x="5443513" y="21849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0" name="Text 448"/>
          <p:cNvSpPr/>
          <p:nvPr/>
        </p:nvSpPr>
        <p:spPr>
          <a:xfrm>
            <a:off x="5443513" y="21849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1" name="Shape 449"/>
          <p:cNvSpPr/>
          <p:nvPr/>
        </p:nvSpPr>
        <p:spPr>
          <a:xfrm>
            <a:off x="5449399" y="21861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2" name="Text 450"/>
          <p:cNvSpPr/>
          <p:nvPr/>
        </p:nvSpPr>
        <p:spPr>
          <a:xfrm>
            <a:off x="5449399" y="21861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3" name="Shape 451"/>
          <p:cNvSpPr/>
          <p:nvPr/>
        </p:nvSpPr>
        <p:spPr>
          <a:xfrm>
            <a:off x="5449420" y="21865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5449420" y="218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5" name="Shape 453"/>
          <p:cNvSpPr/>
          <p:nvPr/>
        </p:nvSpPr>
        <p:spPr>
          <a:xfrm>
            <a:off x="5449358" y="21863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6" name="Text 454"/>
          <p:cNvSpPr/>
          <p:nvPr/>
        </p:nvSpPr>
        <p:spPr>
          <a:xfrm>
            <a:off x="5449358" y="21863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7" name="Shape 455"/>
          <p:cNvSpPr/>
          <p:nvPr/>
        </p:nvSpPr>
        <p:spPr>
          <a:xfrm>
            <a:off x="5449151" y="21864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8" name="Text 456"/>
          <p:cNvSpPr/>
          <p:nvPr/>
        </p:nvSpPr>
        <p:spPr>
          <a:xfrm>
            <a:off x="5449151" y="21864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9" name="Shape 457"/>
          <p:cNvSpPr/>
          <p:nvPr/>
        </p:nvSpPr>
        <p:spPr>
          <a:xfrm>
            <a:off x="5449134" y="21866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0" name="Text 458"/>
          <p:cNvSpPr/>
          <p:nvPr/>
        </p:nvSpPr>
        <p:spPr>
          <a:xfrm>
            <a:off x="5449134" y="21866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1" name="Shape 459"/>
          <p:cNvSpPr/>
          <p:nvPr/>
        </p:nvSpPr>
        <p:spPr>
          <a:xfrm>
            <a:off x="5449270" y="21863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2" name="Text 460"/>
          <p:cNvSpPr/>
          <p:nvPr/>
        </p:nvSpPr>
        <p:spPr>
          <a:xfrm>
            <a:off x="5449270" y="21863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3" name="Shape 461"/>
          <p:cNvSpPr/>
          <p:nvPr/>
        </p:nvSpPr>
        <p:spPr>
          <a:xfrm>
            <a:off x="5449115" y="21865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5449115" y="21865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5" name="Shape 463"/>
          <p:cNvSpPr/>
          <p:nvPr/>
        </p:nvSpPr>
        <p:spPr>
          <a:xfrm>
            <a:off x="5449032" y="21866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6" name="Text 464"/>
          <p:cNvSpPr/>
          <p:nvPr/>
        </p:nvSpPr>
        <p:spPr>
          <a:xfrm>
            <a:off x="5449032" y="21866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7" name="Shape 465"/>
          <p:cNvSpPr/>
          <p:nvPr/>
        </p:nvSpPr>
        <p:spPr>
          <a:xfrm>
            <a:off x="5449074" y="21871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8" name="Text 466"/>
          <p:cNvSpPr/>
          <p:nvPr/>
        </p:nvSpPr>
        <p:spPr>
          <a:xfrm>
            <a:off x="5449074" y="21871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69" name="Shape 467"/>
          <p:cNvSpPr/>
          <p:nvPr/>
        </p:nvSpPr>
        <p:spPr>
          <a:xfrm>
            <a:off x="5449003" y="21865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0" name="Text 468"/>
          <p:cNvSpPr/>
          <p:nvPr/>
        </p:nvSpPr>
        <p:spPr>
          <a:xfrm>
            <a:off x="5449003" y="21865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1" name="Shape 469"/>
          <p:cNvSpPr/>
          <p:nvPr/>
        </p:nvSpPr>
        <p:spPr>
          <a:xfrm>
            <a:off x="5449198" y="21859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5449198" y="21859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3" name="Shape 471"/>
          <p:cNvSpPr/>
          <p:nvPr/>
        </p:nvSpPr>
        <p:spPr>
          <a:xfrm>
            <a:off x="5449091" y="21863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5449091" y="21863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5" name="Shape 473"/>
          <p:cNvSpPr/>
          <p:nvPr/>
        </p:nvSpPr>
        <p:spPr>
          <a:xfrm>
            <a:off x="5449219" y="21858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6" name="Text 474"/>
          <p:cNvSpPr/>
          <p:nvPr/>
        </p:nvSpPr>
        <p:spPr>
          <a:xfrm>
            <a:off x="5449219" y="21858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7" name="Shape 475"/>
          <p:cNvSpPr/>
          <p:nvPr/>
        </p:nvSpPr>
        <p:spPr>
          <a:xfrm>
            <a:off x="5449249" y="21860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8" name="Text 476"/>
          <p:cNvSpPr/>
          <p:nvPr/>
        </p:nvSpPr>
        <p:spPr>
          <a:xfrm>
            <a:off x="5449249" y="21860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9" name="Shape 477"/>
          <p:cNvSpPr/>
          <p:nvPr/>
        </p:nvSpPr>
        <p:spPr>
          <a:xfrm>
            <a:off x="5449181" y="21861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0" name="Text 478"/>
          <p:cNvSpPr/>
          <p:nvPr/>
        </p:nvSpPr>
        <p:spPr>
          <a:xfrm>
            <a:off x="5449181" y="21861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1" name="Shape 479"/>
          <p:cNvSpPr/>
          <p:nvPr/>
        </p:nvSpPr>
        <p:spPr>
          <a:xfrm>
            <a:off x="5449133" y="21862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5449133" y="21862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3" name="Shape 481"/>
          <p:cNvSpPr/>
          <p:nvPr/>
        </p:nvSpPr>
        <p:spPr>
          <a:xfrm>
            <a:off x="5449281" y="21860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5449281" y="21860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5" name="Shape 483"/>
          <p:cNvSpPr/>
          <p:nvPr/>
        </p:nvSpPr>
        <p:spPr>
          <a:xfrm>
            <a:off x="5449024" y="21864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6" name="Text 484"/>
          <p:cNvSpPr/>
          <p:nvPr/>
        </p:nvSpPr>
        <p:spPr>
          <a:xfrm>
            <a:off x="5449024" y="21864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7" name="Shape 485"/>
          <p:cNvSpPr/>
          <p:nvPr/>
        </p:nvSpPr>
        <p:spPr>
          <a:xfrm>
            <a:off x="5449218" y="21861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8" name="Text 486"/>
          <p:cNvSpPr/>
          <p:nvPr/>
        </p:nvSpPr>
        <p:spPr>
          <a:xfrm>
            <a:off x="5449218" y="21861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9" name="Shape 487"/>
          <p:cNvSpPr/>
          <p:nvPr/>
        </p:nvSpPr>
        <p:spPr>
          <a:xfrm>
            <a:off x="5447177" y="21720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0" name="Text 488"/>
          <p:cNvSpPr/>
          <p:nvPr/>
        </p:nvSpPr>
        <p:spPr>
          <a:xfrm>
            <a:off x="5447177" y="21720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1" name="Shape 489"/>
          <p:cNvSpPr/>
          <p:nvPr/>
        </p:nvSpPr>
        <p:spPr>
          <a:xfrm>
            <a:off x="5447203" y="21692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5447203" y="21692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3" name="Shape 491"/>
          <p:cNvSpPr/>
          <p:nvPr/>
        </p:nvSpPr>
        <p:spPr>
          <a:xfrm>
            <a:off x="5446621" y="2170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4" name="Text 492"/>
          <p:cNvSpPr/>
          <p:nvPr/>
        </p:nvSpPr>
        <p:spPr>
          <a:xfrm>
            <a:off x="5446621" y="217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5" name="Shape 493"/>
          <p:cNvSpPr/>
          <p:nvPr/>
        </p:nvSpPr>
        <p:spPr>
          <a:xfrm>
            <a:off x="5448930" y="21704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6" name="Text 494"/>
          <p:cNvSpPr/>
          <p:nvPr/>
        </p:nvSpPr>
        <p:spPr>
          <a:xfrm>
            <a:off x="5448930" y="21704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7" name="Shape 495"/>
          <p:cNvSpPr/>
          <p:nvPr/>
        </p:nvSpPr>
        <p:spPr>
          <a:xfrm>
            <a:off x="5448490" y="21707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8" name="Text 496"/>
          <p:cNvSpPr/>
          <p:nvPr/>
        </p:nvSpPr>
        <p:spPr>
          <a:xfrm>
            <a:off x="5448490" y="217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9" name="Shape 497"/>
          <p:cNvSpPr/>
          <p:nvPr/>
        </p:nvSpPr>
        <p:spPr>
          <a:xfrm>
            <a:off x="5448177" y="21732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0" name="Text 498"/>
          <p:cNvSpPr/>
          <p:nvPr/>
        </p:nvSpPr>
        <p:spPr>
          <a:xfrm>
            <a:off x="5448177" y="21732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1" name="Shape 499"/>
          <p:cNvSpPr/>
          <p:nvPr/>
        </p:nvSpPr>
        <p:spPr>
          <a:xfrm>
            <a:off x="5448405" y="21739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2" name="Text 500"/>
          <p:cNvSpPr/>
          <p:nvPr/>
        </p:nvSpPr>
        <p:spPr>
          <a:xfrm>
            <a:off x="5448405" y="21739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3" name="Shape 501"/>
          <p:cNvSpPr/>
          <p:nvPr/>
        </p:nvSpPr>
        <p:spPr>
          <a:xfrm>
            <a:off x="5447433" y="21711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5447433" y="2171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5" name="Shape 503"/>
          <p:cNvSpPr/>
          <p:nvPr/>
        </p:nvSpPr>
        <p:spPr>
          <a:xfrm>
            <a:off x="5449259" y="21858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6" name="Text 504"/>
          <p:cNvSpPr/>
          <p:nvPr/>
        </p:nvSpPr>
        <p:spPr>
          <a:xfrm>
            <a:off x="5449259" y="21858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7" name="Shape 505"/>
          <p:cNvSpPr/>
          <p:nvPr/>
        </p:nvSpPr>
        <p:spPr>
          <a:xfrm>
            <a:off x="5448649" y="21736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5448649" y="21736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09" name="Shape 507"/>
          <p:cNvSpPr/>
          <p:nvPr/>
        </p:nvSpPr>
        <p:spPr>
          <a:xfrm>
            <a:off x="5448577" y="21748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0" name="Text 508"/>
          <p:cNvSpPr/>
          <p:nvPr/>
        </p:nvSpPr>
        <p:spPr>
          <a:xfrm>
            <a:off x="5448577" y="21748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1" name="Shape 509"/>
          <p:cNvSpPr/>
          <p:nvPr/>
        </p:nvSpPr>
        <p:spPr>
          <a:xfrm>
            <a:off x="5448926" y="21749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2" name="Text 510"/>
          <p:cNvSpPr/>
          <p:nvPr/>
        </p:nvSpPr>
        <p:spPr>
          <a:xfrm>
            <a:off x="5448926" y="2174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3" name="Shape 511"/>
          <p:cNvSpPr/>
          <p:nvPr/>
        </p:nvSpPr>
        <p:spPr>
          <a:xfrm>
            <a:off x="5449533" y="21683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5449533" y="21683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5" name="Shape 513"/>
          <p:cNvSpPr/>
          <p:nvPr/>
        </p:nvSpPr>
        <p:spPr>
          <a:xfrm>
            <a:off x="5449034" y="21728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6" name="Text 514"/>
          <p:cNvSpPr/>
          <p:nvPr/>
        </p:nvSpPr>
        <p:spPr>
          <a:xfrm>
            <a:off x="5449034" y="21728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7" name="Shape 515"/>
          <p:cNvSpPr/>
          <p:nvPr/>
        </p:nvSpPr>
        <p:spPr>
          <a:xfrm>
            <a:off x="5447537" y="21764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8" name="Text 516"/>
          <p:cNvSpPr/>
          <p:nvPr/>
        </p:nvSpPr>
        <p:spPr>
          <a:xfrm>
            <a:off x="5447537" y="21764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9" name="Shape 517"/>
          <p:cNvSpPr/>
          <p:nvPr/>
        </p:nvSpPr>
        <p:spPr>
          <a:xfrm>
            <a:off x="5449280" y="21730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0" name="Text 518"/>
          <p:cNvSpPr/>
          <p:nvPr/>
        </p:nvSpPr>
        <p:spPr>
          <a:xfrm>
            <a:off x="5449280" y="21730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1" name="Shape 519"/>
          <p:cNvSpPr/>
          <p:nvPr/>
        </p:nvSpPr>
        <p:spPr>
          <a:xfrm>
            <a:off x="5447794" y="21764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2" name="Text 520"/>
          <p:cNvSpPr/>
          <p:nvPr/>
        </p:nvSpPr>
        <p:spPr>
          <a:xfrm>
            <a:off x="5447794" y="21764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3" name="Shape 521"/>
          <p:cNvSpPr/>
          <p:nvPr/>
        </p:nvSpPr>
        <p:spPr>
          <a:xfrm>
            <a:off x="5448905" y="21755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5448905" y="21755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5" name="Shape 523"/>
          <p:cNvSpPr/>
          <p:nvPr/>
        </p:nvSpPr>
        <p:spPr>
          <a:xfrm>
            <a:off x="5448840" y="21740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6" name="Text 524"/>
          <p:cNvSpPr/>
          <p:nvPr/>
        </p:nvSpPr>
        <p:spPr>
          <a:xfrm>
            <a:off x="5448840" y="21740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7" name="Shape 525"/>
          <p:cNvSpPr/>
          <p:nvPr/>
        </p:nvSpPr>
        <p:spPr>
          <a:xfrm>
            <a:off x="5448373" y="21795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8" name="Text 526"/>
          <p:cNvSpPr/>
          <p:nvPr/>
        </p:nvSpPr>
        <p:spPr>
          <a:xfrm>
            <a:off x="5448373" y="21795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29" name="Shape 527"/>
          <p:cNvSpPr/>
          <p:nvPr/>
        </p:nvSpPr>
        <p:spPr>
          <a:xfrm>
            <a:off x="5447753" y="21794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0" name="Text 528"/>
          <p:cNvSpPr/>
          <p:nvPr/>
        </p:nvSpPr>
        <p:spPr>
          <a:xfrm>
            <a:off x="5447753" y="2179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1" name="Shape 529"/>
          <p:cNvSpPr/>
          <p:nvPr/>
        </p:nvSpPr>
        <p:spPr>
          <a:xfrm>
            <a:off x="5447826" y="21795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2" name="Text 530"/>
          <p:cNvSpPr/>
          <p:nvPr/>
        </p:nvSpPr>
        <p:spPr>
          <a:xfrm>
            <a:off x="5447826" y="21795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3" name="Shape 531"/>
          <p:cNvSpPr/>
          <p:nvPr/>
        </p:nvSpPr>
        <p:spPr>
          <a:xfrm>
            <a:off x="5447897" y="21782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5447897" y="21782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5" name="Shape 533"/>
          <p:cNvSpPr/>
          <p:nvPr/>
        </p:nvSpPr>
        <p:spPr>
          <a:xfrm>
            <a:off x="5447995" y="21792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6" name="Text 534"/>
          <p:cNvSpPr/>
          <p:nvPr/>
        </p:nvSpPr>
        <p:spPr>
          <a:xfrm>
            <a:off x="5447995" y="21792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7" name="Shape 535"/>
          <p:cNvSpPr/>
          <p:nvPr/>
        </p:nvSpPr>
        <p:spPr>
          <a:xfrm>
            <a:off x="5447949" y="21798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8" name="Text 536"/>
          <p:cNvSpPr/>
          <p:nvPr/>
        </p:nvSpPr>
        <p:spPr>
          <a:xfrm>
            <a:off x="5447949" y="21798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9" name="Shape 537"/>
          <p:cNvSpPr/>
          <p:nvPr/>
        </p:nvSpPr>
        <p:spPr>
          <a:xfrm>
            <a:off x="5449204" y="21787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0" name="Text 538"/>
          <p:cNvSpPr/>
          <p:nvPr/>
        </p:nvSpPr>
        <p:spPr>
          <a:xfrm>
            <a:off x="5449204" y="21787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1" name="Shape 539"/>
          <p:cNvSpPr/>
          <p:nvPr/>
        </p:nvSpPr>
        <p:spPr>
          <a:xfrm>
            <a:off x="5449153" y="21789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5449153" y="21789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3" name="Shape 541"/>
          <p:cNvSpPr/>
          <p:nvPr/>
        </p:nvSpPr>
        <p:spPr>
          <a:xfrm>
            <a:off x="5449133" y="21798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5449133" y="21798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5" name="Shape 543"/>
          <p:cNvSpPr/>
          <p:nvPr/>
        </p:nvSpPr>
        <p:spPr>
          <a:xfrm>
            <a:off x="5448847" y="21811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6" name="Text 544"/>
          <p:cNvSpPr/>
          <p:nvPr/>
        </p:nvSpPr>
        <p:spPr>
          <a:xfrm>
            <a:off x="5448847" y="21811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7" name="Shape 545"/>
          <p:cNvSpPr/>
          <p:nvPr/>
        </p:nvSpPr>
        <p:spPr>
          <a:xfrm>
            <a:off x="5449016" y="21820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8" name="Text 546"/>
          <p:cNvSpPr/>
          <p:nvPr/>
        </p:nvSpPr>
        <p:spPr>
          <a:xfrm>
            <a:off x="5449016" y="21820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49" name="Shape 547"/>
          <p:cNvSpPr/>
          <p:nvPr/>
        </p:nvSpPr>
        <p:spPr>
          <a:xfrm>
            <a:off x="5448457" y="21819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5448457" y="21819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1" name="Shape 549"/>
          <p:cNvSpPr/>
          <p:nvPr/>
        </p:nvSpPr>
        <p:spPr>
          <a:xfrm>
            <a:off x="5448945" y="2187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2" name="Text 550"/>
          <p:cNvSpPr/>
          <p:nvPr/>
        </p:nvSpPr>
        <p:spPr>
          <a:xfrm>
            <a:off x="5448945" y="2187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3" name="Shape 551"/>
          <p:cNvSpPr/>
          <p:nvPr/>
        </p:nvSpPr>
        <p:spPr>
          <a:xfrm>
            <a:off x="5449029" y="2187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4" name="Text 552"/>
          <p:cNvSpPr/>
          <p:nvPr/>
        </p:nvSpPr>
        <p:spPr>
          <a:xfrm>
            <a:off x="5449029" y="2187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5" name="Shape 553"/>
          <p:cNvSpPr/>
          <p:nvPr/>
        </p:nvSpPr>
        <p:spPr>
          <a:xfrm>
            <a:off x="5448972" y="2186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5448972" y="2186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7" name="Shape 555"/>
          <p:cNvSpPr/>
          <p:nvPr/>
        </p:nvSpPr>
        <p:spPr>
          <a:xfrm>
            <a:off x="5448973" y="21867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8" name="Text 556"/>
          <p:cNvSpPr/>
          <p:nvPr/>
        </p:nvSpPr>
        <p:spPr>
          <a:xfrm>
            <a:off x="5448973" y="21867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9" name="Shape 557"/>
          <p:cNvSpPr/>
          <p:nvPr/>
        </p:nvSpPr>
        <p:spPr>
          <a:xfrm>
            <a:off x="5446207" y="21656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0" name="Text 558"/>
          <p:cNvSpPr/>
          <p:nvPr/>
        </p:nvSpPr>
        <p:spPr>
          <a:xfrm>
            <a:off x="5446207" y="2165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1" name="Shape 559"/>
          <p:cNvSpPr/>
          <p:nvPr/>
        </p:nvSpPr>
        <p:spPr>
          <a:xfrm>
            <a:off x="5448296" y="21810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5448296" y="21810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3" name="Shape 561"/>
          <p:cNvSpPr/>
          <p:nvPr/>
        </p:nvSpPr>
        <p:spPr>
          <a:xfrm>
            <a:off x="5448240" y="21809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4" name="Text 562"/>
          <p:cNvSpPr/>
          <p:nvPr/>
        </p:nvSpPr>
        <p:spPr>
          <a:xfrm>
            <a:off x="5448240" y="21809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5" name="Shape 563"/>
          <p:cNvSpPr/>
          <p:nvPr/>
        </p:nvSpPr>
        <p:spPr>
          <a:xfrm>
            <a:off x="5447644" y="21815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6" name="Text 564"/>
          <p:cNvSpPr/>
          <p:nvPr/>
        </p:nvSpPr>
        <p:spPr>
          <a:xfrm>
            <a:off x="5447644" y="21815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7" name="Shape 565"/>
          <p:cNvSpPr/>
          <p:nvPr/>
        </p:nvSpPr>
        <p:spPr>
          <a:xfrm>
            <a:off x="5448143" y="21817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5448143" y="21817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69" name="Shape 567"/>
          <p:cNvSpPr/>
          <p:nvPr/>
        </p:nvSpPr>
        <p:spPr>
          <a:xfrm>
            <a:off x="5448307" y="21818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0" name="Text 568"/>
          <p:cNvSpPr/>
          <p:nvPr/>
        </p:nvSpPr>
        <p:spPr>
          <a:xfrm>
            <a:off x="5448307" y="21818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1" name="Shape 569"/>
          <p:cNvSpPr/>
          <p:nvPr/>
        </p:nvSpPr>
        <p:spPr>
          <a:xfrm>
            <a:off x="5448374" y="21861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5448374" y="21861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3" name="Shape 571"/>
          <p:cNvSpPr/>
          <p:nvPr/>
        </p:nvSpPr>
        <p:spPr>
          <a:xfrm>
            <a:off x="5447582" y="21833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5447582" y="21833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5" name="Shape 573"/>
          <p:cNvSpPr/>
          <p:nvPr/>
        </p:nvSpPr>
        <p:spPr>
          <a:xfrm>
            <a:off x="5447711" y="21846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6" name="Text 574"/>
          <p:cNvSpPr/>
          <p:nvPr/>
        </p:nvSpPr>
        <p:spPr>
          <a:xfrm>
            <a:off x="5447711" y="21846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7" name="Shape 575"/>
          <p:cNvSpPr/>
          <p:nvPr/>
        </p:nvSpPr>
        <p:spPr>
          <a:xfrm>
            <a:off x="5447240" y="21863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8" name="Text 576"/>
          <p:cNvSpPr/>
          <p:nvPr/>
        </p:nvSpPr>
        <p:spPr>
          <a:xfrm>
            <a:off x="5447240" y="21863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9" name="Shape 577"/>
          <p:cNvSpPr/>
          <p:nvPr/>
        </p:nvSpPr>
        <p:spPr>
          <a:xfrm>
            <a:off x="5447420" y="21864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5447420" y="21864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1" name="Shape 579"/>
          <p:cNvSpPr/>
          <p:nvPr/>
        </p:nvSpPr>
        <p:spPr>
          <a:xfrm>
            <a:off x="5447546" y="21867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5447546" y="21867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3" name="Shape 581"/>
          <p:cNvSpPr/>
          <p:nvPr/>
        </p:nvSpPr>
        <p:spPr>
          <a:xfrm>
            <a:off x="5447860" y="21868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4" name="Text 582"/>
          <p:cNvSpPr/>
          <p:nvPr/>
        </p:nvSpPr>
        <p:spPr>
          <a:xfrm>
            <a:off x="5447860" y="21868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5" name="Shape 583"/>
          <p:cNvSpPr/>
          <p:nvPr/>
        </p:nvSpPr>
        <p:spPr>
          <a:xfrm>
            <a:off x="5448901" y="21888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5448901" y="218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7" name="Shape 585"/>
          <p:cNvSpPr/>
          <p:nvPr/>
        </p:nvSpPr>
        <p:spPr>
          <a:xfrm>
            <a:off x="5448669" y="21890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8" name="Text 586"/>
          <p:cNvSpPr/>
          <p:nvPr/>
        </p:nvSpPr>
        <p:spPr>
          <a:xfrm>
            <a:off x="5448669" y="21890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89" name="Shape 587"/>
          <p:cNvSpPr/>
          <p:nvPr/>
        </p:nvSpPr>
        <p:spPr>
          <a:xfrm>
            <a:off x="5448083" y="21894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0" name="Text 588"/>
          <p:cNvSpPr/>
          <p:nvPr/>
        </p:nvSpPr>
        <p:spPr>
          <a:xfrm>
            <a:off x="5448083" y="21894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1" name="Shape 589"/>
          <p:cNvSpPr/>
          <p:nvPr/>
        </p:nvSpPr>
        <p:spPr>
          <a:xfrm>
            <a:off x="5448109" y="21888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5448109" y="2188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3" name="Shape 591"/>
          <p:cNvSpPr/>
          <p:nvPr/>
        </p:nvSpPr>
        <p:spPr>
          <a:xfrm>
            <a:off x="5447932" y="21880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4" name="Text 592"/>
          <p:cNvSpPr/>
          <p:nvPr/>
        </p:nvSpPr>
        <p:spPr>
          <a:xfrm>
            <a:off x="5447932" y="21880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5" name="Shape 593"/>
          <p:cNvSpPr/>
          <p:nvPr/>
        </p:nvSpPr>
        <p:spPr>
          <a:xfrm>
            <a:off x="5446778" y="21860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6" name="Text 594"/>
          <p:cNvSpPr/>
          <p:nvPr/>
        </p:nvSpPr>
        <p:spPr>
          <a:xfrm>
            <a:off x="5446778" y="21860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7" name="Shape 595"/>
          <p:cNvSpPr/>
          <p:nvPr/>
        </p:nvSpPr>
        <p:spPr>
          <a:xfrm>
            <a:off x="5447283" y="21878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5447283" y="21878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9" name="Shape 597"/>
          <p:cNvSpPr/>
          <p:nvPr/>
        </p:nvSpPr>
        <p:spPr>
          <a:xfrm>
            <a:off x="5447168" y="21880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0" name="Text 598"/>
          <p:cNvSpPr/>
          <p:nvPr/>
        </p:nvSpPr>
        <p:spPr>
          <a:xfrm>
            <a:off x="5447168" y="21880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1" name="Shape 599"/>
          <p:cNvSpPr/>
          <p:nvPr/>
        </p:nvSpPr>
        <p:spPr>
          <a:xfrm>
            <a:off x="5447562" y="21916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2" name="Text 600"/>
          <p:cNvSpPr/>
          <p:nvPr/>
        </p:nvSpPr>
        <p:spPr>
          <a:xfrm>
            <a:off x="5447562" y="21916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3" name="Shape 601"/>
          <p:cNvSpPr/>
          <p:nvPr/>
        </p:nvSpPr>
        <p:spPr>
          <a:xfrm>
            <a:off x="5447559" y="21917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4" name="Text 602"/>
          <p:cNvSpPr/>
          <p:nvPr/>
        </p:nvSpPr>
        <p:spPr>
          <a:xfrm>
            <a:off x="5447559" y="2191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5" name="Shape 603"/>
          <p:cNvSpPr/>
          <p:nvPr/>
        </p:nvSpPr>
        <p:spPr>
          <a:xfrm>
            <a:off x="5448252" y="21909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6" name="Text 604"/>
          <p:cNvSpPr/>
          <p:nvPr/>
        </p:nvSpPr>
        <p:spPr>
          <a:xfrm>
            <a:off x="5448252" y="21909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7" name="Shape 605"/>
          <p:cNvSpPr/>
          <p:nvPr/>
        </p:nvSpPr>
        <p:spPr>
          <a:xfrm>
            <a:off x="5448499" y="21931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8" name="Text 606"/>
          <p:cNvSpPr/>
          <p:nvPr/>
        </p:nvSpPr>
        <p:spPr>
          <a:xfrm>
            <a:off x="5448499" y="21931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09" name="Shape 607"/>
          <p:cNvSpPr/>
          <p:nvPr/>
        </p:nvSpPr>
        <p:spPr>
          <a:xfrm>
            <a:off x="5446896" y="21852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0" name="Text 608"/>
          <p:cNvSpPr/>
          <p:nvPr/>
        </p:nvSpPr>
        <p:spPr>
          <a:xfrm>
            <a:off x="5446896" y="21852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1" name="Shape 609"/>
          <p:cNvSpPr/>
          <p:nvPr/>
        </p:nvSpPr>
        <p:spPr>
          <a:xfrm>
            <a:off x="5446904" y="21854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2" name="Text 610"/>
          <p:cNvSpPr/>
          <p:nvPr/>
        </p:nvSpPr>
        <p:spPr>
          <a:xfrm>
            <a:off x="5446904" y="21854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3" name="Shape 611"/>
          <p:cNvSpPr/>
          <p:nvPr/>
        </p:nvSpPr>
        <p:spPr>
          <a:xfrm>
            <a:off x="5446946" y="21854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4" name="Text 612"/>
          <p:cNvSpPr/>
          <p:nvPr/>
        </p:nvSpPr>
        <p:spPr>
          <a:xfrm>
            <a:off x="5446946" y="21854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5" name="Shape 613"/>
          <p:cNvSpPr/>
          <p:nvPr/>
        </p:nvSpPr>
        <p:spPr>
          <a:xfrm>
            <a:off x="5448341" y="21752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6" name="Text 614"/>
          <p:cNvSpPr/>
          <p:nvPr/>
        </p:nvSpPr>
        <p:spPr>
          <a:xfrm>
            <a:off x="5448341" y="21752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7" name="Shape 615"/>
          <p:cNvSpPr/>
          <p:nvPr/>
        </p:nvSpPr>
        <p:spPr>
          <a:xfrm>
            <a:off x="5448794" y="21885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8" name="Text 616"/>
          <p:cNvSpPr/>
          <p:nvPr/>
        </p:nvSpPr>
        <p:spPr>
          <a:xfrm>
            <a:off x="5448794" y="21885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9" name="Shape 617"/>
          <p:cNvSpPr/>
          <p:nvPr/>
        </p:nvSpPr>
        <p:spPr>
          <a:xfrm>
            <a:off x="5444967" y="21667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0" name="Text 618"/>
          <p:cNvSpPr/>
          <p:nvPr/>
        </p:nvSpPr>
        <p:spPr>
          <a:xfrm>
            <a:off x="5444967" y="21667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1" name="Shape 619"/>
          <p:cNvSpPr/>
          <p:nvPr/>
        </p:nvSpPr>
        <p:spPr>
          <a:xfrm>
            <a:off x="5448327" y="21887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2" name="Text 620"/>
          <p:cNvSpPr/>
          <p:nvPr/>
        </p:nvSpPr>
        <p:spPr>
          <a:xfrm>
            <a:off x="5448327" y="21887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3" name="Shape 621"/>
          <p:cNvSpPr/>
          <p:nvPr/>
        </p:nvSpPr>
        <p:spPr>
          <a:xfrm>
            <a:off x="5449335" y="21859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4" name="Text 622"/>
          <p:cNvSpPr/>
          <p:nvPr/>
        </p:nvSpPr>
        <p:spPr>
          <a:xfrm>
            <a:off x="5449335" y="21859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5" name="Shape 623"/>
          <p:cNvSpPr/>
          <p:nvPr/>
        </p:nvSpPr>
        <p:spPr>
          <a:xfrm>
            <a:off x="5449259" y="21868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6" name="Text 624"/>
          <p:cNvSpPr/>
          <p:nvPr/>
        </p:nvSpPr>
        <p:spPr>
          <a:xfrm>
            <a:off x="5449259" y="21868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7" name="Shape 625"/>
          <p:cNvSpPr/>
          <p:nvPr/>
        </p:nvSpPr>
        <p:spPr>
          <a:xfrm>
            <a:off x="5447073" y="21705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8" name="Text 626"/>
          <p:cNvSpPr/>
          <p:nvPr/>
        </p:nvSpPr>
        <p:spPr>
          <a:xfrm>
            <a:off x="5447073" y="21705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29" name="Shape 627"/>
          <p:cNvSpPr/>
          <p:nvPr/>
        </p:nvSpPr>
        <p:spPr>
          <a:xfrm>
            <a:off x="5447982" y="21800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0" name="Text 628"/>
          <p:cNvSpPr/>
          <p:nvPr/>
        </p:nvSpPr>
        <p:spPr>
          <a:xfrm>
            <a:off x="5447982" y="21800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1" name="Shape 629"/>
          <p:cNvSpPr/>
          <p:nvPr/>
        </p:nvSpPr>
        <p:spPr>
          <a:xfrm>
            <a:off x="5446967" y="21814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2" name="Text 630"/>
          <p:cNvSpPr/>
          <p:nvPr/>
        </p:nvSpPr>
        <p:spPr>
          <a:xfrm>
            <a:off x="5446967" y="21814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3" name="Shape 631"/>
          <p:cNvSpPr/>
          <p:nvPr/>
        </p:nvSpPr>
        <p:spPr>
          <a:xfrm>
            <a:off x="5446300" y="21648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4" name="Text 632"/>
          <p:cNvSpPr/>
          <p:nvPr/>
        </p:nvSpPr>
        <p:spPr>
          <a:xfrm>
            <a:off x="5446300" y="21648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35" name="Shape 633"/>
          <p:cNvSpPr/>
          <p:nvPr/>
        </p:nvSpPr>
        <p:spPr>
          <a:xfrm>
            <a:off x="5446363" y="21648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6" name="Text 634"/>
          <p:cNvSpPr/>
          <p:nvPr/>
        </p:nvSpPr>
        <p:spPr>
          <a:xfrm>
            <a:off x="5446363" y="21648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37" name="Shape 635"/>
          <p:cNvSpPr/>
          <p:nvPr/>
        </p:nvSpPr>
        <p:spPr>
          <a:xfrm>
            <a:off x="5447141" y="21697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8" name="Text 636"/>
          <p:cNvSpPr/>
          <p:nvPr/>
        </p:nvSpPr>
        <p:spPr>
          <a:xfrm>
            <a:off x="5447141" y="21697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39" name="Shape 637"/>
          <p:cNvSpPr/>
          <p:nvPr/>
        </p:nvSpPr>
        <p:spPr>
          <a:xfrm>
            <a:off x="5449325" y="21855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0" name="Text 638"/>
          <p:cNvSpPr/>
          <p:nvPr/>
        </p:nvSpPr>
        <p:spPr>
          <a:xfrm>
            <a:off x="5449325" y="21855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41" name="Shape 639"/>
          <p:cNvSpPr/>
          <p:nvPr/>
        </p:nvSpPr>
        <p:spPr>
          <a:xfrm>
            <a:off x="5447933" y="21808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2" name="Text 640"/>
          <p:cNvSpPr/>
          <p:nvPr/>
        </p:nvSpPr>
        <p:spPr>
          <a:xfrm>
            <a:off x="5447933" y="21808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43" name="Shape 641"/>
          <p:cNvSpPr/>
          <p:nvPr/>
        </p:nvSpPr>
        <p:spPr>
          <a:xfrm>
            <a:off x="925687" y="54726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4" name="Text 642"/>
          <p:cNvSpPr/>
          <p:nvPr/>
        </p:nvSpPr>
        <p:spPr>
          <a:xfrm>
            <a:off x="925687" y="54726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45" name="Shape 643"/>
          <p:cNvSpPr/>
          <p:nvPr/>
        </p:nvSpPr>
        <p:spPr>
          <a:xfrm>
            <a:off x="5446285" y="21837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6" name="Text 644"/>
          <p:cNvSpPr/>
          <p:nvPr/>
        </p:nvSpPr>
        <p:spPr>
          <a:xfrm>
            <a:off x="5446285" y="21837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47" name="Shape 645"/>
          <p:cNvSpPr/>
          <p:nvPr/>
        </p:nvSpPr>
        <p:spPr>
          <a:xfrm>
            <a:off x="5445943" y="21906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5445943" y="21906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49" name="Shape 647"/>
          <p:cNvSpPr/>
          <p:nvPr/>
        </p:nvSpPr>
        <p:spPr>
          <a:xfrm>
            <a:off x="5448593" y="21806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0" name="Text 648"/>
          <p:cNvSpPr/>
          <p:nvPr/>
        </p:nvSpPr>
        <p:spPr>
          <a:xfrm>
            <a:off x="5448593" y="21806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51" name="Shape 649"/>
          <p:cNvSpPr/>
          <p:nvPr/>
        </p:nvSpPr>
        <p:spPr>
          <a:xfrm>
            <a:off x="5443874" y="21748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2" name="Text 650"/>
          <p:cNvSpPr/>
          <p:nvPr/>
        </p:nvSpPr>
        <p:spPr>
          <a:xfrm>
            <a:off x="5443874" y="21748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53" name="Shape 651"/>
          <p:cNvSpPr/>
          <p:nvPr/>
        </p:nvSpPr>
        <p:spPr>
          <a:xfrm>
            <a:off x="5446037" y="21620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5446037" y="21620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55" name="Shape 653"/>
          <p:cNvSpPr/>
          <p:nvPr/>
        </p:nvSpPr>
        <p:spPr>
          <a:xfrm>
            <a:off x="5447123" y="21704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6" name="Text 654"/>
          <p:cNvSpPr/>
          <p:nvPr/>
        </p:nvSpPr>
        <p:spPr>
          <a:xfrm>
            <a:off x="5447123" y="21704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57" name="Shape 655"/>
          <p:cNvSpPr/>
          <p:nvPr/>
        </p:nvSpPr>
        <p:spPr>
          <a:xfrm>
            <a:off x="5446433" y="21636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8" name="Text 656"/>
          <p:cNvSpPr/>
          <p:nvPr/>
        </p:nvSpPr>
        <p:spPr>
          <a:xfrm>
            <a:off x="5446433" y="21636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59" name="Shape 657"/>
          <p:cNvSpPr/>
          <p:nvPr/>
        </p:nvSpPr>
        <p:spPr>
          <a:xfrm>
            <a:off x="5446288" y="21659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5446288" y="2165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61" name="Shape 659"/>
          <p:cNvSpPr/>
          <p:nvPr/>
        </p:nvSpPr>
        <p:spPr>
          <a:xfrm>
            <a:off x="5446425" y="21650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5446425" y="21650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63" name="Shape 661"/>
          <p:cNvSpPr/>
          <p:nvPr/>
        </p:nvSpPr>
        <p:spPr>
          <a:xfrm>
            <a:off x="5446282" y="21660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5446282" y="21660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65" name="Shape 663"/>
          <p:cNvSpPr/>
          <p:nvPr/>
        </p:nvSpPr>
        <p:spPr>
          <a:xfrm>
            <a:off x="5446435" y="21657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6" name="Text 664"/>
          <p:cNvSpPr/>
          <p:nvPr/>
        </p:nvSpPr>
        <p:spPr>
          <a:xfrm>
            <a:off x="5446435" y="21657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67" name="Shape 665"/>
          <p:cNvSpPr/>
          <p:nvPr/>
        </p:nvSpPr>
        <p:spPr>
          <a:xfrm>
            <a:off x="5446423" y="21651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5446423" y="21651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69" name="Shape 667"/>
          <p:cNvSpPr/>
          <p:nvPr/>
        </p:nvSpPr>
        <p:spPr>
          <a:xfrm>
            <a:off x="5446429" y="21654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0" name="Text 668"/>
          <p:cNvSpPr/>
          <p:nvPr/>
        </p:nvSpPr>
        <p:spPr>
          <a:xfrm>
            <a:off x="5446429" y="21654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71" name="Shape 669"/>
          <p:cNvSpPr/>
          <p:nvPr/>
        </p:nvSpPr>
        <p:spPr>
          <a:xfrm>
            <a:off x="5446330" y="21661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5446330" y="216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73" name="Shape 671"/>
          <p:cNvSpPr/>
          <p:nvPr/>
        </p:nvSpPr>
        <p:spPr>
          <a:xfrm>
            <a:off x="5447385" y="21660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4" name="Text 672"/>
          <p:cNvSpPr/>
          <p:nvPr/>
        </p:nvSpPr>
        <p:spPr>
          <a:xfrm>
            <a:off x="5447385" y="21660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75" name="Shape 673"/>
          <p:cNvSpPr/>
          <p:nvPr/>
        </p:nvSpPr>
        <p:spPr>
          <a:xfrm>
            <a:off x="5447260" y="21809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6" name="Text 674"/>
          <p:cNvSpPr/>
          <p:nvPr/>
        </p:nvSpPr>
        <p:spPr>
          <a:xfrm>
            <a:off x="5447260" y="21809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77" name="Shape 675"/>
          <p:cNvSpPr/>
          <p:nvPr/>
        </p:nvSpPr>
        <p:spPr>
          <a:xfrm>
            <a:off x="5447608" y="21914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8" name="Text 676"/>
          <p:cNvSpPr/>
          <p:nvPr/>
        </p:nvSpPr>
        <p:spPr>
          <a:xfrm>
            <a:off x="5447608" y="21914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79" name="Shape 677"/>
          <p:cNvSpPr/>
          <p:nvPr/>
        </p:nvSpPr>
        <p:spPr>
          <a:xfrm>
            <a:off x="5446290" y="21745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0" name="Text 678"/>
          <p:cNvSpPr/>
          <p:nvPr/>
        </p:nvSpPr>
        <p:spPr>
          <a:xfrm>
            <a:off x="5446290" y="2174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81" name="Shape 679"/>
          <p:cNvSpPr/>
          <p:nvPr/>
        </p:nvSpPr>
        <p:spPr>
          <a:xfrm>
            <a:off x="5447084" y="21591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5447084" y="21591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83" name="Shape 681"/>
          <p:cNvSpPr/>
          <p:nvPr/>
        </p:nvSpPr>
        <p:spPr>
          <a:xfrm>
            <a:off x="5449075" y="21860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4" name="Text 682"/>
          <p:cNvSpPr/>
          <p:nvPr/>
        </p:nvSpPr>
        <p:spPr>
          <a:xfrm>
            <a:off x="5449075" y="21860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85" name="Shape 683"/>
          <p:cNvSpPr/>
          <p:nvPr/>
        </p:nvSpPr>
        <p:spPr>
          <a:xfrm>
            <a:off x="5447184" y="21580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5447184" y="21580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87" name="Shape 685"/>
          <p:cNvSpPr/>
          <p:nvPr/>
        </p:nvSpPr>
        <p:spPr>
          <a:xfrm>
            <a:off x="5446909" y="21594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8" name="Text 686"/>
          <p:cNvSpPr/>
          <p:nvPr/>
        </p:nvSpPr>
        <p:spPr>
          <a:xfrm>
            <a:off x="5446909" y="2159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89" name="Shape 687"/>
          <p:cNvSpPr/>
          <p:nvPr/>
        </p:nvSpPr>
        <p:spPr>
          <a:xfrm>
            <a:off x="5444968" y="21673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0" name="Text 688"/>
          <p:cNvSpPr/>
          <p:nvPr/>
        </p:nvSpPr>
        <p:spPr>
          <a:xfrm>
            <a:off x="5444968" y="21673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1" name="Shape 689"/>
          <p:cNvSpPr/>
          <p:nvPr/>
        </p:nvSpPr>
        <p:spPr>
          <a:xfrm>
            <a:off x="5446296" y="21756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2" name="Text 690"/>
          <p:cNvSpPr/>
          <p:nvPr/>
        </p:nvSpPr>
        <p:spPr>
          <a:xfrm>
            <a:off x="5446296" y="21756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3" name="Shape 691"/>
          <p:cNvSpPr/>
          <p:nvPr/>
        </p:nvSpPr>
        <p:spPr>
          <a:xfrm>
            <a:off x="5447084" y="21813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4" name="Text 692"/>
          <p:cNvSpPr/>
          <p:nvPr/>
        </p:nvSpPr>
        <p:spPr>
          <a:xfrm>
            <a:off x="5447084" y="21813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5" name="Shape 693"/>
          <p:cNvSpPr/>
          <p:nvPr/>
        </p:nvSpPr>
        <p:spPr>
          <a:xfrm>
            <a:off x="5449824" y="21772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6" name="Text 694"/>
          <p:cNvSpPr/>
          <p:nvPr/>
        </p:nvSpPr>
        <p:spPr>
          <a:xfrm>
            <a:off x="5449824" y="2177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7" name="Shape 695"/>
          <p:cNvSpPr/>
          <p:nvPr/>
        </p:nvSpPr>
        <p:spPr>
          <a:xfrm>
            <a:off x="5445897" y="21665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8" name="Text 696"/>
          <p:cNvSpPr/>
          <p:nvPr/>
        </p:nvSpPr>
        <p:spPr>
          <a:xfrm>
            <a:off x="5445897" y="21665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9" name="Shape 697"/>
          <p:cNvSpPr/>
          <p:nvPr/>
        </p:nvSpPr>
        <p:spPr>
          <a:xfrm>
            <a:off x="5448960" y="21790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0" name="Text 698"/>
          <p:cNvSpPr/>
          <p:nvPr/>
        </p:nvSpPr>
        <p:spPr>
          <a:xfrm>
            <a:off x="5448960" y="21790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01" name="Shape 699"/>
          <p:cNvSpPr/>
          <p:nvPr/>
        </p:nvSpPr>
        <p:spPr>
          <a:xfrm>
            <a:off x="5447609" y="21920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2" name="Text 700"/>
          <p:cNvSpPr/>
          <p:nvPr/>
        </p:nvSpPr>
        <p:spPr>
          <a:xfrm>
            <a:off x="5447609" y="21920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03" name="Shape 701"/>
          <p:cNvSpPr/>
          <p:nvPr/>
        </p:nvSpPr>
        <p:spPr>
          <a:xfrm>
            <a:off x="5446604" y="21777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4" name="Text 702"/>
          <p:cNvSpPr/>
          <p:nvPr/>
        </p:nvSpPr>
        <p:spPr>
          <a:xfrm>
            <a:off x="5446604" y="21777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05" name="Shape 703"/>
          <p:cNvSpPr/>
          <p:nvPr/>
        </p:nvSpPr>
        <p:spPr>
          <a:xfrm>
            <a:off x="5446738" y="21606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6" name="Text 704"/>
          <p:cNvSpPr/>
          <p:nvPr/>
        </p:nvSpPr>
        <p:spPr>
          <a:xfrm>
            <a:off x="5446738" y="21606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07" name="Shape 705"/>
          <p:cNvSpPr/>
          <p:nvPr/>
        </p:nvSpPr>
        <p:spPr>
          <a:xfrm>
            <a:off x="5446325" y="21662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8" name="Text 706"/>
          <p:cNvSpPr/>
          <p:nvPr/>
        </p:nvSpPr>
        <p:spPr>
          <a:xfrm>
            <a:off x="5446325" y="21662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09" name="Shape 707"/>
          <p:cNvSpPr/>
          <p:nvPr/>
        </p:nvSpPr>
        <p:spPr>
          <a:xfrm>
            <a:off x="5446433" y="21634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0" name="Text 708"/>
          <p:cNvSpPr/>
          <p:nvPr/>
        </p:nvSpPr>
        <p:spPr>
          <a:xfrm>
            <a:off x="5446433" y="216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11" name="Shape 709"/>
          <p:cNvSpPr/>
          <p:nvPr/>
        </p:nvSpPr>
        <p:spPr>
          <a:xfrm>
            <a:off x="5446407" y="21659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2" name="Text 710"/>
          <p:cNvSpPr/>
          <p:nvPr/>
        </p:nvSpPr>
        <p:spPr>
          <a:xfrm>
            <a:off x="5446407" y="21659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13" name="Shape 711"/>
          <p:cNvSpPr/>
          <p:nvPr/>
        </p:nvSpPr>
        <p:spPr>
          <a:xfrm>
            <a:off x="5446642" y="21878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4" name="Text 712"/>
          <p:cNvSpPr/>
          <p:nvPr/>
        </p:nvSpPr>
        <p:spPr>
          <a:xfrm>
            <a:off x="5446642" y="21878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15" name="Shape 713"/>
          <p:cNvSpPr/>
          <p:nvPr/>
        </p:nvSpPr>
        <p:spPr>
          <a:xfrm>
            <a:off x="5445138" y="21865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6" name="Text 714"/>
          <p:cNvSpPr/>
          <p:nvPr/>
        </p:nvSpPr>
        <p:spPr>
          <a:xfrm>
            <a:off x="5445138" y="21865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17" name="Shape 715"/>
          <p:cNvSpPr/>
          <p:nvPr/>
        </p:nvSpPr>
        <p:spPr>
          <a:xfrm>
            <a:off x="5446349" y="21655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8" name="Text 716"/>
          <p:cNvSpPr/>
          <p:nvPr/>
        </p:nvSpPr>
        <p:spPr>
          <a:xfrm>
            <a:off x="5446349" y="21655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19" name="Shape 717"/>
          <p:cNvSpPr/>
          <p:nvPr/>
        </p:nvSpPr>
        <p:spPr>
          <a:xfrm>
            <a:off x="5445205" y="21947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0" name="Text 718"/>
          <p:cNvSpPr/>
          <p:nvPr/>
        </p:nvSpPr>
        <p:spPr>
          <a:xfrm>
            <a:off x="5445205" y="219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21" name="Shape 719"/>
          <p:cNvSpPr/>
          <p:nvPr/>
        </p:nvSpPr>
        <p:spPr>
          <a:xfrm>
            <a:off x="5447498" y="21912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2" name="Text 720"/>
          <p:cNvSpPr/>
          <p:nvPr/>
        </p:nvSpPr>
        <p:spPr>
          <a:xfrm>
            <a:off x="5447498" y="21912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23" name="Shape 721"/>
          <p:cNvSpPr/>
          <p:nvPr/>
        </p:nvSpPr>
        <p:spPr>
          <a:xfrm>
            <a:off x="5444292" y="21923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4" name="Text 722"/>
          <p:cNvSpPr/>
          <p:nvPr/>
        </p:nvSpPr>
        <p:spPr>
          <a:xfrm>
            <a:off x="5444292" y="2192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25" name="Shape 723"/>
          <p:cNvSpPr/>
          <p:nvPr/>
        </p:nvSpPr>
        <p:spPr>
          <a:xfrm>
            <a:off x="5446099" y="21681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6" name="Text 724"/>
          <p:cNvSpPr/>
          <p:nvPr/>
        </p:nvSpPr>
        <p:spPr>
          <a:xfrm>
            <a:off x="5446099" y="21681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27" name="Shape 725"/>
          <p:cNvSpPr/>
          <p:nvPr/>
        </p:nvSpPr>
        <p:spPr>
          <a:xfrm>
            <a:off x="5445998" y="21910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8" name="Text 726"/>
          <p:cNvSpPr/>
          <p:nvPr/>
        </p:nvSpPr>
        <p:spPr>
          <a:xfrm>
            <a:off x="5445998" y="21910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29" name="Shape 727"/>
          <p:cNvSpPr/>
          <p:nvPr/>
        </p:nvSpPr>
        <p:spPr>
          <a:xfrm>
            <a:off x="5443285" y="21845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0" name="Text 728"/>
          <p:cNvSpPr/>
          <p:nvPr/>
        </p:nvSpPr>
        <p:spPr>
          <a:xfrm>
            <a:off x="5443285" y="21845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31" name="Shape 729"/>
          <p:cNvSpPr/>
          <p:nvPr/>
        </p:nvSpPr>
        <p:spPr>
          <a:xfrm>
            <a:off x="5448394" y="21867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2" name="Text 730"/>
          <p:cNvSpPr/>
          <p:nvPr/>
        </p:nvSpPr>
        <p:spPr>
          <a:xfrm>
            <a:off x="5448394" y="21867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33" name="Shape 731"/>
          <p:cNvSpPr/>
          <p:nvPr/>
        </p:nvSpPr>
        <p:spPr>
          <a:xfrm>
            <a:off x="5445243" y="21747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5445243" y="217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35" name="Shape 733"/>
          <p:cNvSpPr/>
          <p:nvPr/>
        </p:nvSpPr>
        <p:spPr>
          <a:xfrm>
            <a:off x="5444827" y="21671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6" name="Text 734"/>
          <p:cNvSpPr/>
          <p:nvPr/>
        </p:nvSpPr>
        <p:spPr>
          <a:xfrm>
            <a:off x="5444827" y="21671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37" name="Shape 735"/>
          <p:cNvSpPr/>
          <p:nvPr/>
        </p:nvSpPr>
        <p:spPr>
          <a:xfrm>
            <a:off x="5446795" y="21777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8" name="Text 736"/>
          <p:cNvSpPr/>
          <p:nvPr/>
        </p:nvSpPr>
        <p:spPr>
          <a:xfrm>
            <a:off x="5446795" y="21777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39" name="Shape 737"/>
          <p:cNvSpPr/>
          <p:nvPr/>
        </p:nvSpPr>
        <p:spPr>
          <a:xfrm>
            <a:off x="5446316" y="21810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0" name="Text 738"/>
          <p:cNvSpPr/>
          <p:nvPr/>
        </p:nvSpPr>
        <p:spPr>
          <a:xfrm>
            <a:off x="5446316" y="21810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41" name="Shape 739"/>
          <p:cNvSpPr/>
          <p:nvPr/>
        </p:nvSpPr>
        <p:spPr>
          <a:xfrm>
            <a:off x="5445966" y="21832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2" name="Text 740"/>
          <p:cNvSpPr/>
          <p:nvPr/>
        </p:nvSpPr>
        <p:spPr>
          <a:xfrm>
            <a:off x="5445966" y="21832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43" name="Shape 741"/>
          <p:cNvSpPr/>
          <p:nvPr/>
        </p:nvSpPr>
        <p:spPr>
          <a:xfrm>
            <a:off x="5445991" y="21708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4" name="Text 742"/>
          <p:cNvSpPr/>
          <p:nvPr/>
        </p:nvSpPr>
        <p:spPr>
          <a:xfrm>
            <a:off x="5445991" y="2170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45" name="Shape 743"/>
          <p:cNvSpPr/>
          <p:nvPr/>
        </p:nvSpPr>
        <p:spPr>
          <a:xfrm>
            <a:off x="5445962" y="21710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6" name="Text 744"/>
          <p:cNvSpPr/>
          <p:nvPr/>
        </p:nvSpPr>
        <p:spPr>
          <a:xfrm>
            <a:off x="5445962" y="21710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47" name="Shape 745"/>
          <p:cNvSpPr/>
          <p:nvPr/>
        </p:nvSpPr>
        <p:spPr>
          <a:xfrm>
            <a:off x="5445978" y="21711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8" name="Text 746"/>
          <p:cNvSpPr/>
          <p:nvPr/>
        </p:nvSpPr>
        <p:spPr>
          <a:xfrm>
            <a:off x="5445978" y="2171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49" name="Shape 747"/>
          <p:cNvSpPr/>
          <p:nvPr/>
        </p:nvSpPr>
        <p:spPr>
          <a:xfrm>
            <a:off x="5446379" y="21785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0" name="Text 748"/>
          <p:cNvSpPr/>
          <p:nvPr/>
        </p:nvSpPr>
        <p:spPr>
          <a:xfrm>
            <a:off x="5446379" y="21785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1" name="Shape 749"/>
          <p:cNvSpPr/>
          <p:nvPr/>
        </p:nvSpPr>
        <p:spPr>
          <a:xfrm>
            <a:off x="5447312" y="21777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2" name="Text 750"/>
          <p:cNvSpPr/>
          <p:nvPr/>
        </p:nvSpPr>
        <p:spPr>
          <a:xfrm>
            <a:off x="5447312" y="21777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3" name="Shape 751"/>
          <p:cNvSpPr/>
          <p:nvPr/>
        </p:nvSpPr>
        <p:spPr>
          <a:xfrm>
            <a:off x="5447312" y="21778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4" name="Text 752"/>
          <p:cNvSpPr/>
          <p:nvPr/>
        </p:nvSpPr>
        <p:spPr>
          <a:xfrm>
            <a:off x="5447312" y="21778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5" name="Shape 753"/>
          <p:cNvSpPr/>
          <p:nvPr/>
        </p:nvSpPr>
        <p:spPr>
          <a:xfrm>
            <a:off x="5447645" y="21695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6" name="Text 754"/>
          <p:cNvSpPr/>
          <p:nvPr/>
        </p:nvSpPr>
        <p:spPr>
          <a:xfrm>
            <a:off x="5447645" y="21695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7" name="Shape 755"/>
          <p:cNvSpPr/>
          <p:nvPr/>
        </p:nvSpPr>
        <p:spPr>
          <a:xfrm>
            <a:off x="5448038" y="21725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8" name="Text 756"/>
          <p:cNvSpPr/>
          <p:nvPr/>
        </p:nvSpPr>
        <p:spPr>
          <a:xfrm>
            <a:off x="5448038" y="21725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9" name="Shape 757"/>
          <p:cNvSpPr/>
          <p:nvPr/>
        </p:nvSpPr>
        <p:spPr>
          <a:xfrm>
            <a:off x="5447679" y="21860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0" name="Text 758"/>
          <p:cNvSpPr/>
          <p:nvPr/>
        </p:nvSpPr>
        <p:spPr>
          <a:xfrm>
            <a:off x="5447679" y="21860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61" name="Shape 759"/>
          <p:cNvSpPr/>
          <p:nvPr/>
        </p:nvSpPr>
        <p:spPr>
          <a:xfrm>
            <a:off x="5448352" y="21804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2" name="Text 760"/>
          <p:cNvSpPr/>
          <p:nvPr/>
        </p:nvSpPr>
        <p:spPr>
          <a:xfrm>
            <a:off x="5448352" y="2180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63" name="Shape 761"/>
          <p:cNvSpPr/>
          <p:nvPr/>
        </p:nvSpPr>
        <p:spPr>
          <a:xfrm>
            <a:off x="5448373" y="21839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4" name="Text 762"/>
          <p:cNvSpPr/>
          <p:nvPr/>
        </p:nvSpPr>
        <p:spPr>
          <a:xfrm>
            <a:off x="5448373" y="2183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65" name="Shape 763"/>
          <p:cNvSpPr/>
          <p:nvPr/>
        </p:nvSpPr>
        <p:spPr>
          <a:xfrm>
            <a:off x="5445674" y="21866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6" name="Text 764"/>
          <p:cNvSpPr/>
          <p:nvPr/>
        </p:nvSpPr>
        <p:spPr>
          <a:xfrm>
            <a:off x="5445674" y="21866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67" name="Shape 765"/>
          <p:cNvSpPr/>
          <p:nvPr/>
        </p:nvSpPr>
        <p:spPr>
          <a:xfrm>
            <a:off x="5443402" y="21802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8" name="Text 766"/>
          <p:cNvSpPr/>
          <p:nvPr/>
        </p:nvSpPr>
        <p:spPr>
          <a:xfrm>
            <a:off x="5443402" y="21802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69" name="Shape 767"/>
          <p:cNvSpPr/>
          <p:nvPr/>
        </p:nvSpPr>
        <p:spPr>
          <a:xfrm>
            <a:off x="5447246" y="21893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0" name="Text 768"/>
          <p:cNvSpPr/>
          <p:nvPr/>
        </p:nvSpPr>
        <p:spPr>
          <a:xfrm>
            <a:off x="5447246" y="21893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1" name="Shape 769"/>
          <p:cNvSpPr/>
          <p:nvPr/>
        </p:nvSpPr>
        <p:spPr>
          <a:xfrm>
            <a:off x="5447145" y="21882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2" name="Text 770"/>
          <p:cNvSpPr/>
          <p:nvPr/>
        </p:nvSpPr>
        <p:spPr>
          <a:xfrm>
            <a:off x="5447145" y="2188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3" name="Shape 771"/>
          <p:cNvSpPr/>
          <p:nvPr/>
        </p:nvSpPr>
        <p:spPr>
          <a:xfrm>
            <a:off x="5443463" y="21843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4" name="Text 772"/>
          <p:cNvSpPr/>
          <p:nvPr/>
        </p:nvSpPr>
        <p:spPr>
          <a:xfrm>
            <a:off x="5443463" y="2184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5" name="Shape 773"/>
          <p:cNvSpPr/>
          <p:nvPr/>
        </p:nvSpPr>
        <p:spPr>
          <a:xfrm>
            <a:off x="5446235" y="21898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6" name="Text 774"/>
          <p:cNvSpPr/>
          <p:nvPr/>
        </p:nvSpPr>
        <p:spPr>
          <a:xfrm>
            <a:off x="5446235" y="21898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7" name="Shape 775"/>
          <p:cNvSpPr/>
          <p:nvPr/>
        </p:nvSpPr>
        <p:spPr>
          <a:xfrm>
            <a:off x="5445408" y="21874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8" name="Text 776"/>
          <p:cNvSpPr/>
          <p:nvPr/>
        </p:nvSpPr>
        <p:spPr>
          <a:xfrm>
            <a:off x="5445408" y="21874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9" name="Shape 777"/>
          <p:cNvSpPr/>
          <p:nvPr/>
        </p:nvSpPr>
        <p:spPr>
          <a:xfrm>
            <a:off x="5446370" y="21846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0" name="Text 778"/>
          <p:cNvSpPr/>
          <p:nvPr/>
        </p:nvSpPr>
        <p:spPr>
          <a:xfrm>
            <a:off x="5446370" y="2184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81" name="Shape 779"/>
          <p:cNvSpPr/>
          <p:nvPr/>
        </p:nvSpPr>
        <p:spPr>
          <a:xfrm>
            <a:off x="5448514" y="21871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2" name="Text 780"/>
          <p:cNvSpPr/>
          <p:nvPr/>
        </p:nvSpPr>
        <p:spPr>
          <a:xfrm>
            <a:off x="5448514" y="21871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83" name="Shape 781"/>
          <p:cNvSpPr/>
          <p:nvPr/>
        </p:nvSpPr>
        <p:spPr>
          <a:xfrm>
            <a:off x="5447766" y="21809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4" name="Text 782"/>
          <p:cNvSpPr/>
          <p:nvPr/>
        </p:nvSpPr>
        <p:spPr>
          <a:xfrm>
            <a:off x="5447766" y="21809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85" name="Shape 783"/>
          <p:cNvSpPr/>
          <p:nvPr/>
        </p:nvSpPr>
        <p:spPr>
          <a:xfrm>
            <a:off x="5446135" y="21680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6" name="Text 784"/>
          <p:cNvSpPr/>
          <p:nvPr/>
        </p:nvSpPr>
        <p:spPr>
          <a:xfrm>
            <a:off x="5446135" y="21680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87" name="Shape 785"/>
          <p:cNvSpPr/>
          <p:nvPr/>
        </p:nvSpPr>
        <p:spPr>
          <a:xfrm>
            <a:off x="925743" y="54723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8" name="Text 786"/>
          <p:cNvSpPr/>
          <p:nvPr/>
        </p:nvSpPr>
        <p:spPr>
          <a:xfrm>
            <a:off x="925743" y="54723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89" name="Shape 787"/>
          <p:cNvSpPr/>
          <p:nvPr/>
        </p:nvSpPr>
        <p:spPr>
          <a:xfrm>
            <a:off x="925712" y="54724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0" name="Text 788"/>
          <p:cNvSpPr/>
          <p:nvPr/>
        </p:nvSpPr>
        <p:spPr>
          <a:xfrm>
            <a:off x="925712" y="547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1" name="Shape 789"/>
          <p:cNvSpPr/>
          <p:nvPr/>
        </p:nvSpPr>
        <p:spPr>
          <a:xfrm>
            <a:off x="5445805" y="21842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2" name="Text 790"/>
          <p:cNvSpPr/>
          <p:nvPr/>
        </p:nvSpPr>
        <p:spPr>
          <a:xfrm>
            <a:off x="5445805" y="21842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3" name="Shape 791"/>
          <p:cNvSpPr/>
          <p:nvPr/>
        </p:nvSpPr>
        <p:spPr>
          <a:xfrm>
            <a:off x="5445927" y="21906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4" name="Text 792"/>
          <p:cNvSpPr/>
          <p:nvPr/>
        </p:nvSpPr>
        <p:spPr>
          <a:xfrm>
            <a:off x="5445927" y="21906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5" name="Shape 793"/>
          <p:cNvSpPr/>
          <p:nvPr/>
        </p:nvSpPr>
        <p:spPr>
          <a:xfrm>
            <a:off x="5444172" y="21720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6" name="Text 794"/>
          <p:cNvSpPr/>
          <p:nvPr/>
        </p:nvSpPr>
        <p:spPr>
          <a:xfrm>
            <a:off x="5444172" y="21720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7" name="Shape 795"/>
          <p:cNvSpPr/>
          <p:nvPr/>
        </p:nvSpPr>
        <p:spPr>
          <a:xfrm>
            <a:off x="5444848" y="21820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8" name="Text 796"/>
          <p:cNvSpPr/>
          <p:nvPr/>
        </p:nvSpPr>
        <p:spPr>
          <a:xfrm>
            <a:off x="5444848" y="2182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9" name="Shape 797"/>
          <p:cNvSpPr/>
          <p:nvPr/>
        </p:nvSpPr>
        <p:spPr>
          <a:xfrm>
            <a:off x="5445551" y="21936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0" name="Text 798"/>
          <p:cNvSpPr/>
          <p:nvPr/>
        </p:nvSpPr>
        <p:spPr>
          <a:xfrm>
            <a:off x="5445551" y="2193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01" name="Shape 799"/>
          <p:cNvSpPr/>
          <p:nvPr/>
        </p:nvSpPr>
        <p:spPr>
          <a:xfrm>
            <a:off x="5447956" y="21800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2" name="Text 800"/>
          <p:cNvSpPr/>
          <p:nvPr/>
        </p:nvSpPr>
        <p:spPr>
          <a:xfrm>
            <a:off x="5447956" y="21800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03" name="Shape 801"/>
          <p:cNvSpPr/>
          <p:nvPr/>
        </p:nvSpPr>
        <p:spPr>
          <a:xfrm>
            <a:off x="5448037" y="218083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4" name="Text 802"/>
          <p:cNvSpPr/>
          <p:nvPr/>
        </p:nvSpPr>
        <p:spPr>
          <a:xfrm>
            <a:off x="5448037" y="21808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05" name="Shape 803"/>
          <p:cNvSpPr/>
          <p:nvPr/>
        </p:nvSpPr>
        <p:spPr>
          <a:xfrm>
            <a:off x="5448577" y="21888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6" name="Text 804"/>
          <p:cNvSpPr/>
          <p:nvPr/>
        </p:nvSpPr>
        <p:spPr>
          <a:xfrm>
            <a:off x="5448577" y="2188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07" name="Shape 805"/>
          <p:cNvSpPr/>
          <p:nvPr/>
        </p:nvSpPr>
        <p:spPr>
          <a:xfrm>
            <a:off x="5445265" y="21663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8" name="Text 806"/>
          <p:cNvSpPr/>
          <p:nvPr/>
        </p:nvSpPr>
        <p:spPr>
          <a:xfrm>
            <a:off x="5445265" y="21663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09" name="Shape 807"/>
          <p:cNvSpPr/>
          <p:nvPr/>
        </p:nvSpPr>
        <p:spPr>
          <a:xfrm>
            <a:off x="5448020" y="21719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0" name="Text 808"/>
          <p:cNvSpPr/>
          <p:nvPr/>
        </p:nvSpPr>
        <p:spPr>
          <a:xfrm>
            <a:off x="5448020" y="21719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11" name="Shape 809"/>
          <p:cNvSpPr/>
          <p:nvPr/>
        </p:nvSpPr>
        <p:spPr>
          <a:xfrm>
            <a:off x="5448413" y="21805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2" name="Text 810"/>
          <p:cNvSpPr/>
          <p:nvPr/>
        </p:nvSpPr>
        <p:spPr>
          <a:xfrm>
            <a:off x="5448413" y="2180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13" name="Shape 811"/>
          <p:cNvSpPr/>
          <p:nvPr/>
        </p:nvSpPr>
        <p:spPr>
          <a:xfrm>
            <a:off x="926201" y="54772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4" name="Text 812"/>
          <p:cNvSpPr/>
          <p:nvPr/>
        </p:nvSpPr>
        <p:spPr>
          <a:xfrm>
            <a:off x="926201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15" name="Shape 813"/>
          <p:cNvSpPr/>
          <p:nvPr/>
        </p:nvSpPr>
        <p:spPr>
          <a:xfrm>
            <a:off x="925721" y="54635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6" name="Text 814"/>
          <p:cNvSpPr/>
          <p:nvPr/>
        </p:nvSpPr>
        <p:spPr>
          <a:xfrm>
            <a:off x="925721" y="54635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17" name="Shape 815"/>
          <p:cNvSpPr/>
          <p:nvPr/>
        </p:nvSpPr>
        <p:spPr>
          <a:xfrm>
            <a:off x="5447033" y="21588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8" name="Text 816"/>
          <p:cNvSpPr/>
          <p:nvPr/>
        </p:nvSpPr>
        <p:spPr>
          <a:xfrm>
            <a:off x="5447033" y="21588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19" name="Shape 817"/>
          <p:cNvSpPr/>
          <p:nvPr/>
        </p:nvSpPr>
        <p:spPr>
          <a:xfrm>
            <a:off x="5446432" y="21656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0" name="Text 818"/>
          <p:cNvSpPr/>
          <p:nvPr/>
        </p:nvSpPr>
        <p:spPr>
          <a:xfrm>
            <a:off x="5446432" y="21656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21" name="Shape 819"/>
          <p:cNvSpPr/>
          <p:nvPr/>
        </p:nvSpPr>
        <p:spPr>
          <a:xfrm>
            <a:off x="5446323" y="21643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2" name="Text 820"/>
          <p:cNvSpPr/>
          <p:nvPr/>
        </p:nvSpPr>
        <p:spPr>
          <a:xfrm>
            <a:off x="5446323" y="21643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23" name="Shape 821"/>
          <p:cNvSpPr/>
          <p:nvPr/>
        </p:nvSpPr>
        <p:spPr>
          <a:xfrm>
            <a:off x="5446287" y="21808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4" name="Text 822"/>
          <p:cNvSpPr/>
          <p:nvPr/>
        </p:nvSpPr>
        <p:spPr>
          <a:xfrm>
            <a:off x="5446287" y="21808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25" name="Shape 823"/>
          <p:cNvSpPr/>
          <p:nvPr/>
        </p:nvSpPr>
        <p:spPr>
          <a:xfrm>
            <a:off x="5448438" y="21867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6" name="Text 824"/>
          <p:cNvSpPr/>
          <p:nvPr/>
        </p:nvSpPr>
        <p:spPr>
          <a:xfrm>
            <a:off x="5448438" y="21867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27" name="Shape 825"/>
          <p:cNvSpPr/>
          <p:nvPr/>
        </p:nvSpPr>
        <p:spPr>
          <a:xfrm>
            <a:off x="5446905" y="21604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8" name="Text 826"/>
          <p:cNvSpPr/>
          <p:nvPr/>
        </p:nvSpPr>
        <p:spPr>
          <a:xfrm>
            <a:off x="5446905" y="216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29" name="Shape 827"/>
          <p:cNvSpPr/>
          <p:nvPr/>
        </p:nvSpPr>
        <p:spPr>
          <a:xfrm>
            <a:off x="5446058" y="21714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0" name="Text 828"/>
          <p:cNvSpPr/>
          <p:nvPr/>
        </p:nvSpPr>
        <p:spPr>
          <a:xfrm>
            <a:off x="5446058" y="21714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31" name="Shape 829"/>
          <p:cNvSpPr/>
          <p:nvPr/>
        </p:nvSpPr>
        <p:spPr>
          <a:xfrm>
            <a:off x="5444629" y="21881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2" name="Text 830"/>
          <p:cNvSpPr/>
          <p:nvPr/>
        </p:nvSpPr>
        <p:spPr>
          <a:xfrm>
            <a:off x="5444629" y="2188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33" name="Shape 831"/>
          <p:cNvSpPr/>
          <p:nvPr/>
        </p:nvSpPr>
        <p:spPr>
          <a:xfrm>
            <a:off x="5446419" y="21798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4" name="Text 832"/>
          <p:cNvSpPr/>
          <p:nvPr/>
        </p:nvSpPr>
        <p:spPr>
          <a:xfrm>
            <a:off x="5446419" y="21798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35" name="Shape 833"/>
          <p:cNvSpPr/>
          <p:nvPr/>
        </p:nvSpPr>
        <p:spPr>
          <a:xfrm>
            <a:off x="5448361" y="2183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6" name="Text 834"/>
          <p:cNvSpPr/>
          <p:nvPr/>
        </p:nvSpPr>
        <p:spPr>
          <a:xfrm>
            <a:off x="5448361" y="2183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37" name="Shape 835"/>
          <p:cNvSpPr/>
          <p:nvPr/>
        </p:nvSpPr>
        <p:spPr>
          <a:xfrm>
            <a:off x="5446344" y="21656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38" name="Text 836"/>
          <p:cNvSpPr/>
          <p:nvPr/>
        </p:nvSpPr>
        <p:spPr>
          <a:xfrm>
            <a:off x="5446344" y="216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39" name="Shape 837"/>
          <p:cNvSpPr/>
          <p:nvPr/>
        </p:nvSpPr>
        <p:spPr>
          <a:xfrm>
            <a:off x="5445852" y="21706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0" name="Text 838"/>
          <p:cNvSpPr/>
          <p:nvPr/>
        </p:nvSpPr>
        <p:spPr>
          <a:xfrm>
            <a:off x="5445852" y="21706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41" name="Shape 839"/>
          <p:cNvSpPr/>
          <p:nvPr/>
        </p:nvSpPr>
        <p:spPr>
          <a:xfrm>
            <a:off x="5446676" y="21788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2" name="Text 840"/>
          <p:cNvSpPr/>
          <p:nvPr/>
        </p:nvSpPr>
        <p:spPr>
          <a:xfrm>
            <a:off x="5446676" y="21788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43" name="Shape 841"/>
          <p:cNvSpPr/>
          <p:nvPr/>
        </p:nvSpPr>
        <p:spPr>
          <a:xfrm>
            <a:off x="925707" y="54722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4" name="Text 842"/>
          <p:cNvSpPr/>
          <p:nvPr/>
        </p:nvSpPr>
        <p:spPr>
          <a:xfrm>
            <a:off x="925707" y="54722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45" name="Shape 843"/>
          <p:cNvSpPr/>
          <p:nvPr/>
        </p:nvSpPr>
        <p:spPr>
          <a:xfrm>
            <a:off x="5446757" y="21602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6" name="Text 844"/>
          <p:cNvSpPr/>
          <p:nvPr/>
        </p:nvSpPr>
        <p:spPr>
          <a:xfrm>
            <a:off x="5446757" y="2160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47" name="Shape 845"/>
          <p:cNvSpPr/>
          <p:nvPr/>
        </p:nvSpPr>
        <p:spPr>
          <a:xfrm>
            <a:off x="5448252" y="217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8" name="Text 846"/>
          <p:cNvSpPr/>
          <p:nvPr/>
        </p:nvSpPr>
        <p:spPr>
          <a:xfrm>
            <a:off x="5448252" y="217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49" name="Shape 847"/>
          <p:cNvSpPr/>
          <p:nvPr/>
        </p:nvSpPr>
        <p:spPr>
          <a:xfrm>
            <a:off x="5444632" y="21777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0" name="Text 848"/>
          <p:cNvSpPr/>
          <p:nvPr/>
        </p:nvSpPr>
        <p:spPr>
          <a:xfrm>
            <a:off x="5444632" y="21777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1" name="Shape 849"/>
          <p:cNvSpPr/>
          <p:nvPr/>
        </p:nvSpPr>
        <p:spPr>
          <a:xfrm>
            <a:off x="5446069" y="21621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2" name="Text 850"/>
          <p:cNvSpPr/>
          <p:nvPr/>
        </p:nvSpPr>
        <p:spPr>
          <a:xfrm>
            <a:off x="5446069" y="2162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3" name="Shape 851"/>
          <p:cNvSpPr/>
          <p:nvPr/>
        </p:nvSpPr>
        <p:spPr>
          <a:xfrm>
            <a:off x="5448173" y="21785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4" name="Text 852"/>
          <p:cNvSpPr/>
          <p:nvPr/>
        </p:nvSpPr>
        <p:spPr>
          <a:xfrm>
            <a:off x="5448173" y="21785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5" name="Shape 853"/>
          <p:cNvSpPr/>
          <p:nvPr/>
        </p:nvSpPr>
        <p:spPr>
          <a:xfrm>
            <a:off x="5445803" y="21703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6" name="Text 854"/>
          <p:cNvSpPr/>
          <p:nvPr/>
        </p:nvSpPr>
        <p:spPr>
          <a:xfrm>
            <a:off x="5445803" y="2170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7" name="Shape 855"/>
          <p:cNvSpPr/>
          <p:nvPr/>
        </p:nvSpPr>
        <p:spPr>
          <a:xfrm>
            <a:off x="924838" y="54656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8" name="Text 856"/>
          <p:cNvSpPr/>
          <p:nvPr/>
        </p:nvSpPr>
        <p:spPr>
          <a:xfrm>
            <a:off x="924838" y="54656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9" name="Shape 857"/>
          <p:cNvSpPr/>
          <p:nvPr/>
        </p:nvSpPr>
        <p:spPr>
          <a:xfrm>
            <a:off x="926278" y="54721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0" name="Text 858"/>
          <p:cNvSpPr/>
          <p:nvPr/>
        </p:nvSpPr>
        <p:spPr>
          <a:xfrm>
            <a:off x="926278" y="54721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61" name="Shape 859"/>
          <p:cNvSpPr/>
          <p:nvPr/>
        </p:nvSpPr>
        <p:spPr>
          <a:xfrm>
            <a:off x="924903" y="54743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2" name="Text 860"/>
          <p:cNvSpPr/>
          <p:nvPr/>
        </p:nvSpPr>
        <p:spPr>
          <a:xfrm>
            <a:off x="924903" y="5474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63" name="Shape 861"/>
          <p:cNvSpPr/>
          <p:nvPr/>
        </p:nvSpPr>
        <p:spPr>
          <a:xfrm>
            <a:off x="925680" y="54740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4" name="Text 862"/>
          <p:cNvSpPr/>
          <p:nvPr/>
        </p:nvSpPr>
        <p:spPr>
          <a:xfrm>
            <a:off x="925680" y="54740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65" name="Shape 863"/>
          <p:cNvSpPr/>
          <p:nvPr/>
        </p:nvSpPr>
        <p:spPr>
          <a:xfrm>
            <a:off x="5447683" y="21920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6" name="Text 864"/>
          <p:cNvSpPr/>
          <p:nvPr/>
        </p:nvSpPr>
        <p:spPr>
          <a:xfrm>
            <a:off x="5447683" y="2192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67" name="Shape 865"/>
          <p:cNvSpPr/>
          <p:nvPr/>
        </p:nvSpPr>
        <p:spPr>
          <a:xfrm>
            <a:off x="5447875" y="21807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8" name="Text 866"/>
          <p:cNvSpPr/>
          <p:nvPr/>
        </p:nvSpPr>
        <p:spPr>
          <a:xfrm>
            <a:off x="5447875" y="21807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69" name="Shape 867"/>
          <p:cNvSpPr/>
          <p:nvPr/>
        </p:nvSpPr>
        <p:spPr>
          <a:xfrm>
            <a:off x="5447029" y="21876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0" name="Text 868"/>
          <p:cNvSpPr/>
          <p:nvPr/>
        </p:nvSpPr>
        <p:spPr>
          <a:xfrm>
            <a:off x="5447029" y="21876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71" name="Shape 869"/>
          <p:cNvSpPr/>
          <p:nvPr/>
        </p:nvSpPr>
        <p:spPr>
          <a:xfrm>
            <a:off x="5447638" y="21776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2" name="Text 870"/>
          <p:cNvSpPr/>
          <p:nvPr/>
        </p:nvSpPr>
        <p:spPr>
          <a:xfrm>
            <a:off x="5447638" y="21776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73" name="Shape 871"/>
          <p:cNvSpPr/>
          <p:nvPr/>
        </p:nvSpPr>
        <p:spPr>
          <a:xfrm>
            <a:off x="5446003" y="21673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4" name="Text 872"/>
          <p:cNvSpPr/>
          <p:nvPr/>
        </p:nvSpPr>
        <p:spPr>
          <a:xfrm>
            <a:off x="5446003" y="21673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75" name="Shape 873"/>
          <p:cNvSpPr/>
          <p:nvPr/>
        </p:nvSpPr>
        <p:spPr>
          <a:xfrm>
            <a:off x="5447808" y="21799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6" name="Text 874"/>
          <p:cNvSpPr/>
          <p:nvPr/>
        </p:nvSpPr>
        <p:spPr>
          <a:xfrm>
            <a:off x="5447808" y="21799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77" name="Shape 875"/>
          <p:cNvSpPr/>
          <p:nvPr/>
        </p:nvSpPr>
        <p:spPr>
          <a:xfrm>
            <a:off x="5448238" y="21791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8" name="Text 876"/>
          <p:cNvSpPr/>
          <p:nvPr/>
        </p:nvSpPr>
        <p:spPr>
          <a:xfrm>
            <a:off x="5448238" y="2179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79" name="Shape 877"/>
          <p:cNvSpPr/>
          <p:nvPr/>
        </p:nvSpPr>
        <p:spPr>
          <a:xfrm>
            <a:off x="5447847" y="21807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0" name="Text 878"/>
          <p:cNvSpPr/>
          <p:nvPr/>
        </p:nvSpPr>
        <p:spPr>
          <a:xfrm>
            <a:off x="5447847" y="21807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81" name="Shape 879"/>
          <p:cNvSpPr/>
          <p:nvPr/>
        </p:nvSpPr>
        <p:spPr>
          <a:xfrm>
            <a:off x="5445895" y="21834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2" name="Text 880"/>
          <p:cNvSpPr/>
          <p:nvPr/>
        </p:nvSpPr>
        <p:spPr>
          <a:xfrm>
            <a:off x="5445895" y="21834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83" name="Shape 881"/>
          <p:cNvSpPr/>
          <p:nvPr/>
        </p:nvSpPr>
        <p:spPr>
          <a:xfrm>
            <a:off x="5446875" y="21848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4" name="Text 882"/>
          <p:cNvSpPr/>
          <p:nvPr/>
        </p:nvSpPr>
        <p:spPr>
          <a:xfrm>
            <a:off x="5446875" y="218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85" name="Shape 883"/>
          <p:cNvSpPr/>
          <p:nvPr/>
        </p:nvSpPr>
        <p:spPr>
          <a:xfrm>
            <a:off x="5447630" y="21775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6" name="Text 884"/>
          <p:cNvSpPr/>
          <p:nvPr/>
        </p:nvSpPr>
        <p:spPr>
          <a:xfrm>
            <a:off x="5447630" y="21775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87" name="Shape 885"/>
          <p:cNvSpPr/>
          <p:nvPr/>
        </p:nvSpPr>
        <p:spPr>
          <a:xfrm>
            <a:off x="5446897" y="21853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8" name="Text 886"/>
          <p:cNvSpPr/>
          <p:nvPr/>
        </p:nvSpPr>
        <p:spPr>
          <a:xfrm>
            <a:off x="5446897" y="2185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89" name="Shape 887"/>
          <p:cNvSpPr/>
          <p:nvPr/>
        </p:nvSpPr>
        <p:spPr>
          <a:xfrm>
            <a:off x="5447312" y="21893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0" name="Text 888"/>
          <p:cNvSpPr/>
          <p:nvPr/>
        </p:nvSpPr>
        <p:spPr>
          <a:xfrm>
            <a:off x="5447312" y="2189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91" name="Shape 889"/>
          <p:cNvSpPr/>
          <p:nvPr/>
        </p:nvSpPr>
        <p:spPr>
          <a:xfrm>
            <a:off x="5446989" y="21856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2" name="Text 890"/>
          <p:cNvSpPr/>
          <p:nvPr/>
        </p:nvSpPr>
        <p:spPr>
          <a:xfrm>
            <a:off x="5446989" y="21856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93" name="Shape 891"/>
          <p:cNvSpPr/>
          <p:nvPr/>
        </p:nvSpPr>
        <p:spPr>
          <a:xfrm>
            <a:off x="5445939" y="21834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4" name="Text 892"/>
          <p:cNvSpPr/>
          <p:nvPr/>
        </p:nvSpPr>
        <p:spPr>
          <a:xfrm>
            <a:off x="5445939" y="21834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95" name="Shape 893"/>
          <p:cNvSpPr/>
          <p:nvPr/>
        </p:nvSpPr>
        <p:spPr>
          <a:xfrm>
            <a:off x="5448042" y="21691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6" name="Text 894"/>
          <p:cNvSpPr/>
          <p:nvPr/>
        </p:nvSpPr>
        <p:spPr>
          <a:xfrm>
            <a:off x="5448042" y="21691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97" name="Shape 895"/>
          <p:cNvSpPr/>
          <p:nvPr/>
        </p:nvSpPr>
        <p:spPr>
          <a:xfrm>
            <a:off x="5446375" y="21852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98" name="Text 896"/>
          <p:cNvSpPr/>
          <p:nvPr/>
        </p:nvSpPr>
        <p:spPr>
          <a:xfrm>
            <a:off x="5446375" y="21852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99" name="Shape 897"/>
          <p:cNvSpPr/>
          <p:nvPr/>
        </p:nvSpPr>
        <p:spPr>
          <a:xfrm>
            <a:off x="5446959" y="2185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0" name="Text 898"/>
          <p:cNvSpPr/>
          <p:nvPr/>
        </p:nvSpPr>
        <p:spPr>
          <a:xfrm>
            <a:off x="5446959" y="2185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901" name="Shape 899"/>
          <p:cNvSpPr/>
          <p:nvPr/>
        </p:nvSpPr>
        <p:spPr>
          <a:xfrm>
            <a:off x="898165" y="544458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2" name="Text 900"/>
          <p:cNvSpPr/>
          <p:nvPr/>
        </p:nvSpPr>
        <p:spPr>
          <a:xfrm>
            <a:off x="898165" y="54445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03" name="Shape 901"/>
          <p:cNvSpPr/>
          <p:nvPr/>
        </p:nvSpPr>
        <p:spPr>
          <a:xfrm>
            <a:off x="5419157" y="21590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4" name="Text 902"/>
          <p:cNvSpPr/>
          <p:nvPr/>
        </p:nvSpPr>
        <p:spPr>
          <a:xfrm>
            <a:off x="5419157" y="21590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05" name="Shape 903"/>
          <p:cNvSpPr/>
          <p:nvPr/>
        </p:nvSpPr>
        <p:spPr>
          <a:xfrm>
            <a:off x="5420344" y="216514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6" name="Text 904"/>
          <p:cNvSpPr/>
          <p:nvPr/>
        </p:nvSpPr>
        <p:spPr>
          <a:xfrm>
            <a:off x="5420344" y="216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07" name="Shape 905"/>
          <p:cNvSpPr/>
          <p:nvPr/>
        </p:nvSpPr>
        <p:spPr>
          <a:xfrm>
            <a:off x="5419821" y="21613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8" name="Text 906"/>
          <p:cNvSpPr/>
          <p:nvPr/>
        </p:nvSpPr>
        <p:spPr>
          <a:xfrm>
            <a:off x="5419821" y="21613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09" name="Shape 907"/>
          <p:cNvSpPr/>
          <p:nvPr/>
        </p:nvSpPr>
        <p:spPr>
          <a:xfrm>
            <a:off x="5419123" y="21572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0" name="Text 908"/>
          <p:cNvSpPr/>
          <p:nvPr/>
        </p:nvSpPr>
        <p:spPr>
          <a:xfrm>
            <a:off x="5419123" y="21572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11" name="Shape 909"/>
          <p:cNvSpPr/>
          <p:nvPr/>
        </p:nvSpPr>
        <p:spPr>
          <a:xfrm>
            <a:off x="5418866" y="21539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2" name="Text 910"/>
          <p:cNvSpPr/>
          <p:nvPr/>
        </p:nvSpPr>
        <p:spPr>
          <a:xfrm>
            <a:off x="5418866" y="21539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13" name="Shape 911"/>
          <p:cNvSpPr/>
          <p:nvPr/>
        </p:nvSpPr>
        <p:spPr>
          <a:xfrm>
            <a:off x="5420743" y="21528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4" name="Text 912"/>
          <p:cNvSpPr/>
          <p:nvPr/>
        </p:nvSpPr>
        <p:spPr>
          <a:xfrm>
            <a:off x="5420743" y="21528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15" name="Shape 913"/>
          <p:cNvSpPr/>
          <p:nvPr/>
        </p:nvSpPr>
        <p:spPr>
          <a:xfrm>
            <a:off x="5420368" y="214836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6" name="Text 914"/>
          <p:cNvSpPr/>
          <p:nvPr/>
        </p:nvSpPr>
        <p:spPr>
          <a:xfrm>
            <a:off x="5420368" y="21483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17" name="Shape 915"/>
          <p:cNvSpPr/>
          <p:nvPr/>
        </p:nvSpPr>
        <p:spPr>
          <a:xfrm>
            <a:off x="5418635" y="21417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18" name="Text 916"/>
          <p:cNvSpPr/>
          <p:nvPr/>
        </p:nvSpPr>
        <p:spPr>
          <a:xfrm>
            <a:off x="5418635" y="21417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19" name="Shape 917"/>
          <p:cNvSpPr/>
          <p:nvPr/>
        </p:nvSpPr>
        <p:spPr>
          <a:xfrm>
            <a:off x="5419203" y="214205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0" name="Text 918"/>
          <p:cNvSpPr/>
          <p:nvPr/>
        </p:nvSpPr>
        <p:spPr>
          <a:xfrm>
            <a:off x="5419203" y="21420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21" name="Shape 919"/>
          <p:cNvSpPr/>
          <p:nvPr/>
        </p:nvSpPr>
        <p:spPr>
          <a:xfrm>
            <a:off x="5418874" y="213905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2" name="Text 920"/>
          <p:cNvSpPr/>
          <p:nvPr/>
        </p:nvSpPr>
        <p:spPr>
          <a:xfrm>
            <a:off x="5418874" y="21390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23" name="Shape 921"/>
          <p:cNvSpPr/>
          <p:nvPr/>
        </p:nvSpPr>
        <p:spPr>
          <a:xfrm>
            <a:off x="5421712" y="21469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4" name="Text 922"/>
          <p:cNvSpPr/>
          <p:nvPr/>
        </p:nvSpPr>
        <p:spPr>
          <a:xfrm>
            <a:off x="5421712" y="21469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25" name="Shape 923"/>
          <p:cNvSpPr/>
          <p:nvPr/>
        </p:nvSpPr>
        <p:spPr>
          <a:xfrm>
            <a:off x="5420169" y="21641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6" name="Text 924"/>
          <p:cNvSpPr/>
          <p:nvPr/>
        </p:nvSpPr>
        <p:spPr>
          <a:xfrm>
            <a:off x="5420169" y="21641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27" name="Shape 925"/>
          <p:cNvSpPr/>
          <p:nvPr/>
        </p:nvSpPr>
        <p:spPr>
          <a:xfrm>
            <a:off x="898088" y="544360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8" name="Text 926"/>
          <p:cNvSpPr/>
          <p:nvPr/>
        </p:nvSpPr>
        <p:spPr>
          <a:xfrm>
            <a:off x="898088" y="54436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29" name="Shape 927"/>
          <p:cNvSpPr/>
          <p:nvPr/>
        </p:nvSpPr>
        <p:spPr>
          <a:xfrm>
            <a:off x="5416511" y="214996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0" name="Text 928"/>
          <p:cNvSpPr/>
          <p:nvPr/>
        </p:nvSpPr>
        <p:spPr>
          <a:xfrm>
            <a:off x="5416511" y="21499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31" name="Shape 929"/>
          <p:cNvSpPr/>
          <p:nvPr/>
        </p:nvSpPr>
        <p:spPr>
          <a:xfrm>
            <a:off x="5419803" y="21613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2" name="Text 930"/>
          <p:cNvSpPr/>
          <p:nvPr/>
        </p:nvSpPr>
        <p:spPr>
          <a:xfrm>
            <a:off x="5419803" y="21613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933" name="Shape 931"/>
          <p:cNvSpPr/>
          <p:nvPr/>
        </p:nvSpPr>
        <p:spPr>
          <a:xfrm>
            <a:off x="5418366" y="21364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4" name="Text 932"/>
          <p:cNvSpPr/>
          <p:nvPr/>
        </p:nvSpPr>
        <p:spPr>
          <a:xfrm>
            <a:off x="5418366" y="21364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935" name="Shape 933"/>
          <p:cNvSpPr/>
          <p:nvPr/>
        </p:nvSpPr>
        <p:spPr>
          <a:xfrm>
            <a:off x="5421121" y="21535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6" name="Text 934"/>
          <p:cNvSpPr/>
          <p:nvPr/>
        </p:nvSpPr>
        <p:spPr>
          <a:xfrm>
            <a:off x="5421121" y="21535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937" name="Shape 935"/>
          <p:cNvSpPr/>
          <p:nvPr/>
        </p:nvSpPr>
        <p:spPr>
          <a:xfrm>
            <a:off x="5418906" y="213775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8" name="Text 936"/>
          <p:cNvSpPr/>
          <p:nvPr/>
        </p:nvSpPr>
        <p:spPr>
          <a:xfrm>
            <a:off x="5418906" y="21377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939" name="Shape 937"/>
          <p:cNvSpPr/>
          <p:nvPr/>
        </p:nvSpPr>
        <p:spPr>
          <a:xfrm>
            <a:off x="5420906" y="21593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0" name="Text 938"/>
          <p:cNvSpPr/>
          <p:nvPr/>
        </p:nvSpPr>
        <p:spPr>
          <a:xfrm>
            <a:off x="5420906" y="21593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41" name="Shape 939"/>
          <p:cNvSpPr/>
          <p:nvPr/>
        </p:nvSpPr>
        <p:spPr>
          <a:xfrm>
            <a:off x="5420362" y="215334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2" name="Text 940"/>
          <p:cNvSpPr/>
          <p:nvPr/>
        </p:nvSpPr>
        <p:spPr>
          <a:xfrm>
            <a:off x="5420362" y="21533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43" name="Shape 941"/>
          <p:cNvSpPr/>
          <p:nvPr/>
        </p:nvSpPr>
        <p:spPr>
          <a:xfrm>
            <a:off x="5418997" y="21363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4" name="Text 942"/>
          <p:cNvSpPr/>
          <p:nvPr/>
        </p:nvSpPr>
        <p:spPr>
          <a:xfrm>
            <a:off x="5418997" y="21363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45" name="Shape 943"/>
          <p:cNvSpPr/>
          <p:nvPr/>
        </p:nvSpPr>
        <p:spPr>
          <a:xfrm>
            <a:off x="5418086" y="213806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6" name="Text 944"/>
          <p:cNvSpPr/>
          <p:nvPr/>
        </p:nvSpPr>
        <p:spPr>
          <a:xfrm>
            <a:off x="5418086" y="21380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47" name="Shape 945"/>
          <p:cNvSpPr/>
          <p:nvPr/>
        </p:nvSpPr>
        <p:spPr>
          <a:xfrm>
            <a:off x="5418778" y="21434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8" name="Text 946"/>
          <p:cNvSpPr/>
          <p:nvPr/>
        </p:nvSpPr>
        <p:spPr>
          <a:xfrm>
            <a:off x="5418778" y="2143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49" name="Shape 947"/>
          <p:cNvSpPr/>
          <p:nvPr/>
        </p:nvSpPr>
        <p:spPr>
          <a:xfrm>
            <a:off x="5418260" y="215955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0" name="Text 948"/>
          <p:cNvSpPr/>
          <p:nvPr/>
        </p:nvSpPr>
        <p:spPr>
          <a:xfrm>
            <a:off x="5418260" y="21595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51" name="Shape 949"/>
          <p:cNvSpPr/>
          <p:nvPr/>
        </p:nvSpPr>
        <p:spPr>
          <a:xfrm>
            <a:off x="5419014" y="216149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2" name="Text 950"/>
          <p:cNvSpPr/>
          <p:nvPr/>
        </p:nvSpPr>
        <p:spPr>
          <a:xfrm>
            <a:off x="5419014" y="2161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53" name="Shape 951"/>
          <p:cNvSpPr/>
          <p:nvPr/>
        </p:nvSpPr>
        <p:spPr>
          <a:xfrm>
            <a:off x="5419805" y="21579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4" name="Text 952"/>
          <p:cNvSpPr/>
          <p:nvPr/>
        </p:nvSpPr>
        <p:spPr>
          <a:xfrm>
            <a:off x="5419805" y="21579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55" name="Shape 953"/>
          <p:cNvSpPr/>
          <p:nvPr/>
        </p:nvSpPr>
        <p:spPr>
          <a:xfrm>
            <a:off x="5418052" y="21534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6" name="Text 954"/>
          <p:cNvSpPr/>
          <p:nvPr/>
        </p:nvSpPr>
        <p:spPr>
          <a:xfrm>
            <a:off x="5418052" y="21534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57" name="Shape 955"/>
          <p:cNvSpPr/>
          <p:nvPr/>
        </p:nvSpPr>
        <p:spPr>
          <a:xfrm>
            <a:off x="5420039" y="21525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58" name="Text 956"/>
          <p:cNvSpPr/>
          <p:nvPr/>
        </p:nvSpPr>
        <p:spPr>
          <a:xfrm>
            <a:off x="5420039" y="21525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59" name="Shape 957"/>
          <p:cNvSpPr/>
          <p:nvPr/>
        </p:nvSpPr>
        <p:spPr>
          <a:xfrm>
            <a:off x="5420542" y="21370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0" name="Text 958"/>
          <p:cNvSpPr/>
          <p:nvPr/>
        </p:nvSpPr>
        <p:spPr>
          <a:xfrm>
            <a:off x="5420542" y="2137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61" name="Shape 959"/>
          <p:cNvSpPr/>
          <p:nvPr/>
        </p:nvSpPr>
        <p:spPr>
          <a:xfrm>
            <a:off x="5419257" y="213307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2" name="Text 960"/>
          <p:cNvSpPr/>
          <p:nvPr/>
        </p:nvSpPr>
        <p:spPr>
          <a:xfrm>
            <a:off x="5419257" y="21330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963" name="Shape 961"/>
          <p:cNvSpPr/>
          <p:nvPr/>
        </p:nvSpPr>
        <p:spPr>
          <a:xfrm>
            <a:off x="5420338" y="21370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4" name="Text 962"/>
          <p:cNvSpPr/>
          <p:nvPr/>
        </p:nvSpPr>
        <p:spPr>
          <a:xfrm>
            <a:off x="5420338" y="213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965" name="Shape 963"/>
          <p:cNvSpPr/>
          <p:nvPr/>
        </p:nvSpPr>
        <p:spPr>
          <a:xfrm>
            <a:off x="5419864" y="21534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6" name="Text 964"/>
          <p:cNvSpPr/>
          <p:nvPr/>
        </p:nvSpPr>
        <p:spPr>
          <a:xfrm>
            <a:off x="5419864" y="21534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967" name="Shape 965"/>
          <p:cNvSpPr/>
          <p:nvPr/>
        </p:nvSpPr>
        <p:spPr>
          <a:xfrm>
            <a:off x="5419572" y="216282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8" name="Text 966"/>
          <p:cNvSpPr/>
          <p:nvPr/>
        </p:nvSpPr>
        <p:spPr>
          <a:xfrm>
            <a:off x="5419572" y="2162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969" name="Shape 967"/>
          <p:cNvSpPr/>
          <p:nvPr/>
        </p:nvSpPr>
        <p:spPr>
          <a:xfrm>
            <a:off x="5419783" y="214107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0" name="Text 968"/>
          <p:cNvSpPr/>
          <p:nvPr/>
        </p:nvSpPr>
        <p:spPr>
          <a:xfrm>
            <a:off x="5419783" y="21410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71" name="Shape 969"/>
          <p:cNvSpPr/>
          <p:nvPr/>
        </p:nvSpPr>
        <p:spPr>
          <a:xfrm>
            <a:off x="5420632" y="21428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2" name="Text 970"/>
          <p:cNvSpPr/>
          <p:nvPr/>
        </p:nvSpPr>
        <p:spPr>
          <a:xfrm>
            <a:off x="5420632" y="21428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73" name="Shape 971"/>
          <p:cNvSpPr/>
          <p:nvPr/>
        </p:nvSpPr>
        <p:spPr>
          <a:xfrm>
            <a:off x="5418561" y="21432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4" name="Text 972"/>
          <p:cNvSpPr/>
          <p:nvPr/>
        </p:nvSpPr>
        <p:spPr>
          <a:xfrm>
            <a:off x="5418561" y="21432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75" name="Shape 973"/>
          <p:cNvSpPr/>
          <p:nvPr/>
        </p:nvSpPr>
        <p:spPr>
          <a:xfrm>
            <a:off x="5419432" y="213209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6" name="Text 974"/>
          <p:cNvSpPr/>
          <p:nvPr/>
        </p:nvSpPr>
        <p:spPr>
          <a:xfrm>
            <a:off x="5419432" y="21320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77" name="Shape 975"/>
          <p:cNvSpPr/>
          <p:nvPr/>
        </p:nvSpPr>
        <p:spPr>
          <a:xfrm>
            <a:off x="5416081" y="215654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78" name="Text 976"/>
          <p:cNvSpPr/>
          <p:nvPr/>
        </p:nvSpPr>
        <p:spPr>
          <a:xfrm>
            <a:off x="5416081" y="21565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79" name="Shape 977"/>
          <p:cNvSpPr/>
          <p:nvPr/>
        </p:nvSpPr>
        <p:spPr>
          <a:xfrm>
            <a:off x="5418530" y="214217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0" name="Text 978"/>
          <p:cNvSpPr/>
          <p:nvPr/>
        </p:nvSpPr>
        <p:spPr>
          <a:xfrm>
            <a:off x="5418530" y="21421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81" name="Shape 979"/>
          <p:cNvSpPr/>
          <p:nvPr/>
        </p:nvSpPr>
        <p:spPr>
          <a:xfrm>
            <a:off x="5415785" y="21609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2" name="Text 980"/>
          <p:cNvSpPr/>
          <p:nvPr/>
        </p:nvSpPr>
        <p:spPr>
          <a:xfrm>
            <a:off x="5415785" y="21609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83" name="Shape 981"/>
          <p:cNvSpPr/>
          <p:nvPr/>
        </p:nvSpPr>
        <p:spPr>
          <a:xfrm>
            <a:off x="5420215" y="21379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4" name="Text 982"/>
          <p:cNvSpPr/>
          <p:nvPr/>
        </p:nvSpPr>
        <p:spPr>
          <a:xfrm>
            <a:off x="5420215" y="21379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85" name="Shape 983"/>
          <p:cNvSpPr/>
          <p:nvPr/>
        </p:nvSpPr>
        <p:spPr>
          <a:xfrm>
            <a:off x="5419667" y="21587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6" name="Text 984"/>
          <p:cNvSpPr/>
          <p:nvPr/>
        </p:nvSpPr>
        <p:spPr>
          <a:xfrm>
            <a:off x="5419667" y="21587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87" name="Shape 985"/>
          <p:cNvSpPr/>
          <p:nvPr/>
        </p:nvSpPr>
        <p:spPr>
          <a:xfrm>
            <a:off x="5416943" y="215959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8" name="Text 986"/>
          <p:cNvSpPr/>
          <p:nvPr/>
        </p:nvSpPr>
        <p:spPr>
          <a:xfrm>
            <a:off x="5416943" y="2159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89" name="Shape 987"/>
          <p:cNvSpPr/>
          <p:nvPr/>
        </p:nvSpPr>
        <p:spPr>
          <a:xfrm>
            <a:off x="5418410" y="213813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0" name="Text 988"/>
          <p:cNvSpPr/>
          <p:nvPr/>
        </p:nvSpPr>
        <p:spPr>
          <a:xfrm>
            <a:off x="5418410" y="21381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991" name="Shape 989"/>
          <p:cNvSpPr/>
          <p:nvPr/>
        </p:nvSpPr>
        <p:spPr>
          <a:xfrm>
            <a:off x="5418840" y="21620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2" name="Text 990"/>
          <p:cNvSpPr/>
          <p:nvPr/>
        </p:nvSpPr>
        <p:spPr>
          <a:xfrm>
            <a:off x="5418840" y="21620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993" name="Shape 991"/>
          <p:cNvSpPr/>
          <p:nvPr/>
        </p:nvSpPr>
        <p:spPr>
          <a:xfrm>
            <a:off x="5420421" y="21518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4" name="Text 992"/>
          <p:cNvSpPr/>
          <p:nvPr/>
        </p:nvSpPr>
        <p:spPr>
          <a:xfrm>
            <a:off x="5420421" y="21518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995" name="Shape 993"/>
          <p:cNvSpPr/>
          <p:nvPr/>
        </p:nvSpPr>
        <p:spPr>
          <a:xfrm>
            <a:off x="5418910" y="21384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6" name="Text 994"/>
          <p:cNvSpPr/>
          <p:nvPr/>
        </p:nvSpPr>
        <p:spPr>
          <a:xfrm>
            <a:off x="5418910" y="213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997" name="Shape 995"/>
          <p:cNvSpPr/>
          <p:nvPr/>
        </p:nvSpPr>
        <p:spPr>
          <a:xfrm>
            <a:off x="5421565" y="216033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8" name="Text 996"/>
          <p:cNvSpPr/>
          <p:nvPr/>
        </p:nvSpPr>
        <p:spPr>
          <a:xfrm>
            <a:off x="5421565" y="2160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999" name="Shape 997"/>
          <p:cNvSpPr/>
          <p:nvPr/>
        </p:nvSpPr>
        <p:spPr>
          <a:xfrm>
            <a:off x="5420596" y="215354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0" name="Text 998"/>
          <p:cNvSpPr/>
          <p:nvPr/>
        </p:nvSpPr>
        <p:spPr>
          <a:xfrm>
            <a:off x="5420596" y="2153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001" name="Shape 999"/>
          <p:cNvSpPr/>
          <p:nvPr/>
        </p:nvSpPr>
        <p:spPr>
          <a:xfrm>
            <a:off x="5418854" y="21374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2" name="Text 1000"/>
          <p:cNvSpPr/>
          <p:nvPr/>
        </p:nvSpPr>
        <p:spPr>
          <a:xfrm>
            <a:off x="5418854" y="21374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003" name="Shape 1001"/>
          <p:cNvSpPr/>
          <p:nvPr/>
        </p:nvSpPr>
        <p:spPr>
          <a:xfrm>
            <a:off x="5419991" y="21629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4" name="Text 1002"/>
          <p:cNvSpPr/>
          <p:nvPr/>
        </p:nvSpPr>
        <p:spPr>
          <a:xfrm>
            <a:off x="5419991" y="2162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005" name="Shape 1003"/>
          <p:cNvSpPr/>
          <p:nvPr/>
        </p:nvSpPr>
        <p:spPr>
          <a:xfrm>
            <a:off x="5418100" y="21583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6" name="Text 1004"/>
          <p:cNvSpPr/>
          <p:nvPr/>
        </p:nvSpPr>
        <p:spPr>
          <a:xfrm>
            <a:off x="5418100" y="21583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007" name="Shape 1005"/>
          <p:cNvSpPr/>
          <p:nvPr/>
        </p:nvSpPr>
        <p:spPr>
          <a:xfrm>
            <a:off x="5418666" y="215716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8" name="Text 1006"/>
          <p:cNvSpPr/>
          <p:nvPr/>
        </p:nvSpPr>
        <p:spPr>
          <a:xfrm>
            <a:off x="5418666" y="2157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009" name="Shape 1007"/>
          <p:cNvSpPr/>
          <p:nvPr/>
        </p:nvSpPr>
        <p:spPr>
          <a:xfrm>
            <a:off x="5417454" y="21569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0" name="Text 1008"/>
          <p:cNvSpPr/>
          <p:nvPr/>
        </p:nvSpPr>
        <p:spPr>
          <a:xfrm>
            <a:off x="5417454" y="21569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011" name="Shape 1009"/>
          <p:cNvSpPr/>
          <p:nvPr/>
        </p:nvSpPr>
        <p:spPr>
          <a:xfrm>
            <a:off x="5420700" y="214317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2" name="Text 1010"/>
          <p:cNvSpPr/>
          <p:nvPr/>
        </p:nvSpPr>
        <p:spPr>
          <a:xfrm>
            <a:off x="5420700" y="2143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013" name="Shape 1011"/>
          <p:cNvSpPr/>
          <p:nvPr/>
        </p:nvSpPr>
        <p:spPr>
          <a:xfrm>
            <a:off x="5416467" y="215349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4" name="Text 1012"/>
          <p:cNvSpPr/>
          <p:nvPr/>
        </p:nvSpPr>
        <p:spPr>
          <a:xfrm>
            <a:off x="5416467" y="2153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015" name="Shape 1013"/>
          <p:cNvSpPr/>
          <p:nvPr/>
        </p:nvSpPr>
        <p:spPr>
          <a:xfrm>
            <a:off x="5418895" y="213769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6" name="Text 1014"/>
          <p:cNvSpPr/>
          <p:nvPr/>
        </p:nvSpPr>
        <p:spPr>
          <a:xfrm>
            <a:off x="5418895" y="21376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017" name="Shape 1015"/>
          <p:cNvSpPr/>
          <p:nvPr/>
        </p:nvSpPr>
        <p:spPr>
          <a:xfrm>
            <a:off x="5418631" y="21405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18" name="Text 1016"/>
          <p:cNvSpPr/>
          <p:nvPr/>
        </p:nvSpPr>
        <p:spPr>
          <a:xfrm>
            <a:off x="5418631" y="21405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19" name="Shape 1017"/>
          <p:cNvSpPr/>
          <p:nvPr/>
        </p:nvSpPr>
        <p:spPr>
          <a:xfrm>
            <a:off x="5418524" y="213808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0" name="Text 1018"/>
          <p:cNvSpPr/>
          <p:nvPr/>
        </p:nvSpPr>
        <p:spPr>
          <a:xfrm>
            <a:off x="5418524" y="21380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21" name="Shape 1019"/>
          <p:cNvSpPr/>
          <p:nvPr/>
        </p:nvSpPr>
        <p:spPr>
          <a:xfrm>
            <a:off x="5417659" y="214974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2" name="Text 1020"/>
          <p:cNvSpPr/>
          <p:nvPr/>
        </p:nvSpPr>
        <p:spPr>
          <a:xfrm>
            <a:off x="5417659" y="21497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23" name="Shape 1021"/>
          <p:cNvSpPr/>
          <p:nvPr/>
        </p:nvSpPr>
        <p:spPr>
          <a:xfrm>
            <a:off x="5418979" y="215220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4" name="Text 1022"/>
          <p:cNvSpPr/>
          <p:nvPr/>
        </p:nvSpPr>
        <p:spPr>
          <a:xfrm>
            <a:off x="5418979" y="21522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25" name="Shape 1023"/>
          <p:cNvSpPr/>
          <p:nvPr/>
        </p:nvSpPr>
        <p:spPr>
          <a:xfrm>
            <a:off x="5419154" y="215785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6" name="Text 1024"/>
          <p:cNvSpPr/>
          <p:nvPr/>
        </p:nvSpPr>
        <p:spPr>
          <a:xfrm>
            <a:off x="5419154" y="21578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27" name="Shape 1025"/>
          <p:cNvSpPr/>
          <p:nvPr/>
        </p:nvSpPr>
        <p:spPr>
          <a:xfrm>
            <a:off x="5419849" y="21523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8" name="Text 1026"/>
          <p:cNvSpPr/>
          <p:nvPr/>
        </p:nvSpPr>
        <p:spPr>
          <a:xfrm>
            <a:off x="5419849" y="21523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029" name="Shape 1027"/>
          <p:cNvSpPr/>
          <p:nvPr/>
        </p:nvSpPr>
        <p:spPr>
          <a:xfrm>
            <a:off x="5417719" y="214797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0" name="Text 1028"/>
          <p:cNvSpPr/>
          <p:nvPr/>
        </p:nvSpPr>
        <p:spPr>
          <a:xfrm>
            <a:off x="5417719" y="2147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031" name="Shape 1029"/>
          <p:cNvSpPr/>
          <p:nvPr/>
        </p:nvSpPr>
        <p:spPr>
          <a:xfrm>
            <a:off x="5416776" y="21424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2" name="Text 1030"/>
          <p:cNvSpPr/>
          <p:nvPr/>
        </p:nvSpPr>
        <p:spPr>
          <a:xfrm>
            <a:off x="5416776" y="21424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033" name="Shape 1031"/>
          <p:cNvSpPr/>
          <p:nvPr/>
        </p:nvSpPr>
        <p:spPr>
          <a:xfrm>
            <a:off x="5418552" y="216316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4" name="Text 1032"/>
          <p:cNvSpPr/>
          <p:nvPr/>
        </p:nvSpPr>
        <p:spPr>
          <a:xfrm>
            <a:off x="5418552" y="21631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035" name="Shape 1033"/>
          <p:cNvSpPr/>
          <p:nvPr/>
        </p:nvSpPr>
        <p:spPr>
          <a:xfrm>
            <a:off x="5419114" y="215828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6" name="Text 1034"/>
          <p:cNvSpPr/>
          <p:nvPr/>
        </p:nvSpPr>
        <p:spPr>
          <a:xfrm>
            <a:off x="5419114" y="21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037" name="Shape 1035"/>
          <p:cNvSpPr/>
          <p:nvPr/>
        </p:nvSpPr>
        <p:spPr>
          <a:xfrm>
            <a:off x="5419864" y="21611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38" name="Text 1036"/>
          <p:cNvSpPr/>
          <p:nvPr/>
        </p:nvSpPr>
        <p:spPr>
          <a:xfrm>
            <a:off x="5419864" y="21611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039" name="Shape 1037"/>
          <p:cNvSpPr/>
          <p:nvPr/>
        </p:nvSpPr>
        <p:spPr>
          <a:xfrm>
            <a:off x="5419987" y="21526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0" name="Text 1038"/>
          <p:cNvSpPr/>
          <p:nvPr/>
        </p:nvSpPr>
        <p:spPr>
          <a:xfrm>
            <a:off x="5419987" y="21526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041" name="Shape 1039"/>
          <p:cNvSpPr/>
          <p:nvPr/>
        </p:nvSpPr>
        <p:spPr>
          <a:xfrm>
            <a:off x="5418934" y="21571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2" name="Text 1040"/>
          <p:cNvSpPr/>
          <p:nvPr/>
        </p:nvSpPr>
        <p:spPr>
          <a:xfrm>
            <a:off x="5418934" y="21571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043" name="Shape 1041"/>
          <p:cNvSpPr/>
          <p:nvPr/>
        </p:nvSpPr>
        <p:spPr>
          <a:xfrm>
            <a:off x="5419085" y="21658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4" name="Text 1042"/>
          <p:cNvSpPr/>
          <p:nvPr/>
        </p:nvSpPr>
        <p:spPr>
          <a:xfrm>
            <a:off x="5419085" y="21658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45" name="Shape 1043"/>
          <p:cNvSpPr/>
          <p:nvPr/>
        </p:nvSpPr>
        <p:spPr>
          <a:xfrm>
            <a:off x="5419761" y="21305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6" name="Text 1044"/>
          <p:cNvSpPr/>
          <p:nvPr/>
        </p:nvSpPr>
        <p:spPr>
          <a:xfrm>
            <a:off x="5419761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47" name="Shape 1045"/>
          <p:cNvSpPr/>
          <p:nvPr/>
        </p:nvSpPr>
        <p:spPr>
          <a:xfrm>
            <a:off x="5417860" y="216681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8" name="Text 1046"/>
          <p:cNvSpPr/>
          <p:nvPr/>
        </p:nvSpPr>
        <p:spPr>
          <a:xfrm>
            <a:off x="5417860" y="21668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49" name="Shape 1047"/>
          <p:cNvSpPr/>
          <p:nvPr/>
        </p:nvSpPr>
        <p:spPr>
          <a:xfrm>
            <a:off x="898233" y="54449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0" name="Text 1048"/>
          <p:cNvSpPr/>
          <p:nvPr/>
        </p:nvSpPr>
        <p:spPr>
          <a:xfrm>
            <a:off x="898233" y="54449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1" name="Shape 1049"/>
          <p:cNvSpPr/>
          <p:nvPr/>
        </p:nvSpPr>
        <p:spPr>
          <a:xfrm>
            <a:off x="898332" y="544520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2" name="Text 1050"/>
          <p:cNvSpPr/>
          <p:nvPr/>
        </p:nvSpPr>
        <p:spPr>
          <a:xfrm>
            <a:off x="898332" y="54452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3" name="Shape 1051"/>
          <p:cNvSpPr/>
          <p:nvPr/>
        </p:nvSpPr>
        <p:spPr>
          <a:xfrm>
            <a:off x="5418960" y="21394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4" name="Text 1052"/>
          <p:cNvSpPr/>
          <p:nvPr/>
        </p:nvSpPr>
        <p:spPr>
          <a:xfrm>
            <a:off x="5418960" y="21394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5" name="Shape 1053"/>
          <p:cNvSpPr/>
          <p:nvPr/>
        </p:nvSpPr>
        <p:spPr>
          <a:xfrm>
            <a:off x="5416615" y="214425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6" name="Text 1054"/>
          <p:cNvSpPr/>
          <p:nvPr/>
        </p:nvSpPr>
        <p:spPr>
          <a:xfrm>
            <a:off x="5416615" y="21442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7" name="Shape 1055"/>
          <p:cNvSpPr/>
          <p:nvPr/>
        </p:nvSpPr>
        <p:spPr>
          <a:xfrm>
            <a:off x="5416745" y="215581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8" name="Text 1056"/>
          <p:cNvSpPr/>
          <p:nvPr/>
        </p:nvSpPr>
        <p:spPr>
          <a:xfrm>
            <a:off x="5416745" y="21558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9" name="Shape 1057"/>
          <p:cNvSpPr/>
          <p:nvPr/>
        </p:nvSpPr>
        <p:spPr>
          <a:xfrm>
            <a:off x="5421894" y="21582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0" name="Text 1058"/>
          <p:cNvSpPr/>
          <p:nvPr/>
        </p:nvSpPr>
        <p:spPr>
          <a:xfrm>
            <a:off x="5421894" y="21582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61" name="Shape 1059"/>
          <p:cNvSpPr/>
          <p:nvPr/>
        </p:nvSpPr>
        <p:spPr>
          <a:xfrm>
            <a:off x="5418923" y="21523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2" name="Text 1060"/>
          <p:cNvSpPr/>
          <p:nvPr/>
        </p:nvSpPr>
        <p:spPr>
          <a:xfrm>
            <a:off x="5418923" y="21523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63" name="Shape 1061"/>
          <p:cNvSpPr/>
          <p:nvPr/>
        </p:nvSpPr>
        <p:spPr>
          <a:xfrm>
            <a:off x="5420659" y="214986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4" name="Text 1062"/>
          <p:cNvSpPr/>
          <p:nvPr/>
        </p:nvSpPr>
        <p:spPr>
          <a:xfrm>
            <a:off x="5420659" y="21498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65" name="Shape 1063"/>
          <p:cNvSpPr/>
          <p:nvPr/>
        </p:nvSpPr>
        <p:spPr>
          <a:xfrm>
            <a:off x="5421724" y="21583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6" name="Text 1064"/>
          <p:cNvSpPr/>
          <p:nvPr/>
        </p:nvSpPr>
        <p:spPr>
          <a:xfrm>
            <a:off x="5421724" y="21583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67" name="Shape 1065"/>
          <p:cNvSpPr/>
          <p:nvPr/>
        </p:nvSpPr>
        <p:spPr>
          <a:xfrm>
            <a:off x="5421157" y="21594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8" name="Text 1066"/>
          <p:cNvSpPr/>
          <p:nvPr/>
        </p:nvSpPr>
        <p:spPr>
          <a:xfrm>
            <a:off x="5421157" y="21594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69" name="Shape 1067"/>
          <p:cNvSpPr/>
          <p:nvPr/>
        </p:nvSpPr>
        <p:spPr>
          <a:xfrm>
            <a:off x="5421655" y="215910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0" name="Text 1068"/>
          <p:cNvSpPr/>
          <p:nvPr/>
        </p:nvSpPr>
        <p:spPr>
          <a:xfrm>
            <a:off x="5421655" y="21591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1" name="Shape 1069"/>
          <p:cNvSpPr/>
          <p:nvPr/>
        </p:nvSpPr>
        <p:spPr>
          <a:xfrm>
            <a:off x="5420406" y="21535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2" name="Text 1070"/>
          <p:cNvSpPr/>
          <p:nvPr/>
        </p:nvSpPr>
        <p:spPr>
          <a:xfrm>
            <a:off x="5420406" y="21535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3" name="Shape 1071"/>
          <p:cNvSpPr/>
          <p:nvPr/>
        </p:nvSpPr>
        <p:spPr>
          <a:xfrm>
            <a:off x="5420906" y="21564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4" name="Text 1072"/>
          <p:cNvSpPr/>
          <p:nvPr/>
        </p:nvSpPr>
        <p:spPr>
          <a:xfrm>
            <a:off x="5420906" y="2156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5" name="Shape 1073"/>
          <p:cNvSpPr/>
          <p:nvPr/>
        </p:nvSpPr>
        <p:spPr>
          <a:xfrm>
            <a:off x="5420880" y="215611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6" name="Text 1074"/>
          <p:cNvSpPr/>
          <p:nvPr/>
        </p:nvSpPr>
        <p:spPr>
          <a:xfrm>
            <a:off x="5420880" y="21561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7" name="Shape 1075"/>
          <p:cNvSpPr/>
          <p:nvPr/>
        </p:nvSpPr>
        <p:spPr>
          <a:xfrm>
            <a:off x="5420873" y="21556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78" name="Text 1076"/>
          <p:cNvSpPr/>
          <p:nvPr/>
        </p:nvSpPr>
        <p:spPr>
          <a:xfrm>
            <a:off x="5420873" y="21556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9" name="Shape 1077"/>
          <p:cNvSpPr/>
          <p:nvPr/>
        </p:nvSpPr>
        <p:spPr>
          <a:xfrm>
            <a:off x="5419845" y="215510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0" name="Text 1078"/>
          <p:cNvSpPr/>
          <p:nvPr/>
        </p:nvSpPr>
        <p:spPr>
          <a:xfrm>
            <a:off x="5419845" y="21551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81" name="Shape 1079"/>
          <p:cNvSpPr/>
          <p:nvPr/>
        </p:nvSpPr>
        <p:spPr>
          <a:xfrm>
            <a:off x="5419878" y="215533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2" name="Text 1080"/>
          <p:cNvSpPr/>
          <p:nvPr/>
        </p:nvSpPr>
        <p:spPr>
          <a:xfrm>
            <a:off x="5419878" y="21553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83" name="Shape 1081"/>
          <p:cNvSpPr/>
          <p:nvPr/>
        </p:nvSpPr>
        <p:spPr>
          <a:xfrm>
            <a:off x="5420153" y="216202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4" name="Text 1082"/>
          <p:cNvSpPr/>
          <p:nvPr/>
        </p:nvSpPr>
        <p:spPr>
          <a:xfrm>
            <a:off x="5420153" y="2162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85" name="Shape 1083"/>
          <p:cNvSpPr/>
          <p:nvPr/>
        </p:nvSpPr>
        <p:spPr>
          <a:xfrm>
            <a:off x="5419986" y="21630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6" name="Text 1084"/>
          <p:cNvSpPr/>
          <p:nvPr/>
        </p:nvSpPr>
        <p:spPr>
          <a:xfrm>
            <a:off x="5419986" y="21630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87" name="Shape 1085"/>
          <p:cNvSpPr/>
          <p:nvPr/>
        </p:nvSpPr>
        <p:spPr>
          <a:xfrm>
            <a:off x="5418944" y="21370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8" name="Text 1086"/>
          <p:cNvSpPr/>
          <p:nvPr/>
        </p:nvSpPr>
        <p:spPr>
          <a:xfrm>
            <a:off x="5418944" y="21370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89" name="Shape 1087"/>
          <p:cNvSpPr/>
          <p:nvPr/>
        </p:nvSpPr>
        <p:spPr>
          <a:xfrm>
            <a:off x="5417750" y="213882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0" name="Text 1088"/>
          <p:cNvSpPr/>
          <p:nvPr/>
        </p:nvSpPr>
        <p:spPr>
          <a:xfrm>
            <a:off x="5417750" y="2138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1" name="Shape 1089"/>
          <p:cNvSpPr/>
          <p:nvPr/>
        </p:nvSpPr>
        <p:spPr>
          <a:xfrm>
            <a:off x="5418206" y="21626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2" name="Text 1090"/>
          <p:cNvSpPr/>
          <p:nvPr/>
        </p:nvSpPr>
        <p:spPr>
          <a:xfrm>
            <a:off x="5418206" y="2162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3" name="Shape 1091"/>
          <p:cNvSpPr/>
          <p:nvPr/>
        </p:nvSpPr>
        <p:spPr>
          <a:xfrm>
            <a:off x="897024" y="54368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4" name="Text 1092"/>
          <p:cNvSpPr/>
          <p:nvPr/>
        </p:nvSpPr>
        <p:spPr>
          <a:xfrm>
            <a:off x="897024" y="54368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5" name="Shape 1093"/>
          <p:cNvSpPr/>
          <p:nvPr/>
        </p:nvSpPr>
        <p:spPr>
          <a:xfrm>
            <a:off x="898162" y="54463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6" name="Text 1094"/>
          <p:cNvSpPr/>
          <p:nvPr/>
        </p:nvSpPr>
        <p:spPr>
          <a:xfrm>
            <a:off x="898162" y="54463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7" name="Shape 1095"/>
          <p:cNvSpPr/>
          <p:nvPr/>
        </p:nvSpPr>
        <p:spPr>
          <a:xfrm>
            <a:off x="896578" y="54460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98" name="Text 1096"/>
          <p:cNvSpPr/>
          <p:nvPr/>
        </p:nvSpPr>
        <p:spPr>
          <a:xfrm>
            <a:off x="896578" y="54460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9" name="Shape 1097"/>
          <p:cNvSpPr/>
          <p:nvPr/>
        </p:nvSpPr>
        <p:spPr>
          <a:xfrm>
            <a:off x="898408" y="544564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0" name="Text 1098"/>
          <p:cNvSpPr/>
          <p:nvPr/>
        </p:nvSpPr>
        <p:spPr>
          <a:xfrm>
            <a:off x="898408" y="54456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01" name="Shape 1099"/>
          <p:cNvSpPr/>
          <p:nvPr/>
        </p:nvSpPr>
        <p:spPr>
          <a:xfrm>
            <a:off x="898568" y="54435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2" name="Text 1100"/>
          <p:cNvSpPr/>
          <p:nvPr/>
        </p:nvSpPr>
        <p:spPr>
          <a:xfrm>
            <a:off x="898568" y="54435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03" name="Shape 1101"/>
          <p:cNvSpPr/>
          <p:nvPr/>
        </p:nvSpPr>
        <p:spPr>
          <a:xfrm>
            <a:off x="898661" y="54491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4" name="Text 1102"/>
          <p:cNvSpPr/>
          <p:nvPr/>
        </p:nvSpPr>
        <p:spPr>
          <a:xfrm>
            <a:off x="898661" y="54491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05" name="Shape 1103"/>
          <p:cNvSpPr/>
          <p:nvPr/>
        </p:nvSpPr>
        <p:spPr>
          <a:xfrm>
            <a:off x="897407" y="54381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6" name="Text 1104"/>
          <p:cNvSpPr/>
          <p:nvPr/>
        </p:nvSpPr>
        <p:spPr>
          <a:xfrm>
            <a:off x="897407" y="54381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07" name="Shape 1105"/>
          <p:cNvSpPr/>
          <p:nvPr/>
        </p:nvSpPr>
        <p:spPr>
          <a:xfrm>
            <a:off x="897564" y="544078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8" name="Text 1106"/>
          <p:cNvSpPr/>
          <p:nvPr/>
        </p:nvSpPr>
        <p:spPr>
          <a:xfrm>
            <a:off x="897564" y="5440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09" name="Shape 1107"/>
          <p:cNvSpPr/>
          <p:nvPr/>
        </p:nvSpPr>
        <p:spPr>
          <a:xfrm>
            <a:off x="897584" y="54405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0" name="Text 1108"/>
          <p:cNvSpPr/>
          <p:nvPr/>
        </p:nvSpPr>
        <p:spPr>
          <a:xfrm>
            <a:off x="897584" y="5440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1" name="Shape 1109"/>
          <p:cNvSpPr/>
          <p:nvPr/>
        </p:nvSpPr>
        <p:spPr>
          <a:xfrm>
            <a:off x="897417" y="543743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2" name="Text 1110"/>
          <p:cNvSpPr/>
          <p:nvPr/>
        </p:nvSpPr>
        <p:spPr>
          <a:xfrm>
            <a:off x="897417" y="54374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3" name="Shape 1111"/>
          <p:cNvSpPr/>
          <p:nvPr/>
        </p:nvSpPr>
        <p:spPr>
          <a:xfrm>
            <a:off x="897671" y="544657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4" name="Text 1112"/>
          <p:cNvSpPr/>
          <p:nvPr/>
        </p:nvSpPr>
        <p:spPr>
          <a:xfrm>
            <a:off x="897671" y="54465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5" name="Shape 1113"/>
          <p:cNvSpPr/>
          <p:nvPr/>
        </p:nvSpPr>
        <p:spPr>
          <a:xfrm>
            <a:off x="896867" y="544641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6" name="Text 1114"/>
          <p:cNvSpPr/>
          <p:nvPr/>
        </p:nvSpPr>
        <p:spPr>
          <a:xfrm>
            <a:off x="896867" y="54464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7" name="Shape 1115"/>
          <p:cNvSpPr/>
          <p:nvPr/>
        </p:nvSpPr>
        <p:spPr>
          <a:xfrm>
            <a:off x="898674" y="54488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8" name="Text 1116"/>
          <p:cNvSpPr/>
          <p:nvPr/>
        </p:nvSpPr>
        <p:spPr>
          <a:xfrm>
            <a:off x="898674" y="54488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9" name="Shape 1117"/>
          <p:cNvSpPr/>
          <p:nvPr/>
        </p:nvSpPr>
        <p:spPr>
          <a:xfrm>
            <a:off x="898626" y="544908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0" name="Text 1118"/>
          <p:cNvSpPr/>
          <p:nvPr/>
        </p:nvSpPr>
        <p:spPr>
          <a:xfrm>
            <a:off x="898626" y="54490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21" name="Shape 1119"/>
          <p:cNvSpPr/>
          <p:nvPr/>
        </p:nvSpPr>
        <p:spPr>
          <a:xfrm>
            <a:off x="898697" y="54494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2" name="Text 1120"/>
          <p:cNvSpPr/>
          <p:nvPr/>
        </p:nvSpPr>
        <p:spPr>
          <a:xfrm>
            <a:off x="898697" y="54494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23" name="Shape 1121"/>
          <p:cNvSpPr/>
          <p:nvPr/>
        </p:nvSpPr>
        <p:spPr>
          <a:xfrm>
            <a:off x="896864" y="54381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4" name="Text 1122"/>
          <p:cNvSpPr/>
          <p:nvPr/>
        </p:nvSpPr>
        <p:spPr>
          <a:xfrm>
            <a:off x="896864" y="54381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25" name="Shape 1123"/>
          <p:cNvSpPr/>
          <p:nvPr/>
        </p:nvSpPr>
        <p:spPr>
          <a:xfrm>
            <a:off x="898828" y="544525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6" name="Text 1124"/>
          <p:cNvSpPr/>
          <p:nvPr/>
        </p:nvSpPr>
        <p:spPr>
          <a:xfrm>
            <a:off x="898828" y="54452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27" name="Shape 1125"/>
          <p:cNvSpPr/>
          <p:nvPr/>
        </p:nvSpPr>
        <p:spPr>
          <a:xfrm>
            <a:off x="896112" y="544270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8" name="Text 1126"/>
          <p:cNvSpPr/>
          <p:nvPr/>
        </p:nvSpPr>
        <p:spPr>
          <a:xfrm>
            <a:off x="896112" y="54427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29" name="Shape 1127"/>
          <p:cNvSpPr/>
          <p:nvPr/>
        </p:nvSpPr>
        <p:spPr>
          <a:xfrm>
            <a:off x="899527" y="54466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0" name="Text 1128"/>
          <p:cNvSpPr/>
          <p:nvPr/>
        </p:nvSpPr>
        <p:spPr>
          <a:xfrm>
            <a:off x="899527" y="54466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31" name="Shape 1129"/>
          <p:cNvSpPr/>
          <p:nvPr/>
        </p:nvSpPr>
        <p:spPr>
          <a:xfrm>
            <a:off x="5418444" y="21433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2" name="Text 1130"/>
          <p:cNvSpPr/>
          <p:nvPr/>
        </p:nvSpPr>
        <p:spPr>
          <a:xfrm>
            <a:off x="5418444" y="21433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33" name="Shape 1131"/>
          <p:cNvSpPr/>
          <p:nvPr/>
        </p:nvSpPr>
        <p:spPr>
          <a:xfrm>
            <a:off x="5420757" y="215038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4" name="Text 1132"/>
          <p:cNvSpPr/>
          <p:nvPr/>
        </p:nvSpPr>
        <p:spPr>
          <a:xfrm>
            <a:off x="5420757" y="21503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35" name="Shape 1133"/>
          <p:cNvSpPr/>
          <p:nvPr/>
        </p:nvSpPr>
        <p:spPr>
          <a:xfrm>
            <a:off x="5420378" y="21375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6" name="Text 1134"/>
          <p:cNvSpPr/>
          <p:nvPr/>
        </p:nvSpPr>
        <p:spPr>
          <a:xfrm>
            <a:off x="5420378" y="2137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37" name="Shape 1135"/>
          <p:cNvSpPr/>
          <p:nvPr/>
        </p:nvSpPr>
        <p:spPr>
          <a:xfrm>
            <a:off x="5418155" y="21661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38" name="Text 1136"/>
          <p:cNvSpPr/>
          <p:nvPr/>
        </p:nvSpPr>
        <p:spPr>
          <a:xfrm>
            <a:off x="5418155" y="21661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39" name="Shape 1137"/>
          <p:cNvSpPr/>
          <p:nvPr/>
        </p:nvSpPr>
        <p:spPr>
          <a:xfrm>
            <a:off x="5420713" y="21524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0" name="Text 1138"/>
          <p:cNvSpPr/>
          <p:nvPr/>
        </p:nvSpPr>
        <p:spPr>
          <a:xfrm>
            <a:off x="5420713" y="21524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41" name="Shape 1139"/>
          <p:cNvSpPr/>
          <p:nvPr/>
        </p:nvSpPr>
        <p:spPr>
          <a:xfrm>
            <a:off x="5419540" y="21427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2" name="Text 1140"/>
          <p:cNvSpPr/>
          <p:nvPr/>
        </p:nvSpPr>
        <p:spPr>
          <a:xfrm>
            <a:off x="5419540" y="21427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143" name="Shape 1141"/>
          <p:cNvSpPr/>
          <p:nvPr/>
        </p:nvSpPr>
        <p:spPr>
          <a:xfrm>
            <a:off x="5415840" y="215688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4" name="Text 1142"/>
          <p:cNvSpPr/>
          <p:nvPr/>
        </p:nvSpPr>
        <p:spPr>
          <a:xfrm>
            <a:off x="5415840" y="21568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145" name="Shape 1143"/>
          <p:cNvSpPr/>
          <p:nvPr/>
        </p:nvSpPr>
        <p:spPr>
          <a:xfrm>
            <a:off x="5420528" y="216144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6" name="Text 1144"/>
          <p:cNvSpPr/>
          <p:nvPr/>
        </p:nvSpPr>
        <p:spPr>
          <a:xfrm>
            <a:off x="5420528" y="2161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147" name="Shape 1145"/>
          <p:cNvSpPr/>
          <p:nvPr/>
        </p:nvSpPr>
        <p:spPr>
          <a:xfrm>
            <a:off x="5417423" y="216243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8" name="Text 1146"/>
          <p:cNvSpPr/>
          <p:nvPr/>
        </p:nvSpPr>
        <p:spPr>
          <a:xfrm>
            <a:off x="5417423" y="216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149" name="Shape 1147"/>
          <p:cNvSpPr/>
          <p:nvPr/>
        </p:nvSpPr>
        <p:spPr>
          <a:xfrm>
            <a:off x="5419100" y="216058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0" name="Text 1148"/>
          <p:cNvSpPr/>
          <p:nvPr/>
        </p:nvSpPr>
        <p:spPr>
          <a:xfrm>
            <a:off x="5419100" y="2160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151" name="Shape 1149"/>
          <p:cNvSpPr/>
          <p:nvPr/>
        </p:nvSpPr>
        <p:spPr>
          <a:xfrm>
            <a:off x="5418437" y="21565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2" name="Text 1150"/>
          <p:cNvSpPr/>
          <p:nvPr/>
        </p:nvSpPr>
        <p:spPr>
          <a:xfrm>
            <a:off x="5418437" y="21565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153" name="Shape 1151"/>
          <p:cNvSpPr/>
          <p:nvPr/>
        </p:nvSpPr>
        <p:spPr>
          <a:xfrm>
            <a:off x="5418722" y="215755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4" name="Text 1152"/>
          <p:cNvSpPr/>
          <p:nvPr/>
        </p:nvSpPr>
        <p:spPr>
          <a:xfrm>
            <a:off x="5418722" y="21575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155" name="Shape 1153"/>
          <p:cNvSpPr/>
          <p:nvPr/>
        </p:nvSpPr>
        <p:spPr>
          <a:xfrm>
            <a:off x="5420304" y="21533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6" name="Text 1154"/>
          <p:cNvSpPr/>
          <p:nvPr/>
        </p:nvSpPr>
        <p:spPr>
          <a:xfrm>
            <a:off x="5420304" y="2153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157" name="Shape 1155"/>
          <p:cNvSpPr/>
          <p:nvPr/>
        </p:nvSpPr>
        <p:spPr>
          <a:xfrm>
            <a:off x="5418935" y="21362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58" name="Text 1156"/>
          <p:cNvSpPr/>
          <p:nvPr/>
        </p:nvSpPr>
        <p:spPr>
          <a:xfrm>
            <a:off x="5418935" y="21362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159" name="Shape 1157"/>
          <p:cNvSpPr/>
          <p:nvPr/>
        </p:nvSpPr>
        <p:spPr>
          <a:xfrm>
            <a:off x="5419862" y="215022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0" name="Text 1158"/>
          <p:cNvSpPr/>
          <p:nvPr/>
        </p:nvSpPr>
        <p:spPr>
          <a:xfrm>
            <a:off x="5419862" y="21502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161" name="Shape 1159"/>
          <p:cNvSpPr/>
          <p:nvPr/>
        </p:nvSpPr>
        <p:spPr>
          <a:xfrm>
            <a:off x="5421699" y="215948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2" name="Text 1160"/>
          <p:cNvSpPr/>
          <p:nvPr/>
        </p:nvSpPr>
        <p:spPr>
          <a:xfrm>
            <a:off x="5421699" y="21594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163" name="Shape 1161"/>
          <p:cNvSpPr/>
          <p:nvPr/>
        </p:nvSpPr>
        <p:spPr>
          <a:xfrm>
            <a:off x="5416334" y="21460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4" name="Text 1162"/>
          <p:cNvSpPr/>
          <p:nvPr/>
        </p:nvSpPr>
        <p:spPr>
          <a:xfrm>
            <a:off x="5416334" y="21460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165" name="Shape 1163"/>
          <p:cNvSpPr/>
          <p:nvPr/>
        </p:nvSpPr>
        <p:spPr>
          <a:xfrm>
            <a:off x="5418562" y="21430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6" name="Text 1164"/>
          <p:cNvSpPr/>
          <p:nvPr/>
        </p:nvSpPr>
        <p:spPr>
          <a:xfrm>
            <a:off x="5418562" y="21430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1167" name="Shape 1165"/>
          <p:cNvSpPr/>
          <p:nvPr/>
        </p:nvSpPr>
        <p:spPr>
          <a:xfrm>
            <a:off x="5416360" y="21568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8" name="Text 1166"/>
          <p:cNvSpPr/>
          <p:nvPr/>
        </p:nvSpPr>
        <p:spPr>
          <a:xfrm>
            <a:off x="5416360" y="2156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1169" name="Shape 1167"/>
          <p:cNvSpPr/>
          <p:nvPr/>
        </p:nvSpPr>
        <p:spPr>
          <a:xfrm>
            <a:off x="5420555" y="215297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0" name="Text 1168"/>
          <p:cNvSpPr/>
          <p:nvPr/>
        </p:nvSpPr>
        <p:spPr>
          <a:xfrm>
            <a:off x="5420555" y="21529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171" name="Shape 1169"/>
          <p:cNvSpPr/>
          <p:nvPr/>
        </p:nvSpPr>
        <p:spPr>
          <a:xfrm>
            <a:off x="5418773" y="213825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2" name="Text 1170"/>
          <p:cNvSpPr/>
          <p:nvPr/>
        </p:nvSpPr>
        <p:spPr>
          <a:xfrm>
            <a:off x="5418773" y="213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173" name="Shape 1171"/>
          <p:cNvSpPr/>
          <p:nvPr/>
        </p:nvSpPr>
        <p:spPr>
          <a:xfrm>
            <a:off x="5419693" y="213143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4" name="Text 1172"/>
          <p:cNvSpPr/>
          <p:nvPr/>
        </p:nvSpPr>
        <p:spPr>
          <a:xfrm>
            <a:off x="5419693" y="21314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175" name="Shape 1173"/>
          <p:cNvSpPr/>
          <p:nvPr/>
        </p:nvSpPr>
        <p:spPr>
          <a:xfrm>
            <a:off x="5421735" y="21585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6" name="Text 1174"/>
          <p:cNvSpPr/>
          <p:nvPr/>
        </p:nvSpPr>
        <p:spPr>
          <a:xfrm>
            <a:off x="5421735" y="21585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177" name="Shape 1175"/>
          <p:cNvSpPr/>
          <p:nvPr/>
        </p:nvSpPr>
        <p:spPr>
          <a:xfrm>
            <a:off x="5418381" y="214614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78" name="Text 1176"/>
          <p:cNvSpPr/>
          <p:nvPr/>
        </p:nvSpPr>
        <p:spPr>
          <a:xfrm>
            <a:off x="5418381" y="21461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1179" name="Shape 1177"/>
          <p:cNvSpPr/>
          <p:nvPr/>
        </p:nvSpPr>
        <p:spPr>
          <a:xfrm>
            <a:off x="5381816" y="210625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0" name="Text 1178"/>
          <p:cNvSpPr/>
          <p:nvPr/>
        </p:nvSpPr>
        <p:spPr>
          <a:xfrm>
            <a:off x="5381816" y="21062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81" name="Shape 1179"/>
          <p:cNvSpPr/>
          <p:nvPr/>
        </p:nvSpPr>
        <p:spPr>
          <a:xfrm>
            <a:off x="5382438" y="209854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2" name="Text 1180"/>
          <p:cNvSpPr/>
          <p:nvPr/>
        </p:nvSpPr>
        <p:spPr>
          <a:xfrm>
            <a:off x="5382438" y="20985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83" name="Shape 1181"/>
          <p:cNvSpPr/>
          <p:nvPr/>
        </p:nvSpPr>
        <p:spPr>
          <a:xfrm>
            <a:off x="5382217" y="211730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4" name="Text 1182"/>
          <p:cNvSpPr/>
          <p:nvPr/>
        </p:nvSpPr>
        <p:spPr>
          <a:xfrm>
            <a:off x="5382217" y="21173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85" name="Shape 1183"/>
          <p:cNvSpPr/>
          <p:nvPr/>
        </p:nvSpPr>
        <p:spPr>
          <a:xfrm>
            <a:off x="5379391" y="211140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6" name="Text 1184"/>
          <p:cNvSpPr/>
          <p:nvPr/>
        </p:nvSpPr>
        <p:spPr>
          <a:xfrm>
            <a:off x="5379391" y="21114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87" name="Shape 1185"/>
          <p:cNvSpPr/>
          <p:nvPr/>
        </p:nvSpPr>
        <p:spPr>
          <a:xfrm>
            <a:off x="5384355" y="21238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8" name="Text 1186"/>
          <p:cNvSpPr/>
          <p:nvPr/>
        </p:nvSpPr>
        <p:spPr>
          <a:xfrm>
            <a:off x="5384355" y="2123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89" name="Shape 1187"/>
          <p:cNvSpPr/>
          <p:nvPr/>
        </p:nvSpPr>
        <p:spPr>
          <a:xfrm>
            <a:off x="5382297" y="211452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0" name="Text 1188"/>
          <p:cNvSpPr/>
          <p:nvPr/>
        </p:nvSpPr>
        <p:spPr>
          <a:xfrm>
            <a:off x="5382297" y="21145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1191" name="Shape 1189"/>
          <p:cNvSpPr/>
          <p:nvPr/>
        </p:nvSpPr>
        <p:spPr>
          <a:xfrm>
            <a:off x="5379523" y="211832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2" name="Text 1190"/>
          <p:cNvSpPr/>
          <p:nvPr/>
        </p:nvSpPr>
        <p:spPr>
          <a:xfrm>
            <a:off x="5379523" y="2118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1193" name="Shape 1191"/>
          <p:cNvSpPr/>
          <p:nvPr/>
        </p:nvSpPr>
        <p:spPr>
          <a:xfrm>
            <a:off x="5384246" y="21251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4" name="Text 1192"/>
          <p:cNvSpPr/>
          <p:nvPr/>
        </p:nvSpPr>
        <p:spPr>
          <a:xfrm>
            <a:off x="5384246" y="21251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1195" name="Shape 1193"/>
          <p:cNvSpPr/>
          <p:nvPr/>
        </p:nvSpPr>
        <p:spPr>
          <a:xfrm>
            <a:off x="5382298" y="20999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6" name="Text 1194"/>
          <p:cNvSpPr/>
          <p:nvPr/>
        </p:nvSpPr>
        <p:spPr>
          <a:xfrm>
            <a:off x="5382298" y="209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1197" name="Shape 1195"/>
          <p:cNvSpPr/>
          <p:nvPr/>
        </p:nvSpPr>
        <p:spPr>
          <a:xfrm>
            <a:off x="5382177" y="21181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98" name="Text 1196"/>
          <p:cNvSpPr/>
          <p:nvPr/>
        </p:nvSpPr>
        <p:spPr>
          <a:xfrm>
            <a:off x="5382177" y="2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1199" name="Shape 1197"/>
          <p:cNvSpPr/>
          <p:nvPr/>
        </p:nvSpPr>
        <p:spPr>
          <a:xfrm>
            <a:off x="5382051" y="210640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0" name="Text 1198"/>
          <p:cNvSpPr/>
          <p:nvPr/>
        </p:nvSpPr>
        <p:spPr>
          <a:xfrm>
            <a:off x="5382051" y="21064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1201" name="Shape 1199"/>
          <p:cNvSpPr/>
          <p:nvPr/>
        </p:nvSpPr>
        <p:spPr>
          <a:xfrm>
            <a:off x="5382802" y="209990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2" name="Text 1200"/>
          <p:cNvSpPr/>
          <p:nvPr/>
        </p:nvSpPr>
        <p:spPr>
          <a:xfrm>
            <a:off x="5382802" y="20999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1203" name="Shape 1201"/>
          <p:cNvSpPr/>
          <p:nvPr/>
        </p:nvSpPr>
        <p:spPr>
          <a:xfrm>
            <a:off x="5381255" y="212187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4" name="Text 1202"/>
          <p:cNvSpPr/>
          <p:nvPr/>
        </p:nvSpPr>
        <p:spPr>
          <a:xfrm>
            <a:off x="5381255" y="212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1205" name="Shape 1203"/>
          <p:cNvSpPr/>
          <p:nvPr/>
        </p:nvSpPr>
        <p:spPr>
          <a:xfrm>
            <a:off x="5382691" y="21239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6" name="Text 1204"/>
          <p:cNvSpPr/>
          <p:nvPr/>
        </p:nvSpPr>
        <p:spPr>
          <a:xfrm>
            <a:off x="5382691" y="21239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1207" name="Shape 1205"/>
          <p:cNvSpPr/>
          <p:nvPr/>
        </p:nvSpPr>
        <p:spPr>
          <a:xfrm>
            <a:off x="5382533" y="212013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8" name="Text 1206"/>
          <p:cNvSpPr/>
          <p:nvPr/>
        </p:nvSpPr>
        <p:spPr>
          <a:xfrm>
            <a:off x="5382533" y="21201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1209" name="Shape 1207"/>
          <p:cNvSpPr/>
          <p:nvPr/>
        </p:nvSpPr>
        <p:spPr>
          <a:xfrm>
            <a:off x="5383790" y="21143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0" name="Text 1208"/>
          <p:cNvSpPr/>
          <p:nvPr/>
        </p:nvSpPr>
        <p:spPr>
          <a:xfrm>
            <a:off x="5383790" y="2114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1211" name="Shape 1209"/>
          <p:cNvSpPr/>
          <p:nvPr/>
        </p:nvSpPr>
        <p:spPr>
          <a:xfrm>
            <a:off x="5382346" y="212222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2" name="Text 1210"/>
          <p:cNvSpPr/>
          <p:nvPr/>
        </p:nvSpPr>
        <p:spPr>
          <a:xfrm>
            <a:off x="5382346" y="2122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13" name="Shape 1211"/>
          <p:cNvSpPr/>
          <p:nvPr/>
        </p:nvSpPr>
        <p:spPr>
          <a:xfrm>
            <a:off x="5382379" y="209993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4" name="Text 1212"/>
          <p:cNvSpPr/>
          <p:nvPr/>
        </p:nvSpPr>
        <p:spPr>
          <a:xfrm>
            <a:off x="5382379" y="20999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15" name="Shape 1213"/>
          <p:cNvSpPr/>
          <p:nvPr/>
        </p:nvSpPr>
        <p:spPr>
          <a:xfrm>
            <a:off x="5381834" y="210609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6" name="Text 1214"/>
          <p:cNvSpPr/>
          <p:nvPr/>
        </p:nvSpPr>
        <p:spPr>
          <a:xfrm>
            <a:off x="5381834" y="21060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17" name="Shape 1215"/>
          <p:cNvSpPr/>
          <p:nvPr/>
        </p:nvSpPr>
        <p:spPr>
          <a:xfrm>
            <a:off x="5382887" y="212171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8" name="Text 1216"/>
          <p:cNvSpPr/>
          <p:nvPr/>
        </p:nvSpPr>
        <p:spPr>
          <a:xfrm>
            <a:off x="5382887" y="2121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19" name="Shape 1217"/>
          <p:cNvSpPr/>
          <p:nvPr/>
        </p:nvSpPr>
        <p:spPr>
          <a:xfrm>
            <a:off x="5382255" y="21205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0" name="Text 1218"/>
          <p:cNvSpPr/>
          <p:nvPr/>
        </p:nvSpPr>
        <p:spPr>
          <a:xfrm>
            <a:off x="5382255" y="2120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21" name="Shape 1219"/>
          <p:cNvSpPr/>
          <p:nvPr/>
        </p:nvSpPr>
        <p:spPr>
          <a:xfrm>
            <a:off x="861767" y="540874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2" name="Text 1220"/>
          <p:cNvSpPr/>
          <p:nvPr/>
        </p:nvSpPr>
        <p:spPr>
          <a:xfrm>
            <a:off x="861767" y="54087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23" name="Shape 1221"/>
          <p:cNvSpPr/>
          <p:nvPr/>
        </p:nvSpPr>
        <p:spPr>
          <a:xfrm>
            <a:off x="5384436" y="211625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4" name="Text 1222"/>
          <p:cNvSpPr/>
          <p:nvPr/>
        </p:nvSpPr>
        <p:spPr>
          <a:xfrm>
            <a:off x="5384436" y="21162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25" name="Shape 1223"/>
          <p:cNvSpPr/>
          <p:nvPr/>
        </p:nvSpPr>
        <p:spPr>
          <a:xfrm>
            <a:off x="5382437" y="212069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6" name="Text 1224"/>
          <p:cNvSpPr/>
          <p:nvPr/>
        </p:nvSpPr>
        <p:spPr>
          <a:xfrm>
            <a:off x="5382437" y="21206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27" name="Shape 1225"/>
          <p:cNvSpPr/>
          <p:nvPr/>
        </p:nvSpPr>
        <p:spPr>
          <a:xfrm>
            <a:off x="5383214" y="21177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8" name="Text 1226"/>
          <p:cNvSpPr/>
          <p:nvPr/>
        </p:nvSpPr>
        <p:spPr>
          <a:xfrm>
            <a:off x="5383214" y="21177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29" name="Shape 1227"/>
          <p:cNvSpPr/>
          <p:nvPr/>
        </p:nvSpPr>
        <p:spPr>
          <a:xfrm>
            <a:off x="5383210" y="212460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0" name="Text 1228"/>
          <p:cNvSpPr/>
          <p:nvPr/>
        </p:nvSpPr>
        <p:spPr>
          <a:xfrm>
            <a:off x="5383210" y="21246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1" name="Shape 1229"/>
          <p:cNvSpPr/>
          <p:nvPr/>
        </p:nvSpPr>
        <p:spPr>
          <a:xfrm>
            <a:off x="5384319" y="211633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2" name="Text 1230"/>
          <p:cNvSpPr/>
          <p:nvPr/>
        </p:nvSpPr>
        <p:spPr>
          <a:xfrm>
            <a:off x="5384319" y="21163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3" name="Shape 1231"/>
          <p:cNvSpPr/>
          <p:nvPr/>
        </p:nvSpPr>
        <p:spPr>
          <a:xfrm>
            <a:off x="5384457" y="212233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4" name="Text 1232"/>
          <p:cNvSpPr/>
          <p:nvPr/>
        </p:nvSpPr>
        <p:spPr>
          <a:xfrm>
            <a:off x="5384457" y="21223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5" name="Shape 1233"/>
          <p:cNvSpPr/>
          <p:nvPr/>
        </p:nvSpPr>
        <p:spPr>
          <a:xfrm>
            <a:off x="5383155" y="212470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6" name="Text 1234"/>
          <p:cNvSpPr/>
          <p:nvPr/>
        </p:nvSpPr>
        <p:spPr>
          <a:xfrm>
            <a:off x="5383155" y="21247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7" name="Shape 1235"/>
          <p:cNvSpPr/>
          <p:nvPr/>
        </p:nvSpPr>
        <p:spPr>
          <a:xfrm>
            <a:off x="5382055" y="210411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38" name="Text 1236"/>
          <p:cNvSpPr/>
          <p:nvPr/>
        </p:nvSpPr>
        <p:spPr>
          <a:xfrm>
            <a:off x="5382055" y="21041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9" name="Shape 1237"/>
          <p:cNvSpPr/>
          <p:nvPr/>
        </p:nvSpPr>
        <p:spPr>
          <a:xfrm>
            <a:off x="5383093" y="209525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0" name="Text 1238"/>
          <p:cNvSpPr/>
          <p:nvPr/>
        </p:nvSpPr>
        <p:spPr>
          <a:xfrm>
            <a:off x="5383093" y="2095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41" name="Shape 1239"/>
          <p:cNvSpPr/>
          <p:nvPr/>
        </p:nvSpPr>
        <p:spPr>
          <a:xfrm>
            <a:off x="861968" y="53993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2" name="Text 1240"/>
          <p:cNvSpPr/>
          <p:nvPr/>
        </p:nvSpPr>
        <p:spPr>
          <a:xfrm>
            <a:off x="861968" y="53993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43" name="Shape 1241"/>
          <p:cNvSpPr/>
          <p:nvPr/>
        </p:nvSpPr>
        <p:spPr>
          <a:xfrm>
            <a:off x="5382596" y="212115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4" name="Text 1242"/>
          <p:cNvSpPr/>
          <p:nvPr/>
        </p:nvSpPr>
        <p:spPr>
          <a:xfrm>
            <a:off x="5382596" y="212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1245" name="Shape 1243"/>
          <p:cNvSpPr/>
          <p:nvPr/>
        </p:nvSpPr>
        <p:spPr>
          <a:xfrm>
            <a:off x="5382028" y="210411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6" name="Text 1244"/>
          <p:cNvSpPr/>
          <p:nvPr/>
        </p:nvSpPr>
        <p:spPr>
          <a:xfrm>
            <a:off x="5382028" y="21041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1247" name="Shape 1245"/>
          <p:cNvSpPr/>
          <p:nvPr/>
        </p:nvSpPr>
        <p:spPr>
          <a:xfrm>
            <a:off x="5383388" y="210425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8" name="Text 1246"/>
          <p:cNvSpPr/>
          <p:nvPr/>
        </p:nvSpPr>
        <p:spPr>
          <a:xfrm>
            <a:off x="5383388" y="2104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1249" name="Shape 1247"/>
          <p:cNvSpPr/>
          <p:nvPr/>
        </p:nvSpPr>
        <p:spPr>
          <a:xfrm>
            <a:off x="5383015" y="21239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0" name="Text 1248"/>
          <p:cNvSpPr/>
          <p:nvPr/>
        </p:nvSpPr>
        <p:spPr>
          <a:xfrm>
            <a:off x="5383015" y="21239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1251" name="Shape 1249"/>
          <p:cNvSpPr/>
          <p:nvPr/>
        </p:nvSpPr>
        <p:spPr>
          <a:xfrm>
            <a:off x="5383675" y="212826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2" name="Text 1250"/>
          <p:cNvSpPr/>
          <p:nvPr/>
        </p:nvSpPr>
        <p:spPr>
          <a:xfrm>
            <a:off x="5383675" y="212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253" name="Shape 1251"/>
          <p:cNvSpPr/>
          <p:nvPr/>
        </p:nvSpPr>
        <p:spPr>
          <a:xfrm>
            <a:off x="5384019" y="212342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4" name="Text 1252"/>
          <p:cNvSpPr/>
          <p:nvPr/>
        </p:nvSpPr>
        <p:spPr>
          <a:xfrm>
            <a:off x="5384019" y="21234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  <p:sp>
        <p:nvSpPr>
          <p:cNvPr id="1255" name="Shape 1253"/>
          <p:cNvSpPr/>
          <p:nvPr/>
        </p:nvSpPr>
        <p:spPr>
          <a:xfrm>
            <a:off x="861693" y="54088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6" name="Text 1254"/>
          <p:cNvSpPr/>
          <p:nvPr/>
        </p:nvSpPr>
        <p:spPr>
          <a:xfrm>
            <a:off x="861693" y="54088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257" name="Shape 1255"/>
          <p:cNvSpPr/>
          <p:nvPr/>
        </p:nvSpPr>
        <p:spPr>
          <a:xfrm>
            <a:off x="5382885" y="21192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58" name="Text 1256"/>
          <p:cNvSpPr/>
          <p:nvPr/>
        </p:nvSpPr>
        <p:spPr>
          <a:xfrm>
            <a:off x="5382885" y="21192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  <p:sp>
        <p:nvSpPr>
          <p:cNvPr id="1259" name="Shape 1257"/>
          <p:cNvSpPr/>
          <p:nvPr/>
        </p:nvSpPr>
        <p:spPr>
          <a:xfrm>
            <a:off x="5382940" y="211620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0" name="Text 1258"/>
          <p:cNvSpPr/>
          <p:nvPr/>
        </p:nvSpPr>
        <p:spPr>
          <a:xfrm>
            <a:off x="5382940" y="2116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  <p:sp>
        <p:nvSpPr>
          <p:cNvPr id="1261" name="Shape 1259"/>
          <p:cNvSpPr/>
          <p:nvPr/>
        </p:nvSpPr>
        <p:spPr>
          <a:xfrm>
            <a:off x="5382815" y="211428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2" name="Text 1260"/>
          <p:cNvSpPr/>
          <p:nvPr/>
        </p:nvSpPr>
        <p:spPr>
          <a:xfrm>
            <a:off x="5382815" y="21142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263" name="Shape 1261"/>
          <p:cNvSpPr/>
          <p:nvPr/>
        </p:nvSpPr>
        <p:spPr>
          <a:xfrm>
            <a:off x="5381928" y="212694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4" name="Text 1262"/>
          <p:cNvSpPr/>
          <p:nvPr/>
        </p:nvSpPr>
        <p:spPr>
          <a:xfrm>
            <a:off x="5381928" y="21269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1265" name="Shape 1263"/>
          <p:cNvSpPr/>
          <p:nvPr/>
        </p:nvSpPr>
        <p:spPr>
          <a:xfrm>
            <a:off x="5382640" y="210664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6" name="Text 1264"/>
          <p:cNvSpPr/>
          <p:nvPr/>
        </p:nvSpPr>
        <p:spPr>
          <a:xfrm>
            <a:off x="5382640" y="21066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267" name="Shape 1265"/>
          <p:cNvSpPr/>
          <p:nvPr/>
        </p:nvSpPr>
        <p:spPr>
          <a:xfrm>
            <a:off x="5384464" y="212552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8" name="Text 1266"/>
          <p:cNvSpPr/>
          <p:nvPr/>
        </p:nvSpPr>
        <p:spPr>
          <a:xfrm>
            <a:off x="5384464" y="2125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  <p:sp>
        <p:nvSpPr>
          <p:cNvPr id="1269" name="Shape 1267"/>
          <p:cNvSpPr/>
          <p:nvPr/>
        </p:nvSpPr>
        <p:spPr>
          <a:xfrm>
            <a:off x="5382331" y="20993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0" name="Text 1268"/>
          <p:cNvSpPr/>
          <p:nvPr/>
        </p:nvSpPr>
        <p:spPr>
          <a:xfrm>
            <a:off x="5382331" y="2099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  <p:sp>
        <p:nvSpPr>
          <p:cNvPr id="1271" name="Shape 1269"/>
          <p:cNvSpPr/>
          <p:nvPr/>
        </p:nvSpPr>
        <p:spPr>
          <a:xfrm>
            <a:off x="5382264" y="210340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2" name="Text 1270"/>
          <p:cNvSpPr/>
          <p:nvPr/>
        </p:nvSpPr>
        <p:spPr>
          <a:xfrm>
            <a:off x="5382264" y="21034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  <p:sp>
        <p:nvSpPr>
          <p:cNvPr id="1273" name="Shape 1271"/>
          <p:cNvSpPr/>
          <p:nvPr/>
        </p:nvSpPr>
        <p:spPr>
          <a:xfrm>
            <a:off x="5348678" y="208467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4" name="Text 1272"/>
          <p:cNvSpPr/>
          <p:nvPr/>
        </p:nvSpPr>
        <p:spPr>
          <a:xfrm>
            <a:off x="5348678" y="20846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00" dirty="0"/>
          </a:p>
        </p:txBody>
      </p:sp>
      <p:sp>
        <p:nvSpPr>
          <p:cNvPr id="1275" name="Shape 1273"/>
          <p:cNvSpPr/>
          <p:nvPr/>
        </p:nvSpPr>
        <p:spPr>
          <a:xfrm>
            <a:off x="5345774" y="206769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6" name="Text 1274"/>
          <p:cNvSpPr/>
          <p:nvPr/>
        </p:nvSpPr>
        <p:spPr>
          <a:xfrm>
            <a:off x="5345774" y="20676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100" dirty="0"/>
          </a:p>
        </p:txBody>
      </p:sp>
      <p:sp>
        <p:nvSpPr>
          <p:cNvPr id="1277" name="Shape 1275"/>
          <p:cNvSpPr/>
          <p:nvPr/>
        </p:nvSpPr>
        <p:spPr>
          <a:xfrm>
            <a:off x="5345879" y="208227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78" name="Text 1276"/>
          <p:cNvSpPr/>
          <p:nvPr/>
        </p:nvSpPr>
        <p:spPr>
          <a:xfrm>
            <a:off x="5345879" y="20822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100" dirty="0"/>
          </a:p>
        </p:txBody>
      </p:sp>
      <p:sp>
        <p:nvSpPr>
          <p:cNvPr id="1279" name="Shape 1277"/>
          <p:cNvSpPr/>
          <p:nvPr/>
        </p:nvSpPr>
        <p:spPr>
          <a:xfrm>
            <a:off x="5345501" y="208428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0" name="Text 1278"/>
          <p:cNvSpPr/>
          <p:nvPr/>
        </p:nvSpPr>
        <p:spPr>
          <a:xfrm>
            <a:off x="5345501" y="20842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100" dirty="0"/>
          </a:p>
        </p:txBody>
      </p:sp>
      <p:sp>
        <p:nvSpPr>
          <p:cNvPr id="1281" name="Shape 1279"/>
          <p:cNvSpPr/>
          <p:nvPr/>
        </p:nvSpPr>
        <p:spPr>
          <a:xfrm>
            <a:off x="5348307" y="207604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2" name="Text 1280"/>
          <p:cNvSpPr/>
          <p:nvPr/>
        </p:nvSpPr>
        <p:spPr>
          <a:xfrm>
            <a:off x="5348307" y="2076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100" dirty="0"/>
          </a:p>
        </p:txBody>
      </p:sp>
      <p:sp>
        <p:nvSpPr>
          <p:cNvPr id="1283" name="Shape 1281"/>
          <p:cNvSpPr/>
          <p:nvPr/>
        </p:nvSpPr>
        <p:spPr>
          <a:xfrm>
            <a:off x="5345490" y="206168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4" name="Text 1282"/>
          <p:cNvSpPr/>
          <p:nvPr/>
        </p:nvSpPr>
        <p:spPr>
          <a:xfrm>
            <a:off x="5345490" y="20616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285" name="Shape 1283"/>
          <p:cNvSpPr/>
          <p:nvPr/>
        </p:nvSpPr>
        <p:spPr>
          <a:xfrm>
            <a:off x="5347123" y="208655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6" name="Text 1284"/>
          <p:cNvSpPr/>
          <p:nvPr/>
        </p:nvSpPr>
        <p:spPr>
          <a:xfrm>
            <a:off x="5347123" y="20865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1287" name="Shape 1285"/>
          <p:cNvSpPr/>
          <p:nvPr/>
        </p:nvSpPr>
        <p:spPr>
          <a:xfrm>
            <a:off x="5345687" y="207853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8" name="Text 1286"/>
          <p:cNvSpPr/>
          <p:nvPr/>
        </p:nvSpPr>
        <p:spPr>
          <a:xfrm>
            <a:off x="5345687" y="20785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100" dirty="0"/>
          </a:p>
        </p:txBody>
      </p:sp>
      <p:sp>
        <p:nvSpPr>
          <p:cNvPr id="1289" name="Shape 1287"/>
          <p:cNvSpPr/>
          <p:nvPr/>
        </p:nvSpPr>
        <p:spPr>
          <a:xfrm>
            <a:off x="5345702" y="208134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0" name="Text 1288"/>
          <p:cNvSpPr/>
          <p:nvPr/>
        </p:nvSpPr>
        <p:spPr>
          <a:xfrm>
            <a:off x="5345702" y="20813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100" dirty="0"/>
          </a:p>
        </p:txBody>
      </p:sp>
      <p:sp>
        <p:nvSpPr>
          <p:cNvPr id="1291" name="Shape 1289"/>
          <p:cNvSpPr/>
          <p:nvPr/>
        </p:nvSpPr>
        <p:spPr>
          <a:xfrm>
            <a:off x="5346478" y="206809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2" name="Text 1290"/>
          <p:cNvSpPr/>
          <p:nvPr/>
        </p:nvSpPr>
        <p:spPr>
          <a:xfrm>
            <a:off x="5346478" y="206809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100" dirty="0"/>
          </a:p>
        </p:txBody>
      </p:sp>
      <p:sp>
        <p:nvSpPr>
          <p:cNvPr id="1293" name="Shape 1291"/>
          <p:cNvSpPr/>
          <p:nvPr/>
        </p:nvSpPr>
        <p:spPr>
          <a:xfrm>
            <a:off x="5348078" y="206868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4" name="Text 1292"/>
          <p:cNvSpPr/>
          <p:nvPr/>
        </p:nvSpPr>
        <p:spPr>
          <a:xfrm>
            <a:off x="5348078" y="206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1100" dirty="0"/>
          </a:p>
        </p:txBody>
      </p:sp>
      <p:sp>
        <p:nvSpPr>
          <p:cNvPr id="1295" name="Shape 1293"/>
          <p:cNvSpPr/>
          <p:nvPr/>
        </p:nvSpPr>
        <p:spPr>
          <a:xfrm>
            <a:off x="5345611" y="206702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6" name="Text 1294"/>
          <p:cNvSpPr/>
          <p:nvPr/>
        </p:nvSpPr>
        <p:spPr>
          <a:xfrm>
            <a:off x="5345611" y="20670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297" name="Shape 1295"/>
          <p:cNvSpPr/>
          <p:nvPr/>
        </p:nvSpPr>
        <p:spPr>
          <a:xfrm>
            <a:off x="5347395" y="206439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98" name="Text 1296"/>
          <p:cNvSpPr/>
          <p:nvPr/>
        </p:nvSpPr>
        <p:spPr>
          <a:xfrm>
            <a:off x="5347395" y="20643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299" name="Shape 1297"/>
          <p:cNvSpPr/>
          <p:nvPr/>
        </p:nvSpPr>
        <p:spPr>
          <a:xfrm>
            <a:off x="5345730" y="206489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0" name="Text 1298"/>
          <p:cNvSpPr/>
          <p:nvPr/>
        </p:nvSpPr>
        <p:spPr>
          <a:xfrm>
            <a:off x="5345730" y="2064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01" name="Shape 1299"/>
          <p:cNvSpPr/>
          <p:nvPr/>
        </p:nvSpPr>
        <p:spPr>
          <a:xfrm>
            <a:off x="824911" y="536982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2" name="Text 1300"/>
          <p:cNvSpPr/>
          <p:nvPr/>
        </p:nvSpPr>
        <p:spPr>
          <a:xfrm>
            <a:off x="824911" y="5369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03" name="Shape 1301"/>
          <p:cNvSpPr/>
          <p:nvPr/>
        </p:nvSpPr>
        <p:spPr>
          <a:xfrm>
            <a:off x="5346498" y="205847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4" name="Text 1302"/>
          <p:cNvSpPr/>
          <p:nvPr/>
        </p:nvSpPr>
        <p:spPr>
          <a:xfrm>
            <a:off x="5346498" y="20584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05" name="Shape 1303"/>
          <p:cNvSpPr/>
          <p:nvPr/>
        </p:nvSpPr>
        <p:spPr>
          <a:xfrm>
            <a:off x="5346449" y="208305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6" name="Text 1304"/>
          <p:cNvSpPr/>
          <p:nvPr/>
        </p:nvSpPr>
        <p:spPr>
          <a:xfrm>
            <a:off x="5346449" y="20830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07" name="Shape 1305"/>
          <p:cNvSpPr/>
          <p:nvPr/>
        </p:nvSpPr>
        <p:spPr>
          <a:xfrm>
            <a:off x="5345766" y="208429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8" name="Text 1306"/>
          <p:cNvSpPr/>
          <p:nvPr/>
        </p:nvSpPr>
        <p:spPr>
          <a:xfrm>
            <a:off x="5345766" y="20842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09" name="Shape 1307"/>
          <p:cNvSpPr/>
          <p:nvPr/>
        </p:nvSpPr>
        <p:spPr>
          <a:xfrm>
            <a:off x="5344421" y="206926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0" name="Text 1308"/>
          <p:cNvSpPr/>
          <p:nvPr/>
        </p:nvSpPr>
        <p:spPr>
          <a:xfrm>
            <a:off x="5344421" y="206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11" name="Shape 1309"/>
          <p:cNvSpPr/>
          <p:nvPr/>
        </p:nvSpPr>
        <p:spPr>
          <a:xfrm>
            <a:off x="5348455" y="206574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2" name="Text 1310"/>
          <p:cNvSpPr/>
          <p:nvPr/>
        </p:nvSpPr>
        <p:spPr>
          <a:xfrm>
            <a:off x="5348455" y="20657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13" name="Shape 1311"/>
          <p:cNvSpPr/>
          <p:nvPr/>
        </p:nvSpPr>
        <p:spPr>
          <a:xfrm>
            <a:off x="5348502" y="206582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4" name="Text 1312"/>
          <p:cNvSpPr/>
          <p:nvPr/>
        </p:nvSpPr>
        <p:spPr>
          <a:xfrm>
            <a:off x="5348502" y="20658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15" name="Shape 1313"/>
          <p:cNvSpPr/>
          <p:nvPr/>
        </p:nvSpPr>
        <p:spPr>
          <a:xfrm>
            <a:off x="5345793" y="208223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6" name="Text 1314"/>
          <p:cNvSpPr/>
          <p:nvPr/>
        </p:nvSpPr>
        <p:spPr>
          <a:xfrm>
            <a:off x="5345793" y="20822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17" name="Shape 1315"/>
          <p:cNvSpPr/>
          <p:nvPr/>
        </p:nvSpPr>
        <p:spPr>
          <a:xfrm>
            <a:off x="5348534" y="206934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18" name="Text 1316"/>
          <p:cNvSpPr/>
          <p:nvPr/>
        </p:nvSpPr>
        <p:spPr>
          <a:xfrm>
            <a:off x="5348534" y="20693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19" name="Shape 1317"/>
          <p:cNvSpPr/>
          <p:nvPr/>
        </p:nvSpPr>
        <p:spPr>
          <a:xfrm>
            <a:off x="5348618" y="207363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0" name="Text 1318"/>
          <p:cNvSpPr/>
          <p:nvPr/>
        </p:nvSpPr>
        <p:spPr>
          <a:xfrm>
            <a:off x="5348618" y="20736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21" name="Shape 1319"/>
          <p:cNvSpPr/>
          <p:nvPr/>
        </p:nvSpPr>
        <p:spPr>
          <a:xfrm>
            <a:off x="5346875" y="207947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2" name="Text 1320"/>
          <p:cNvSpPr/>
          <p:nvPr/>
        </p:nvSpPr>
        <p:spPr>
          <a:xfrm>
            <a:off x="5346875" y="207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23" name="Shape 1321"/>
          <p:cNvSpPr/>
          <p:nvPr/>
        </p:nvSpPr>
        <p:spPr>
          <a:xfrm>
            <a:off x="5346860" y="207994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4" name="Text 1322"/>
          <p:cNvSpPr/>
          <p:nvPr/>
        </p:nvSpPr>
        <p:spPr>
          <a:xfrm>
            <a:off x="5346860" y="20799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25" name="Shape 1323"/>
          <p:cNvSpPr/>
          <p:nvPr/>
        </p:nvSpPr>
        <p:spPr>
          <a:xfrm>
            <a:off x="5346788" y="208057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6" name="Text 1324"/>
          <p:cNvSpPr/>
          <p:nvPr/>
        </p:nvSpPr>
        <p:spPr>
          <a:xfrm>
            <a:off x="5346788" y="208057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27" name="Shape 1325"/>
          <p:cNvSpPr/>
          <p:nvPr/>
        </p:nvSpPr>
        <p:spPr>
          <a:xfrm>
            <a:off x="5347584" y="207985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8" name="Text 1326"/>
          <p:cNvSpPr/>
          <p:nvPr/>
        </p:nvSpPr>
        <p:spPr>
          <a:xfrm>
            <a:off x="5347584" y="20798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29" name="Shape 1327"/>
          <p:cNvSpPr/>
          <p:nvPr/>
        </p:nvSpPr>
        <p:spPr>
          <a:xfrm>
            <a:off x="5347060" y="209127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0" name="Text 1328"/>
          <p:cNvSpPr/>
          <p:nvPr/>
        </p:nvSpPr>
        <p:spPr>
          <a:xfrm>
            <a:off x="5347060" y="20912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31" name="Shape 1329"/>
          <p:cNvSpPr/>
          <p:nvPr/>
        </p:nvSpPr>
        <p:spPr>
          <a:xfrm>
            <a:off x="5344144" y="208550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2" name="Text 1330"/>
          <p:cNvSpPr/>
          <p:nvPr/>
        </p:nvSpPr>
        <p:spPr>
          <a:xfrm>
            <a:off x="5344144" y="20855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33" name="Shape 1331"/>
          <p:cNvSpPr/>
          <p:nvPr/>
        </p:nvSpPr>
        <p:spPr>
          <a:xfrm>
            <a:off x="5347353" y="206228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4" name="Text 1332"/>
          <p:cNvSpPr/>
          <p:nvPr/>
        </p:nvSpPr>
        <p:spPr>
          <a:xfrm>
            <a:off x="5347353" y="20622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1335" name="Shape 1333"/>
          <p:cNvSpPr/>
          <p:nvPr/>
        </p:nvSpPr>
        <p:spPr>
          <a:xfrm>
            <a:off x="5344655" y="206853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6" name="Text 1334"/>
          <p:cNvSpPr/>
          <p:nvPr/>
        </p:nvSpPr>
        <p:spPr>
          <a:xfrm>
            <a:off x="5344655" y="2068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1100" dirty="0"/>
          </a:p>
        </p:txBody>
      </p:sp>
      <p:sp>
        <p:nvSpPr>
          <p:cNvPr id="1337" name="Shape 1335"/>
          <p:cNvSpPr/>
          <p:nvPr/>
        </p:nvSpPr>
        <p:spPr>
          <a:xfrm>
            <a:off x="5348491" y="206424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38" name="Text 1336"/>
          <p:cNvSpPr/>
          <p:nvPr/>
        </p:nvSpPr>
        <p:spPr>
          <a:xfrm>
            <a:off x="5348491" y="20642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1100" dirty="0"/>
          </a:p>
        </p:txBody>
      </p:sp>
      <p:sp>
        <p:nvSpPr>
          <p:cNvPr id="1339" name="Shape 1337"/>
          <p:cNvSpPr/>
          <p:nvPr/>
        </p:nvSpPr>
        <p:spPr>
          <a:xfrm>
            <a:off x="5344575" y="208355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0" name="Text 1338"/>
          <p:cNvSpPr/>
          <p:nvPr/>
        </p:nvSpPr>
        <p:spPr>
          <a:xfrm>
            <a:off x="5344575" y="208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100" dirty="0"/>
          </a:p>
        </p:txBody>
      </p:sp>
      <p:sp>
        <p:nvSpPr>
          <p:cNvPr id="1341" name="Shape 1339"/>
          <p:cNvSpPr/>
          <p:nvPr/>
        </p:nvSpPr>
        <p:spPr>
          <a:xfrm>
            <a:off x="5346685" y="206956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2" name="Text 1340"/>
          <p:cNvSpPr/>
          <p:nvPr/>
        </p:nvSpPr>
        <p:spPr>
          <a:xfrm>
            <a:off x="5346685" y="20695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1100" dirty="0"/>
          </a:p>
        </p:txBody>
      </p:sp>
      <p:sp>
        <p:nvSpPr>
          <p:cNvPr id="1343" name="Shape 1341"/>
          <p:cNvSpPr/>
          <p:nvPr/>
        </p:nvSpPr>
        <p:spPr>
          <a:xfrm>
            <a:off x="5348420" y="208661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4" name="Text 1342"/>
          <p:cNvSpPr/>
          <p:nvPr/>
        </p:nvSpPr>
        <p:spPr>
          <a:xfrm>
            <a:off x="5348420" y="2086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1345" name="Shape 1343"/>
          <p:cNvSpPr/>
          <p:nvPr/>
        </p:nvSpPr>
        <p:spPr>
          <a:xfrm>
            <a:off x="5346398" y="206221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6" name="Text 1344"/>
          <p:cNvSpPr/>
          <p:nvPr/>
        </p:nvSpPr>
        <p:spPr>
          <a:xfrm>
            <a:off x="5346398" y="2062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1347" name="Text 1345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1348" name="Text 1346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parkings · 20.765 plaatsen</a:t>
            </a:r>
            <a:endParaRPr lang="en-US" sz="2200" dirty="0"/>
          </a:p>
        </p:txBody>
      </p:sp>
      <p:sp>
        <p:nvSpPr>
          <p:cNvPr id="1349" name="Text 1347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1350" name="Text 1348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johanmmk.github.io/gemeenten/Kaart_bedrijfsparkings_Charleroi.html</a:t>
            </a:r>
            <a:endParaRPr lang="en-US" sz="1150" dirty="0"/>
          </a:p>
        </p:txBody>
      </p:sp>
      <p:sp>
        <p:nvSpPr>
          <p:cNvPr id="1351" name="Text 1349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352" name="Shape 1350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5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54" name="Text 1351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55" name="Shape 1352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5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357" name="Text 1353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358" name="Shape 1354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5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360" name="Text 1355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361" name="Text 135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362" name="Text 135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Charleroi.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19.829 auto’s op 645 slimme parkings in Charleroi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MONTI150 (150 kV), 2.5 km van Charleroi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Charleroi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MONTI150 (150 kV) — dichtste kopstation bij Charleroi, op ± 2.5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Charleroi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Charleroi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Charleroi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Charleroi</dc:title>
  <dc:subject>PptxGenJS Presentation</dc:subject>
  <dc:creator>Fluctus</dc:creator>
  <cp:lastModifiedBy>Fluctus</cp:lastModifiedBy>
  <cp:revision>1</cp:revision>
  <dcterms:created xsi:type="dcterms:W3CDTF">2026-06-25T00:33:28Z</dcterms:created>
  <dcterms:modified xsi:type="dcterms:W3CDTF">2026-06-25T00:33:28Z</dcterms:modified>
</cp:coreProperties>
</file>