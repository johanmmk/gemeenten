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3.xlsx"/></Relationships>
</file>

<file path=ppt/charts/chart3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nhay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Onhaye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ONHAYE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Onhaye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2.050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Onhaye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Onhaye,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parkings · 2.050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johanmmk.github.io/gemeenten/Kaart_bedrijfsparkings_Onhaye.html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Onhaye.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 auto’s op 12 slimme parkings in Onhaye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HASTI 70 (70 kV), 5.6 km van Onhaye.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Onhaye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HASTI 70 (70 kV) — dichtste kopstation bij Onhaye, op ± 5.6 km. Flex ≈ 6.5 MW (11 kW/wagen + 10 kW batterij) op 34.7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Onhaye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Onhaye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Onhaye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Onhaye</dc:title>
  <dc:subject>PptxGenJS Presentation</dc:subject>
  <dc:creator>Fluctus</dc:creator>
  <cp:lastModifiedBy>Fluctus</cp:lastModifiedBy>
  <cp:revision>1</cp:revision>
  <dcterms:created xsi:type="dcterms:W3CDTF">2026-06-24T01:47:43Z</dcterms:created>
  <dcterms:modified xsi:type="dcterms:W3CDTF">2026-06-24T01:47:43Z</dcterms:modified>
</cp:coreProperties>
</file>