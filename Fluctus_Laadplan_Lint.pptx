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3.xlsx"/></Relationships>
</file>

<file path=ppt/charts/chart2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parkings · 5.106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 auto’s op 12 slimme parkings in Lint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1.4 km van Lint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Lint, op ± 1.4 km (laagste load van de cluster &lt;5 km). Flex ≈ 6.2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Lint</dc:title>
  <dc:subject>PptxGenJS Presentation</dc:subject>
  <dc:creator>Fluctus</dc:creator>
  <cp:lastModifiedBy>Fluctus</cp:lastModifiedBy>
  <cp:revision>1</cp:revision>
  <dcterms:created xsi:type="dcterms:W3CDTF">2026-06-25T02:25:35Z</dcterms:created>
  <dcterms:modified xsi:type="dcterms:W3CDTF">2026-06-25T02:25:35Z</dcterms:modified>
</cp:coreProperties>
</file>