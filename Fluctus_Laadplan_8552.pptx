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8552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8552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971800" y="42062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8552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8552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2.569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8552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8552,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parkings · 2.569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johanmmk.github.io/gemeenten/Kaart_bedrijfsparkings_8552.html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8552.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691640"/>
          </a:xfrm>
          <a:prstGeom prst="roundRect">
            <a:avLst>
              <a:gd name="adj" fmla="val 5405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206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726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11480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2.569 auto’s op 108 slimme parkings in 8552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4864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RUIEN 70 (70 kV), 7.2 km van 8552 (laagste load van de cluster &lt;5 km). · v5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8552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40280"/>
            <a:ext cx="1828800" cy="96012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212848"/>
            <a:ext cx="1828800" cy="1042416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852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RUIEN 70 (70 kV) — dichtste kopstation bij 8552, op ± 7.2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943600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22960" y="596188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 voor bedrijven en gezinnen in 8552 met </a:t>
            </a:r>
            <a:pPr algn="ctr" indent="0" marL="0">
              <a:buNone/>
            </a:pPr>
            <a:r>
              <a:rPr lang="en-US" sz="145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3268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8552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60857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90118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26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0118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90118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57707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86968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76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338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86968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86968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8552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8552</dc:title>
  <dc:subject>PptxGenJS Presentation</dc:subject>
  <dc:creator>Fluctus</dc:creator>
  <cp:lastModifiedBy>Fluctus</cp:lastModifiedBy>
  <cp:revision>1</cp:revision>
  <dcterms:created xsi:type="dcterms:W3CDTF">2026-06-23T18:28:04Z</dcterms:created>
  <dcterms:modified xsi:type="dcterms:W3CDTF">2026-06-23T18:28:04Z</dcterms:modified>
</cp:coreProperties>
</file>