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2.xlsx"/></Relationships>
</file>

<file path=ppt/charts/chart4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eneff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Seneffe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SENEFFE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Seneffe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7.945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Seneffe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7.945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€ 23,84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7.945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7.945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€ 23,84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Seneffe,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 parkings · 7.945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johanmmk.github.io/gemeenten/Kaart_bedrijfsparkings_Seneffe.html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Seneffe.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2.887 auto’s op 83 slimme parkings in Seneffe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SENEF 70 (70 kV), 2.4 km van Seneffe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Seneffe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SENEF 70 (70 kV) — dichtste kopstation bij Seneffe, op ± 2.4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Seneffe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Seneffe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Seneffe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Seneffe</dc:title>
  <dc:subject>PptxGenJS Presentation</dc:subject>
  <dc:creator>Fluctus</dc:creator>
  <cp:lastModifiedBy>Fluctus</cp:lastModifiedBy>
  <cp:revision>1</cp:revision>
  <dcterms:created xsi:type="dcterms:W3CDTF">2026-06-24T02:12:07Z</dcterms:created>
  <dcterms:modified xsi:type="dcterms:W3CDTF">2026-06-24T02:12:07Z</dcterms:modified>
</cp:coreProperties>
</file>