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6.xlsx"/></Relationships>
</file>

<file path=ppt/charts/chart1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loesbe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Vloesberg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VLOESBERG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Vloesberg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1.271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Vloesberg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Vloesberg,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1.271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johanmmk.github.io/gemeenten/Kaart_bedrijfsparkings_Vloesberg.html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Vloesberg.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1.271 auto’s op 37 slimme parkings in Vloesberg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DEUXA 70 (70 kV), 9.1 km van Vloesberg.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Vloesberg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DEUXA 70 (70 kV) — dichtste kopstation bij Vloesberg, op ± 9.1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Vloesberg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Vloesberg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Vloesberg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Vloesberg</dc:title>
  <dc:subject>PptxGenJS Presentation</dc:subject>
  <dc:creator>Fluctus</dc:creator>
  <cp:lastModifiedBy>Fluctus</cp:lastModifiedBy>
  <cp:revision>1</cp:revision>
  <dcterms:created xsi:type="dcterms:W3CDTF">2026-06-25T01:04:46Z</dcterms:created>
  <dcterms:modified xsi:type="dcterms:W3CDTF">2026-06-25T01:04:46Z</dcterms:modified>
</cp:coreProperties>
</file>