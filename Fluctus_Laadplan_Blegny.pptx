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58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legny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Blegny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BLEGNY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Blegny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6.592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Blegny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+ 140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6.592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€ 9,89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€ 19,78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6.592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€ 9,89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6.592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€ 19,78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Blegny,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 parkings · 6.592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johanmmk.github.io/gemeenten/Kaart_bedrijfsparkings_Blegny.html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Blegny.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1.007 auto’s op 26 slimme parkings in Blegny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40% naar 58%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JUPIL220 (220 kV), 7.1 km van Blegny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Blegny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JUPIL220 (220 kV) — dichtste kopstation bij Blegny, op ± 7.1 km (laagste load van de cluster &lt;5 km). Flex ≈ 21.1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Blegny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+45%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Blegny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+45%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Blegny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Blegny</dc:title>
  <dc:subject>PptxGenJS Presentation</dc:subject>
  <dc:creator>Fluctus</dc:creator>
  <cp:lastModifiedBy>Fluctus</cp:lastModifiedBy>
  <cp:revision>1</cp:revision>
  <dcterms:created xsi:type="dcterms:W3CDTF">2026-06-25T00:15:51Z</dcterms:created>
  <dcterms:modified xsi:type="dcterms:W3CDTF">2026-06-25T00:15:51Z</dcterms:modified>
</cp:coreProperties>
</file>