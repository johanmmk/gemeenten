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1.xlsx"/></Relationships>
</file>

<file path=ppt/charts/chart3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ttignies_Louvain_la_Neuv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Ottignies-Louvain-la-Neuve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OTTIGNIES-LOUVAIN-LA-NEUVE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Ottignies-Louvain-la-Neuve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6.042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Ottignies-Louvain-la-Neuve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6.042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€ 9,06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€ 18,13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6.042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€ 9,06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6.042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€ 18,13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Ottignies-Louvain-la-Neuve,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parkings · 6.042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johanmmk.github.io/gemeenten/Kaart_bedrijfsparkings_Ottignies_Louvain_la_Neuve.html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Ottignies-Louvain-la-Neuve.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2.926 auto’s op 65 slimme parkings in Ottignies-Louvain-la-Neuve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OTTIG 36 (36 kV), 1 km van Ottignies-Louvain-la-Neuve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Ottignies-Louvain-la-Neuve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OTTIG 36 (36 kV) — dichtste kopstation bij Ottignies-Louvain-la-Neuve, op ± 1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Ottignies-Louvain-la-Neuve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Ottignies-Louvain-la-Neuve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Ottignies-Louvain-la-Neuve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Ottignies-Louvain-la-Neuve</dc:title>
  <dc:subject>PptxGenJS Presentation</dc:subject>
  <dc:creator>Fluctus</dc:creator>
  <cp:lastModifiedBy>Fluctus</cp:lastModifiedBy>
  <cp:revision>1</cp:revision>
  <dcterms:created xsi:type="dcterms:W3CDTF">2026-06-24T01:50:08Z</dcterms:created>
  <dcterms:modified xsi:type="dcterms:W3CDTF">2026-06-24T01:50:08Z</dcterms:modified>
</cp:coreProperties>
</file>