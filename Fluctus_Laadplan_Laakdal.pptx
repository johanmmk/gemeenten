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3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9.xlsx"/></Relationships>
</file>

<file path=ppt/charts/chart2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59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aakda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3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Laakdal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LAAKDAL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Laakdal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4.888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Laakdal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4.888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€ 14,66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4.888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4.888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€ 14,66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Laakdal,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parkings · 4.888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johanmmk.github.io/gemeenten/Kaart_bedrijfsparkings_Laakdal.html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Laakdal.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2.217 auto’s op 66 slimme parkings in Laakdal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59%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MEERH150 (150 kV), 5.3 km van Laakdal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Laakdal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MEERH150 (150 kV) — dichtste kopstation bij Laakdal, op ± 5.3 km (laagste load van de cluster &lt;5 km). Flex ≈ 46.6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Laakdal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Laakdal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Laakdal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Laakdal</dc:title>
  <dc:subject>PptxGenJS Presentation</dc:subject>
  <dc:creator>Fluctus</dc:creator>
  <cp:lastModifiedBy>Fluctus</cp:lastModifiedBy>
  <cp:revision>1</cp:revision>
  <dcterms:created xsi:type="dcterms:W3CDTF">2026-06-24T01:04:00Z</dcterms:created>
  <dcterms:modified xsi:type="dcterms:W3CDTF">2026-06-24T01:04:00Z</dcterms:modified>
</cp:coreProperties>
</file>