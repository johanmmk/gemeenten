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2.xlsx"/></Relationships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einz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Deinze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DEINZE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Deinze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8.821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Deinze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Deinze,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8.821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johanmmk.github.io/gemeenten/Kaart_bedrijfsparkings_Deinze.html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Deinze.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4.101 auto’s op 122 slimme parkings in Deinze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DRONG 36 (36 kV), 5.6 km van Deinze.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Deinze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DRONG 36 (36 kV) — dichtste kopstation bij Deinze, op ± 5.6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Deinze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Deinze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Deinze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Deinze</dc:title>
  <dc:subject>PptxGenJS Presentation</dc:subject>
  <dc:creator>Fluctus</dc:creator>
  <cp:lastModifiedBy>Fluctus</cp:lastModifiedBy>
  <cp:revision>1</cp:revision>
  <dcterms:created xsi:type="dcterms:W3CDTF">2026-06-25T00:44:04Z</dcterms:created>
  <dcterms:modified xsi:type="dcterms:W3CDTF">2026-06-25T00:44:04Z</dcterms:modified>
</cp:coreProperties>
</file>