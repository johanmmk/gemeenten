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5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1.xlsx"/></Relationships>
</file>

<file path=ppt/charts/chart2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d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5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LEDEGEM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Ledegem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4.541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Ledegem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4.541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€ 13,62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€ 13,62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Ledegem,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parkings · 4.541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johanmmk.github.io/gemeenten/Kaart_bedrijfsparkings_Ledegem.html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Ledegem.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582 auto’s op 26 slimme parkings in Ledegem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40%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IZGEM150 (150 kV), 6.3 km van Ledegem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Ledegem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IZGEM150 (150 kV) — dichtste kopstation bij Ledegem, op ± 6.3 km (laagste load van de cluster &lt;5 km). Flex ≈ 12.2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Ledegem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Ledegem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Ledegem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Ledegem</dc:title>
  <dc:subject>PptxGenJS Presentation</dc:subject>
  <dc:creator>Fluctus</dc:creator>
  <cp:lastModifiedBy>Fluctus</cp:lastModifiedBy>
  <cp:revision>1</cp:revision>
  <dcterms:created xsi:type="dcterms:W3CDTF">2026-06-24T01:09:44Z</dcterms:created>
  <dcterms:modified xsi:type="dcterms:W3CDTF">2026-06-24T01:09:44Z</dcterms:modified>
</cp:coreProperties>
</file>