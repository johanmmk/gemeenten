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outers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Boutersem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BOUTERSEM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Boutersem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1.200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Boutersem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€ 3,60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€ 1,80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€ 3,60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Boutersem,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parkings · 1.200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johanmmk.github.io/gemeenten/Kaart_bedrijfsparkings_Boutersem.html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Boutersem.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 auto’s op 16 slimme parkings in Boutersem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TIENE150 (150 kV), 6.6 km van Boutersem.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Boutersem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TIENE150 (150 kV) — dichtste kopstation bij Boutersem, op ± 6.6 km. Flex ≈ 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Boutersem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Boutersem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Boutersem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Boutersem</dc:title>
  <dc:subject>PptxGenJS Presentation</dc:subject>
  <dc:creator>Fluctus</dc:creator>
  <cp:lastModifiedBy>Fluctus</cp:lastModifiedBy>
  <cp:revision>1</cp:revision>
  <dcterms:created xsi:type="dcterms:W3CDTF">2026-06-23T22:54:42Z</dcterms:created>
  <dcterms:modified xsi:type="dcterms:W3CDTF">2026-06-23T22:54:42Z</dcterms:modified>
</cp:coreProperties>
</file>