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4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4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3.xlsx"/></Relationships>
</file>

<file path=ppt/charts/chart34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Oudenaard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43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Oudenaarde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OUDENAARDE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Oudenaarde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4.350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Oudenaarde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+ 39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4.350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127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€ 6,53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€ 13,05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4.350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€ 6,53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4.350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€ 13,05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Oudenaarde,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127 parkings · 4.350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johanmmk.github.io/gemeenten/Kaart_bedrijfsparkings_Oudenaarde.html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Oudenaarde.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2.875 auto’s op 88 slimme parkings in Oudenaarde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WORTG 70 (70 kV), 9.1 km van Oudenaarde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Oudenaarde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WORTG 70 (70 kV) — dichtste kopstation bij Oudenaarde, op ± 9.1 km (laagste load van de cluster &lt;5 km).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Oudenaarde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Oudenaarde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Oudenaarde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Oudenaarde</dc:title>
  <dc:subject>PptxGenJS Presentation</dc:subject>
  <dc:creator>Fluctus</dc:creator>
  <cp:lastModifiedBy>Fluctus</cp:lastModifiedBy>
  <cp:revision>1</cp:revision>
  <dcterms:created xsi:type="dcterms:W3CDTF">2026-06-25T02:59:42Z</dcterms:created>
  <dcterms:modified xsi:type="dcterms:W3CDTF">2026-06-25T02:59:42Z</dcterms:modified>
</cp:coreProperties>
</file>