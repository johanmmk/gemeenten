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7.xlsx"/></Relationships>
</file>

<file path=ppt/charts/chart2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nokke_Hei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Knokke-Heist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KNOKKE-HEIST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Knokke-Heist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5.998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Knokke-Heist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Knokke-Heist,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parkings · 5.998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johanmmk.github.io/gemeenten/Kaart_bedrijfsparkings_Knokke_Heist.html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Knokke-Heist.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1.831 auto’s op 40 slimme parkings in Knokke-Heist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ZBZSL150 (150 kV), 6.3 km van Knokke-Heist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Knokke-Heist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ZBZSL150 (150 kV) — dichtste kopstation bij Knokke-Heist, op ± 6.3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Knokke-Heist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Knokke-Heist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Knokke-Heist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Knokke-Heist</dc:title>
  <dc:subject>PptxGenJS Presentation</dc:subject>
  <dc:creator>Fluctus</dc:creator>
  <cp:lastModifiedBy>Fluctus</cp:lastModifiedBy>
  <cp:revision>1</cp:revision>
  <dcterms:created xsi:type="dcterms:W3CDTF">2026-06-25T02:10:36Z</dcterms:created>
  <dcterms:modified xsi:type="dcterms:W3CDTF">2026-06-25T02:10:36Z</dcterms:modified>
</cp:coreProperties>
</file>