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5.xlsx"/></Relationships>
</file>

<file path=ppt/charts/chart4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utenda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Zutendaal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ZUTENDAAL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Zutendaal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Zutendaal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Zutendaal,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4.092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johanmmk.github.io/gemeenten/Kaart_bedrijfsparkings_Zutendaal.html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Zutendaal.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Zutendaal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33%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LANLO150 (150 kV), 4.1 km van Zutendaal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Zutendaal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LANLO150 (150 kV) — dichtste kopstation bij Zutendaal, op ± 4.1 km (laagste load van de cluster &lt;5 km).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Zutendaal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Zutendaal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Zutendaal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Zutendaal</dc:title>
  <dc:subject>PptxGenJS Presentation</dc:subject>
  <dc:creator>Fluctus</dc:creator>
  <cp:lastModifiedBy>Fluctus</cp:lastModifiedBy>
  <cp:revision>1</cp:revision>
  <dcterms:created xsi:type="dcterms:W3CDTF">2026-06-24T03:43:57Z</dcterms:created>
  <dcterms:modified xsi:type="dcterms:W3CDTF">2026-06-24T03:43:57Z</dcterms:modified>
</cp:coreProperties>
</file>