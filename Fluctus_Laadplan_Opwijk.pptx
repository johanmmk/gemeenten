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7.xlsx"/></Relationships>
</file>

<file path=ppt/charts/chart3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pwij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Opwijk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OPWIJK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Opwijk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2.779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Opwijk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Opwijk,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parkings · 2.779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johanmmk.github.io/gemeenten/Kaart_bedrijfsparkings_Opwijk.html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Opwijk.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 auto’s op 31 slimme parkings in Opwijk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MERCH 70 (70 kV), 3 km van Opwijk.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Opwijk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MERCH 70 (70 kV) — dichtste kopstation bij Opwijk, op ± 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Opwijk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Opwijk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Opwijk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Opwijk</dc:title>
  <dc:subject>PptxGenJS Presentation</dc:subject>
  <dc:creator>Fluctus</dc:creator>
  <cp:lastModifiedBy>Fluctus</cp:lastModifiedBy>
  <cp:revision>1</cp:revision>
  <dcterms:created xsi:type="dcterms:W3CDTF">2026-06-24T01:49:20Z</dcterms:created>
  <dcterms:modified xsi:type="dcterms:W3CDTF">2026-06-24T01:49:20Z</dcterms:modified>
</cp:coreProperties>
</file>