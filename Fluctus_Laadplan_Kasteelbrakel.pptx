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asteelbrak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Kasteelbrakel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KASTEELBRAKEL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Kasteelbrakel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5.989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Kasteelbrakel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€ 17,97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€ 17,97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Kasteelbrakel,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 parkings · 5.989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johanmmk.github.io/gemeenten/Kaart_bedrijfsparkings_Kasteelbrakel.html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Kasteelbrakel.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5.989 auto’s op 218 slimme parkings in Kasteelbrakel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OISQU150 (150 kV), 4.8 km van Kasteelbrakel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Kasteelbrakel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OISQU150 (150 kV) — dichtste kopstation bij Kasteelbrakel, op ± 4.8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Kasteelbrakel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Kasteelbrakel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Kasteelbrakel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Kasteelbrakel</dc:title>
  <dc:subject>PptxGenJS Presentation</dc:subject>
  <dc:creator>Fluctus</dc:creator>
  <cp:lastModifiedBy>Fluctus</cp:lastModifiedBy>
  <cp:revision>1</cp:revision>
  <dcterms:created xsi:type="dcterms:W3CDTF">2026-06-23T22:55:09Z</dcterms:created>
  <dcterms:modified xsi:type="dcterms:W3CDTF">2026-06-23T22:55:09Z</dcterms:modified>
</cp:coreProperties>
</file>