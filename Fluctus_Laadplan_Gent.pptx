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4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4.xlsx"/></Relationships>
</file>

<file path=ppt/charts/chart1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en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4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38.616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Gent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+ 301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38.616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€ 57,92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€ 115,85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38.616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€ 57,92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38.616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€ 115,85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Gent,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1043 parkings · 38.616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johanmmk.github.io/gemeenten/Kaart_bedrijfsparkings_Gent.html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Gent.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26.567 auto’s op 742 slimme parkings in Gent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RINGV150 (150 kV), 3.5 km van Gent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Gent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RINGV150 (150 kV) — dichtste kopstation bij Gent, op ± 3.5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Gent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Gent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Gent</dc:title>
  <dc:subject>PptxGenJS Presentation</dc:subject>
  <dc:creator>Fluctus</dc:creator>
  <cp:lastModifiedBy>Fluctus</cp:lastModifiedBy>
  <cp:revision>1</cp:revision>
  <dcterms:created xsi:type="dcterms:W3CDTF">2026-06-25T01:15:29Z</dcterms:created>
  <dcterms:modified xsi:type="dcterms:W3CDTF">2026-06-25T01:15:29Z</dcterms:modified>
</cp:coreProperties>
</file>