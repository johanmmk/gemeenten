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3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4.xlsx"/></Relationships>
</file>

<file path=ppt/charts/chart4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72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heux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3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Theux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THEUX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Theux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3.128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Theux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3.128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€ 4,69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€ 9,38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3.128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€ 4,69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3.128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€ 9,38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Theux,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parkings · 3.128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johanmmk.github.io/gemeenten/Kaart_bedrijfsparkings_Theux.html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Theux.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1.134 auto’s op 27 slimme parkings in Theux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52% naar 72%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TURON 70 (70 kV), 1.7 km van Theux.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Theux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TURON 70 (70 kV) — dichtste kopstation bij Theux, op ± 1.7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Theux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Theux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Theux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Theux</dc:title>
  <dc:subject>PptxGenJS Presentation</dc:subject>
  <dc:creator>Fluctus</dc:creator>
  <cp:lastModifiedBy>Fluctus</cp:lastModifiedBy>
  <cp:revision>1</cp:revision>
  <dcterms:created xsi:type="dcterms:W3CDTF">2026-06-25T03:36:15Z</dcterms:created>
  <dcterms:modified xsi:type="dcterms:W3CDTF">2026-06-25T03:36:15Z</dcterms:modified>
</cp:coreProperties>
</file>