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3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43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33.xlsx"/></Relationships>
</file>

<file path=ppt/charts/chart43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52</c:v>
                </c:pt>
                <c:pt idx="1">
                  <c:v>72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Theux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433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Theux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THEUX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Theux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3.083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Theux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+ 49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3.083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76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€ 4,62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€ 9,25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3.083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€ 4,62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3.083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€ 9,25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Theux,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76 parkings · 3.083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johanmmk.github.io/gemeenten/Kaart_bedrijfsparkings_Theux.html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Theux.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1.134 auto’s op 27 slimme parkings in Theux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52% naar 72%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TURON 70 (70 kV), 1.7 km van Theux.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Theux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TURON 70 (70 kV) — dichtste kopstation bij Theux, op ± 1.7 km. Flex ≈ 10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Theux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+38%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Theux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+38%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Theux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Theux</dc:title>
  <dc:subject>PptxGenJS Presentation</dc:subject>
  <dc:creator>Fluctus</dc:creator>
  <cp:lastModifiedBy>Fluctus</cp:lastModifiedBy>
  <cp:revision>1</cp:revision>
  <dcterms:created xsi:type="dcterms:W3CDTF">2026-06-24T02:37:58Z</dcterms:created>
  <dcterms:modified xsi:type="dcterms:W3CDTF">2026-06-24T02:37:58Z</dcterms:modified>
</cp:coreProperties>
</file>