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9.xlsx"/></Relationships>
</file>

<file path=ppt/charts/chart4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aux_sur_Su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Vaux-sur-Sûre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VAUX-SUR-SÛRE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Vaux-sur-Sûre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1.078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Vaux-sur-Sûre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Vaux-sur-Sûre,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1.078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johanmmk.github.io/gemeenten/Kaart_bedrijfsparkings_Vaux_sur_Sure.html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Vaux-sur-Sûre.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 auto’s op 24 slimme parkings in Vaux-sur-Sûre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VILLE 70 (70 kV), 5.7 km van Vaux-sur-Sûre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Vaux-sur-Sûre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VILLE 70 (70 kV) — dichtste kopstation bij Vaux-sur-Sûre, op ± 5.7 km (laagste load van de cluster &lt;5 km). Flex ≈ 10.3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Vaux-sur-Sûre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Vaux-sur-Sûre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Vaux-sur-Sûre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Vaux-sur-Sûre</dc:title>
  <dc:subject>PptxGenJS Presentation</dc:subject>
  <dc:creator>Fluctus</dc:creator>
  <cp:lastModifiedBy>Fluctus</cp:lastModifiedBy>
  <cp:revision>1</cp:revision>
  <dcterms:created xsi:type="dcterms:W3CDTF">2026-06-25T03:40:33Z</dcterms:created>
  <dcterms:modified xsi:type="dcterms:W3CDTF">2026-06-25T03:40:33Z</dcterms:modified>
</cp:coreProperties>
</file>