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7.xlsx"/></Relationships>
</file>

<file path=ppt/charts/chart2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_Roeul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Roeulx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 ROEULX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 Roeulx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7.563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 Roeulx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 Roeulx,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 parkings · 7.563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johanmmk.github.io/gemeenten/Kaart_bedrijfsparkings_Le_Roeulx.html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 Roeulx.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7.563 auto’s op 263 slimme parkings in Le Roeulx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VHAIN150 (150 kV), 4.8 km van Le Roeulx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 Roeulx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VHAIN150 (150 kV) — dichtste kopstation bij Le Roeulx, op ± 4.8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 Roeulx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 Roeulx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 Roeulx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 Roeulx</dc:title>
  <dc:subject>PptxGenJS Presentation</dc:subject>
  <dc:creator>Fluctus</dc:creator>
  <cp:lastModifiedBy>Fluctus</cp:lastModifiedBy>
  <cp:revision>1</cp:revision>
  <dcterms:created xsi:type="dcterms:W3CDTF">2026-06-25T02:19:26Z</dcterms:created>
  <dcterms:modified xsi:type="dcterms:W3CDTF">2026-06-25T02:19:26Z</dcterms:modified>
</cp:coreProperties>
</file>