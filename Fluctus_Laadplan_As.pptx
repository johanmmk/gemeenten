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1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17.xlsx"/></Relationships>
</file>

<file path=ppt/charts/chart5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58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1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3.200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€ 4,80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€ 9,60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3.200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€ 4,80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3.200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€ 9,60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 parkings · 3.200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johanmmk.github.io/gemeenten/Kaart_bedrijfsparkings_As.html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368 auto’s op 19 slimme parkings in As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58%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OPGLA 70 (70 kV), 4.3 km van As.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OPGLA 70 (70 kV) — dichtste kopstation bij As, op ± 4.3 km. Flex ≈ 7.7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As</dc:title>
  <dc:subject>PptxGenJS Presentation</dc:subject>
  <dc:creator>Fluctus</dc:creator>
  <cp:lastModifiedBy>Fluctus</cp:lastModifiedBy>
  <cp:revision>1</cp:revision>
  <dcterms:created xsi:type="dcterms:W3CDTF">2026-06-25T04:15:26Z</dcterms:created>
  <dcterms:modified xsi:type="dcterms:W3CDTF">2026-06-25T04:15:26Z</dcterms:modified>
</cp:coreProperties>
</file>