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37</c:v>
                </c:pt>
                <c:pt idx="1">
                  <c:v>66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Boo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5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BOOM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Boom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5.487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Boom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+ 111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5.487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136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€ 8,23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€ 16,46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5.487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€ 8,23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5.487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€ 16,46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Boom,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136 parkings · 5.487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johanmmk.github.io/gemeenten/Kaart_bedrijfsparkings_Boom.html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Boom.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895 auto’s op 25 slimme parkings in Boom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37% naar 66%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SCHEL 70 (70 kV), 5.4 km van Boom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Boom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SCHEL 70 (70 kV) — dichtste kopstation bij Boom, op ± 5.4 km (laagste load van de cluster &lt;5 km).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Boom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+78%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Boom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+78%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Boom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Boom</dc:title>
  <dc:subject>PptxGenJS Presentation</dc:subject>
  <dc:creator>Fluctus</dc:creator>
  <cp:lastModifiedBy>Fluctus</cp:lastModifiedBy>
  <cp:revision>1</cp:revision>
  <dcterms:created xsi:type="dcterms:W3CDTF">2026-06-23T22:53:06Z</dcterms:created>
  <dcterms:modified xsi:type="dcterms:W3CDTF">2026-06-23T22:53:06Z</dcterms:modified>
</cp:coreProperties>
</file>