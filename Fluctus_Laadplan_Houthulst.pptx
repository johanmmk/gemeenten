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98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9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8.xlsx"/></Relationships>
</file>

<file path=ppt/charts/chart19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48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Houthulst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98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Houthulst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HOUTHULST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Houthulst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1.544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Houthulst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+ 21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1.544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€ 2,32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€ 4,63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1.544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€ 2,32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1.544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€ 4,63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Houthulst,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 parkings · 1.544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johanmmk.github.io/gemeenten/Kaart_bedrijfsparkings_Houthulst.html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Houthulst.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750 auto’s op 31 slimme parkings in Houthulst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48%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IEPER150 (150 kV), 14.4 km van Houthulst.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Houthulst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IEPER150 (150 kV) — dichtste kopstation bij Houthulst, op ± 14.4 km. Flex ≈ 15.8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Houthulst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Houthulst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Houthulst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Houthulst</dc:title>
  <dc:subject>PptxGenJS Presentation</dc:subject>
  <dc:creator>Fluctus</dc:creator>
  <cp:lastModifiedBy>Fluctus</cp:lastModifiedBy>
  <cp:revision>1</cp:revision>
  <dcterms:created xsi:type="dcterms:W3CDTF">2026-06-24T00:47:23Z</dcterms:created>
  <dcterms:modified xsi:type="dcterms:W3CDTF">2026-06-24T00:47:23Z</dcterms:modified>
</cp:coreProperties>
</file>