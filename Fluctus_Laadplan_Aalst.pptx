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4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9.xlsx"/></Relationships>
</file>

<file path=ppt/charts/chart4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al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4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Aalst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AALST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Aalst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10.150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Aalst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€ 30,45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10.150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€ 30,45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Aalst,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 parkings · 10.150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johanmmk.github.io/gemeenten/Kaart_bedrijfsparkings_Aalst.html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Aalst.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Aalst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AALST 70 (70 kV), 2.1 km van Aalst.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Aalst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AALST 70 (70 kV) — dichtste kopstation bij Aalst, op ± 2.1 km. Flex ≈ 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Aalst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Aalst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Aalst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Aalst</dc:title>
  <dc:subject>PptxGenJS Presentation</dc:subject>
  <dc:creator>Fluctus</dc:creator>
  <cp:lastModifiedBy>Fluctus</cp:lastModifiedBy>
  <cp:revision>1</cp:revision>
  <dcterms:created xsi:type="dcterms:W3CDTF">2026-06-24T03:01:45Z</dcterms:created>
  <dcterms:modified xsi:type="dcterms:W3CDTF">2026-06-24T03:01:45Z</dcterms:modified>
</cp:coreProperties>
</file>