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6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6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61.xlsx"/></Relationships>
</file>

<file path=ppt/charts/chart56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45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veren_Kruibeke_Zwijndrecht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6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Beveren-Kruibeke-Zwijndrecht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BEVEREN-KRUIBEKE-ZWIJNDRECHT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Beveren-Kruibeke-Zwijndrecht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21.200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Beveren-Kruibeke-Zwijndrecht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21.200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€ 31,80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€ 63,60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€ 31,80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21.200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€ 63,60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Beveren-Kruibeke-Zwijndrecht,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450 parkings · 21.200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johanmmk.github.io/gemeenten/Kaart_bedrijfsparkings_Beveren_Kruibeke_Zwijndrecht.html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Beveren-Kruibeke-Zwijndrecht.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auto’s op 0 slimme parkings in Beveren-Kruibeke-Zwijndrecht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45% naar 45%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MERCA380 (380 kV), 5.6 km van Beveren-Kruibeke-Zwijndrecht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Beveren-Kruibeke-Zwijndrecht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MERCA380 (380 kV) — dichtste kopstation bij Beveren-Kruibeke-Zwijndrecht, op ± 5.6 km (laagste load van de cluster &lt;5 km). Flex ≈ 0 MW (11 kW/wagen + 10 kW batterij) op 300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Beveren-Kruibeke-Zwijndrecht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Beveren-Kruibeke-Zwijndrecht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Beveren-Kruibeke-Zwijndrecht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Beveren-Kruibeke-Zwijndrecht</dc:title>
  <dc:subject>PptxGenJS Presentation</dc:subject>
  <dc:creator>Fluctus</dc:creator>
  <cp:lastModifiedBy>Fluctus</cp:lastModifiedBy>
  <cp:revision>1</cp:revision>
  <dcterms:created xsi:type="dcterms:W3CDTF">2026-06-24T04:46:12Z</dcterms:created>
  <dcterms:modified xsi:type="dcterms:W3CDTF">2026-06-24T04:46:12Z</dcterms:modified>
</cp:coreProperties>
</file>