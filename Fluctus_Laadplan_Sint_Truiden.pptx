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1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4.xlsx"/></Relationships>
</file>

<file path=ppt/charts/chart4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int_Truid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1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Sint-Truiden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SINT-TRUIDEN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Sint-Truiden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9.436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Sint-Truiden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9.436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€ 14,15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€ 28,31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9.436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€ 14,15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9.436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€ 28,31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Sint-Truiden,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347 parkings · 9.436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johanmmk.github.io/gemeenten/Kaart_bedrijfsparkings_Sint_Truiden.html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Sint-Truiden.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6.092 auto’s op 263 slimme parkings in Sint-Truiden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STRUI 70 (70 kV), 0.7 km van Sint-Truiden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Sint-Truiden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STRUI 70 (70 kV) — dichtste kopstation bij Sint-Truiden, op ± 0.7 km (laagste load van de cluster &lt;5 km).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Sint-Truiden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Sint-Truiden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Sint-Truiden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Sint-Truiden</dc:title>
  <dc:subject>PptxGenJS Presentation</dc:subject>
  <dc:creator>Fluctus</dc:creator>
  <cp:lastModifiedBy>Fluctus</cp:lastModifiedBy>
  <cp:revision>1</cp:revision>
  <dcterms:created xsi:type="dcterms:W3CDTF">2026-06-25T03:30:44Z</dcterms:created>
  <dcterms:modified xsi:type="dcterms:W3CDTF">2026-06-25T03:30:44Z</dcterms:modified>
</cp:coreProperties>
</file>