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8.xlsx"/></Relationships>
</file>

<file path=ppt/charts/chart5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iel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Tielt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TIELT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Tielt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9.214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Tielt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9.214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€ 13,82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€ 27,64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€ 13,82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€ 27,64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Tielt,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 parkings · 9.214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johanmmk.github.io/gemeenten/Kaart_bedrijfsparkings_Tielt.html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Tielt.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3.452 auto’s op 118 slimme parkings in Tielt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TIELT150 (150 kV), 1.2 km van Tielt.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Tielt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TIELT150 (150 kV) — dichtste kopstation bij Tielt, op ± 1.2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Tielt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Tielt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Tielt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Tielt</dc:title>
  <dc:subject>PptxGenJS Presentation</dc:subject>
  <dc:creator>Fluctus</dc:creator>
  <cp:lastModifiedBy>Fluctus</cp:lastModifiedBy>
  <cp:revision>1</cp:revision>
  <dcterms:created xsi:type="dcterms:W3CDTF">2026-06-25T04:50:59Z</dcterms:created>
  <dcterms:modified xsi:type="dcterms:W3CDTF">2026-06-25T04:50:59Z</dcterms:modified>
</cp:coreProperties>
</file>