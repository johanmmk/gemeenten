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2.xlsx"/></Relationships>
</file>

<file path=ppt/charts/chart1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leci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Hélécine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HÉLÉCINE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Hélécine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Hélécine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Hélécine,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parkings · 439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johanmmk.github.io/gemeenten/Kaart_bedrijfsparkings_Helecine.html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Hélécine.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 auto’s op 11 slimme parkings in Hélécine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11.3 km van Hélécine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Hélécine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Hélécine, op ± 11.3 km (laagste load van de cluster &lt;5 km). Flex ≈ 5.3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Hélécine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Hélécine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Hélécine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Hélécine</dc:title>
  <dc:subject>PptxGenJS Presentation</dc:subject>
  <dc:creator>Fluctus</dc:creator>
  <cp:lastModifiedBy>Fluctus</cp:lastModifiedBy>
  <cp:revision>1</cp:revision>
  <dcterms:created xsi:type="dcterms:W3CDTF">2026-06-24T00:39:23Z</dcterms:created>
  <dcterms:modified xsi:type="dcterms:W3CDTF">2026-06-24T00:39:23Z</dcterms:modified>
</cp:coreProperties>
</file>