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Celles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CELLES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Celles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813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Celles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Celles,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71881" y="21863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1881" y="21863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31821" y="21630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31821" y="21630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33911" y="21626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3911" y="2162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10567" y="21737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10567" y="21737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96646" y="215804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6646" y="215804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03894" y="217198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03894" y="217198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91416" y="21583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1416" y="21583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03847" y="217291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847" y="21729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03121" y="21729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121" y="21729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95209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5209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27256" y="21802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27256" y="21802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178" y="215956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94178" y="2159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96660" y="215897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6660" y="215897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396161" y="215905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96161" y="21590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225" y="21594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94225" y="21594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394026" y="215932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026" y="21593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394072" y="21609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94072" y="2160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9824" y="21948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49824" y="21948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47490" y="21992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47490" y="21992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19080" y="217844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19080" y="2178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14741" y="214274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14741" y="21427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342113" y="211460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42113" y="21146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196988" y="509650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96988" y="5096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93120" y="448384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3120" y="44838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758269" y="5413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58269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344103" y="211851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44103" y="21185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59536" y="440883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9536" y="4408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parkings · 813 plaatsen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62" name="Text 60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johanmmk.github.io/gemeenten/Kaart_bedrijfsparkings_Celles.html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6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65" name="Text 62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6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69" name="Shape 65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7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71" name="Text 66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72" name="Text 6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73" name="Text 68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Celles.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813 auto’s op 27 slimme parkings in Celles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8.8 km van Celles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Celles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Celles, op ± 8.8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Celles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Celles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Celles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Celles</dc:title>
  <dc:subject>PptxGenJS Presentation</dc:subject>
  <dc:creator>Fluctus</dc:creator>
  <cp:lastModifiedBy>Fluctus</cp:lastModifiedBy>
  <cp:revision>1</cp:revision>
  <dcterms:created xsi:type="dcterms:W3CDTF">2026-06-23T23:04:16Z</dcterms:created>
  <dcterms:modified xsi:type="dcterms:W3CDTF">2026-06-23T23:04:16Z</dcterms:modified>
</cp:coreProperties>
</file>