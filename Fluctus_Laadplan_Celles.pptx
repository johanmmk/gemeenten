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Celles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CELLES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Celles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813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Celles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Celles,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71881" y="21863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71881" y="21863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31821" y="21630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1821" y="21630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33911" y="21626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911" y="2162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10567" y="21737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0567" y="21737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6646" y="21580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6646" y="21580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03894" y="21719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3894" y="21719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1416" y="21583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1416" y="21583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847" y="21729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847" y="21729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121" y="21729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121" y="21729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5209" y="215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5209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27256" y="21802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7256" y="21802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178" y="21595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178" y="2159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6660" y="21589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6660" y="21589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6161" y="21590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6161" y="21590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225" y="21594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225" y="21594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94026" y="21593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026" y="21593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94072" y="21609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072" y="2160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9824" y="21948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9824" y="21948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7490" y="21992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7490" y="21992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19080" y="21784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19080" y="217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14741" y="214274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14741" y="21427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42113" y="211460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2113" y="21146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96988" y="509650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96988" y="5096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93120" y="448384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3120" y="44838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58269" y="54132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58269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44103" y="211851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44103" y="21185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59536" y="440883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" y="4408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parkings · 813 plaatsen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62" name="Text 60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johanmmk.github.io/gemeenten/Kaart_bedrijfsparkings_Celles.html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6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67" name="Shape 64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70" name="Shape 66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7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73" name="Text 6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4" name="Text 6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Celles.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813 auto’s op 27 slimme parkings in Celles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RUIEN 70 (70 kV), 8.8 km van Celles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Celles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RUIEN 70 (70 kV) — dichtste kopstation bij Celles, op ± 8.8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Celles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Celles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Celles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Celles</dc:title>
  <dc:subject>PptxGenJS Presentation</dc:subject>
  <dc:creator>Fluctus</dc:creator>
  <cp:lastModifiedBy>Fluctus</cp:lastModifiedBy>
  <cp:revision>1</cp:revision>
  <dcterms:created xsi:type="dcterms:W3CDTF">2026-06-25T00:30:35Z</dcterms:created>
  <dcterms:modified xsi:type="dcterms:W3CDTF">2026-06-25T00:30:35Z</dcterms:modified>
</cp:coreProperties>
</file>