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Chapelle_lez_Herlaimon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6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Chapelle-lez-Herlaimont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CHAPELLE-LEZ-HERLAIMONT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Chapelle-lez-Herlaimont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5.599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Chapelle-lez-Herlaimont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€ 8,40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€ 16,80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€ 8,40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€ 16,80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Chapelle-lez-Herlaimont,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 parkings · 5.599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johanmmk.github.io/gemeenten/Kaart_bedrijfsparkings_Chapelle_lez_Herlaimont.html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Chapelle-lez-Herlaimont.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909 auto’s op 30 slimme parkings in Chapelle-lez-Herlaimont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GOUY 70 (70 kV), 4.1 km van Chapelle-lez-Herlaimont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Chapelle-lez-Herlaimont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GOUY 70 (70 kV) — dichtste kopstation bij Chapelle-lez-Herlaimont, op ± 4.1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Chapelle-lez-Herlaimont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Chapelle-lez-Herlaimont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Chapelle-lez-Herlaimont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Chapelle-lez-Herlaimont</dc:title>
  <dc:subject>PptxGenJS Presentation</dc:subject>
  <dc:creator>Fluctus</dc:creator>
  <cp:lastModifiedBy>Fluctus</cp:lastModifiedBy>
  <cp:revision>1</cp:revision>
  <dcterms:created xsi:type="dcterms:W3CDTF">2026-06-23T23:05:22Z</dcterms:created>
  <dcterms:modified xsi:type="dcterms:W3CDTF">2026-06-23T23:05:22Z</dcterms:modified>
</cp:coreProperties>
</file>