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8.xlsx"/></Relationships>
</file>

<file path=ppt/charts/chart1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lorenn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2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Florennes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FLORENNES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Florennes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1.136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Florennes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1.136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1.136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1.136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Florennes,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parkings · 1.136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johanmmk.github.io/gemeenten/Kaart_bedrijfsparkings_Florennes.html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Florennes.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 auto’s op 7 slimme parkings in Florennes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HANZI 70 (70 kV), 7.9 km van Florennes.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Florennes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HANZI 70 (70 kV) — dichtste kopstation bij Florennes, op ± 7.9 km. Flex ≈ 4.6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Florennes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Florennes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Florennes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Florennes</dc:title>
  <dc:subject>PptxGenJS Presentation</dc:subject>
  <dc:creator>Fluctus</dc:creator>
  <cp:lastModifiedBy>Fluctus</cp:lastModifiedBy>
  <cp:revision>1</cp:revision>
  <dcterms:created xsi:type="dcterms:W3CDTF">2026-06-23T23:58:15Z</dcterms:created>
  <dcterms:modified xsi:type="dcterms:W3CDTF">2026-06-23T23:58:15Z</dcterms:modified>
</cp:coreProperties>
</file>