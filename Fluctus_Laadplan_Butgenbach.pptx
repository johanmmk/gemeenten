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utgenbach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Bütgenbach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BÜTGENBACH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Bütgenbach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1.436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Bütgenbach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1.436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1.436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1.436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Bütgenbach,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parkings · 1.436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johanmmk.github.io/gemeenten/Kaart_bedrijfsparkings_Butgenbach.html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Bütgenbach.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538 auto’s op 21 slimme parkings in Bütgenbach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BEVER 70 (70 kV), 12.5 km van Bütgenbach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Bütgenbach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BEVER 70 (70 kV) — dichtste kopstation bij Bütgenbach, op ± 12.5 km (laagste load van de cluster &lt;5 km). Flex ≈ 3 MW (11 kW/wagen + 10 kW batterij) op 15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Bütgenbach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Bütgenbach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Bütgenbach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Bütgenbach</dc:title>
  <dc:subject>PptxGenJS Presentation</dc:subject>
  <dc:creator>Fluctus</dc:creator>
  <cp:lastModifiedBy>Fluctus</cp:lastModifiedBy>
  <cp:revision>1</cp:revision>
  <dcterms:created xsi:type="dcterms:W3CDTF">2026-06-23T23:03:39Z</dcterms:created>
  <dcterms:modified xsi:type="dcterms:W3CDTF">2026-06-23T23:03:39Z</dcterms:modified>
</cp:coreProperties>
</file>