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7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7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0.xlsx"/></Relationships>
</file>

<file path=ppt/charts/chart1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er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7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Heers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HEERS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Heers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2.814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Heers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+ 72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2.814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2.814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€ 8,44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Heers,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 parkings · 2.814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johanmmk.github.io/gemeenten/Kaart_bedrijfsparkings_Heers.html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Heers.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auto’s op 0 slimme parkings in Heers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85% naar 85%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BORGL 70 (70 kV), 4.6 km van Heers.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Heers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BORGL 70 (70 kV) — dichtste kopstation bij Heers, op ± 4.6 km. Flex ≈ 0 MW (11 kW/wagen + 10 kW batterij) op 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Heers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Heers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Heers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Heers</dc:title>
  <dc:subject>PptxGenJS Presentation</dc:subject>
  <dc:creator>Fluctus</dc:creator>
  <cp:lastModifiedBy>Fluctus</cp:lastModifiedBy>
  <cp:revision>1</cp:revision>
  <dcterms:created xsi:type="dcterms:W3CDTF">2026-06-24T00:38:14Z</dcterms:created>
  <dcterms:modified xsi:type="dcterms:W3CDTF">2026-06-24T00:38:14Z</dcterms:modified>
</cp:coreProperties>
</file>