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2.xlsx"/></Relationships>
</file>

<file path=ppt/charts/chart1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race_Hollog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Grâce-Hollogne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GRÂCE-HOLLOGNE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Grâce-Hollogne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8.107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Grâce-Hollogne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Grâce-Hollogne,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parkings · 8.107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johanmmk.github.io/gemeenten/Kaart_bedrijfsparkings_Grace_Hollogne.html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Grâce-Hollogne.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2.082 auto’s op 61 slimme parkings in Grâce-Hollogne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SART 70 (70 kV), 9.9 km van Grâce-Hollogne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Grâce-Hollogne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SART 70 (70 kV) — dichtste kopstation bij Grâce-Hollogne, op ± 9.9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Grâce-Hollogne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Grâce-Hollogne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Grâce-Hollogne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Grâce-Hollogne</dc:title>
  <dc:subject>PptxGenJS Presentation</dc:subject>
  <dc:creator>Fluctus</dc:creator>
  <cp:lastModifiedBy>Fluctus</cp:lastModifiedBy>
  <cp:revision>1</cp:revision>
  <dcterms:created xsi:type="dcterms:W3CDTF">2026-06-24T00:24:14Z</dcterms:created>
  <dcterms:modified xsi:type="dcterms:W3CDTF">2026-06-24T00:24:14Z</dcterms:modified>
</cp:coreProperties>
</file>