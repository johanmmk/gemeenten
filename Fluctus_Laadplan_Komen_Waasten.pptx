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men_Waast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Komen-Waasten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KOMEN-WAASTEN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Komen-Waasten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1.633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Komen-Waasten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Komen-Waasten,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parkings · 1.633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johanmmk.github.io/gemeenten/Kaart_bedrijfsparkings_Komen_Waasten.html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Komen-Waasten.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1.633 auto’s op 50 slimme parkings in Komen-Waasten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BWTON150 (150 kV), 2.2 km van Komen-Waasten.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Komen-Waasten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BWTON150 (150 kV) — dichtste kopstation bij Komen-Waasten, op ± 2.2 km. Flex ≈ 34.3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Komen-Waasten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Komen-Waasten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Komen-Waasten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Komen-Waasten</dc:title>
  <dc:subject>PptxGenJS Presentation</dc:subject>
  <dc:creator>Fluctus</dc:creator>
  <cp:lastModifiedBy>Fluctus</cp:lastModifiedBy>
  <cp:revision>1</cp:revision>
  <dcterms:created xsi:type="dcterms:W3CDTF">2026-06-23T23:21:34Z</dcterms:created>
  <dcterms:modified xsi:type="dcterms:W3CDTF">2026-06-23T23:21:34Z</dcterms:modified>
</cp:coreProperties>
</file>