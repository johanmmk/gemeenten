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7.xlsx"/></Relationships>
</file>

<file path=ppt/charts/chart5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inge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Wingene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WINGENE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Wingene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4.752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Wingene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4.752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€ 14,26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€ 7,13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€ 14,26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Wingene,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 parkings · 4.752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johanmmk.github.io/gemeenten/Kaart_bedrijfsparkings_Wingene.html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Wingene.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3.275 auto’s op 125 slimme parkings in Wingene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PITEM150 (150 kV), 7.1 km van Wingene.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Wingene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PITEM150 (150 kV) — dichtste kopstation bij Wingene, op ± 7.1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Wingene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Wingene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Wingene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Wingene</dc:title>
  <dc:subject>PptxGenJS Presentation</dc:subject>
  <dc:creator>Fluctus</dc:creator>
  <cp:lastModifiedBy>Fluctus</cp:lastModifiedBy>
  <cp:revision>1</cp:revision>
  <dcterms:created xsi:type="dcterms:W3CDTF">2026-06-25T04:45:16Z</dcterms:created>
  <dcterms:modified xsi:type="dcterms:W3CDTF">2026-06-25T04:45:16Z</dcterms:modified>
</cp:coreProperties>
</file>