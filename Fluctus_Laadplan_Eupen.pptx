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4.xlsx"/></Relationships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up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Eupen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EUPEN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Eupen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8.322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Eupen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8.322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€ 12,48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€ 24,97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€ 12,48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€ 24,97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Eupen,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213 parkings · 8.322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johanmmk.github.io/gemeenten/Kaart_bedrijfsparkings_Eupen.html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Eupen.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2.821 auto’s op 71 slimme parkings in Eupen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EUPEN 70 (70 kV), 7.7 km van Eupen.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Eupen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EUPEN 70 (70 kV) — dichtste kopstation bij Eupen, op ± 7.7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Eupen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Eupen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Eupen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Eupen</dc:title>
  <dc:subject>PptxGenJS Presentation</dc:subject>
  <dc:creator>Fluctus</dc:creator>
  <cp:lastModifiedBy>Fluctus</cp:lastModifiedBy>
  <cp:revision>1</cp:revision>
  <dcterms:created xsi:type="dcterms:W3CDTF">2026-06-25T00:58:34Z</dcterms:created>
  <dcterms:modified xsi:type="dcterms:W3CDTF">2026-06-25T00:58:34Z</dcterms:modified>
</cp:coreProperties>
</file>