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5.xlsx"/></Relationships>
</file>

<file path=ppt/charts/chart1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leuru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Fleurus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FLEURUS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Fleurus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7.873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Fleurus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Fleurus,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 parkings · 7.873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johanmmk.github.io/gemeenten/Kaart_bedrijfsparkings_Fleurus.html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Fleurus.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2.524 auto’s op 68 slimme parkings in Fleurus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CHASS 70 (70 kV), 5.4 km van Fleurus.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Fleurus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CHASS 70 (70 kV) — dichtste kopstation bij Fleurus, op ± 5.4 km. Flex ≈ 9.4 MW (11 kW/wagen + 10 kW batterij) op 47.2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Fleurus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Fleurus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Fleurus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Fleurus</dc:title>
  <dc:subject>PptxGenJS Presentation</dc:subject>
  <dc:creator>Fluctus</dc:creator>
  <cp:lastModifiedBy>Fluctus</cp:lastModifiedBy>
  <cp:revision>1</cp:revision>
  <dcterms:created xsi:type="dcterms:W3CDTF">2026-06-25T01:04:15Z</dcterms:created>
  <dcterms:modified xsi:type="dcterms:W3CDTF">2026-06-25T01:04:15Z</dcterms:modified>
</cp:coreProperties>
</file>