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l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DILBEEK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Dilbeek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10.582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Dilbeek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10.582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€ 31,75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€ 31,75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Dilbeek,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 parkings · 10.582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johanmmk.github.io/gemeenten/Kaart_bedrijfsparkings_Dilbeek.html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Dilbeek.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2.111 auto’s op 76 slimme parkings in Dilbeek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59%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BRUEG150 (150 kV), 3.4 km van Dilbeek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Dilbeek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BRUEG150 (150 kV) — dichtste kopstation bij Dilbeek, op ± 3.4 km (laagste load van de cluster &lt;5 km). Flex ≈ 44.3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Dilbeek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Dilbeek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Dilbeek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Dilbeek</dc:title>
  <dc:subject>PptxGenJS Presentation</dc:subject>
  <dc:creator>Fluctus</dc:creator>
  <cp:lastModifiedBy>Fluctus</cp:lastModifiedBy>
  <cp:revision>1</cp:revision>
  <dcterms:created xsi:type="dcterms:W3CDTF">2026-06-23T23:40:54Z</dcterms:created>
  <dcterms:modified xsi:type="dcterms:W3CDTF">2026-06-23T23:40:54Z</dcterms:modified>
</cp:coreProperties>
</file>