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7.xlsx"/></Relationships>
</file>

<file path=ppt/charts/chart3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ostroze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Oostrozebeke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OOSTROZEBEKE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Oostrozebeke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8.574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Oostrozebeke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Oostrozebeke,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parkings · 8.574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johanmmk.github.io/gemeenten/Kaart_bedrijfsparkings_Oostrozebeke.html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Oostrozebeke.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1.135 auto’s op 52 slimme parkings in Oostrozebeke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STBAV150 (150 kV), 4.7 km van Oostrozebeke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Oostrozebeke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STBAV150 (150 kV) — dichtste kopstation bij Oostrozebeke, op ± 4.7 km (laagste load van de cluster &lt;5 km). Flex ≈ 23.8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Oostrozebeke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Oostrozebeke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Oostrozebeke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Oostrozebeke</dc:title>
  <dc:subject>PptxGenJS Presentation</dc:subject>
  <dc:creator>Fluctus</dc:creator>
  <cp:lastModifiedBy>Fluctus</cp:lastModifiedBy>
  <cp:revision>1</cp:revision>
  <dcterms:created xsi:type="dcterms:W3CDTF">2026-06-25T02:49:50Z</dcterms:created>
  <dcterms:modified xsi:type="dcterms:W3CDTF">2026-06-25T02:49:50Z</dcterms:modified>
</cp:coreProperties>
</file>