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8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8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2.xlsx"/></Relationships>
</file>

<file path=ppt/charts/chart2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</c:v>
                </c:pt>
                <c:pt idx="1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umm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8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Lummen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LUMMEN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Lummen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9.407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Lummen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+ 189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9.407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€ 14,11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€ 28,22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9.407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€ 14,11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9.407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€ 28,22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Lummen,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257 parkings · 9.407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johanmmk.github.io/gemeenten/Kaart_bedrijfsparkings_Lummen.html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Lummen.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2.063 auto’s op 68 slimme parkings in Lummen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41% naar 68%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BERIN150 (150 kV), 8.3 km van Lummen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Lummen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BERIN150 (150 kV) — dichtste kopstation bij Lummen, op ± 8.3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Lummen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Lummen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Lummen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Lummen</dc:title>
  <dc:subject>PptxGenJS Presentation</dc:subject>
  <dc:creator>Fluctus</dc:creator>
  <cp:lastModifiedBy>Fluctus</cp:lastModifiedBy>
  <cp:revision>1</cp:revision>
  <dcterms:created xsi:type="dcterms:W3CDTF">2026-06-25T02:28:24Z</dcterms:created>
  <dcterms:modified xsi:type="dcterms:W3CDTF">2026-06-25T02:28:24Z</dcterms:modified>
</cp:coreProperties>
</file>