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0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9.xlsx"/></Relationships>
</file>

<file path=ppt/charts/chart5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Antoin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0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ANTOING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Antoing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2.925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Antoing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Antoing,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parkings · 2.925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johanmmk.github.io/gemeenten/Kaart_bedrijfsparkings_Antoing.html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Antoing.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1.311 auto’s op 37 slimme parkings in Antoing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ANTOI150 (150 kV), 2.5 km van Antoing.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Antoing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ANTOI150 (150 kV) — dichtste kopstation bij Antoing, op ± 2.5 km. Flex ≈ 27.5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Antoing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Antoing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Antoing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Antoing</dc:title>
  <dc:subject>PptxGenJS Presentation</dc:subject>
  <dc:creator>Fluctus</dc:creator>
  <cp:lastModifiedBy>Fluctus</cp:lastModifiedBy>
  <cp:revision>1</cp:revision>
  <dcterms:created xsi:type="dcterms:W3CDTF">2026-06-24T03:53:33Z</dcterms:created>
  <dcterms:modified xsi:type="dcterms:W3CDTF">2026-06-24T03:53:33Z</dcterms:modified>
</cp:coreProperties>
</file>