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0.xlsx"/></Relationships>
</file>

<file path=ppt/charts/chart4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em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TEMSE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Temse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6.839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Temse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Temse,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 parkings · 6.839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johanmmk.github.io/gemeenten/Kaart_bedrijfsparkings_Temse.html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Temse.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1.966 auto’s op 64 slimme parkings in Temse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45%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MERCA380 (380 kV), 4 km van Temse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Temse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MERCA380 (380 kV) — dichtste kopstation bij Temse, op ± 4 km (laagste load van de cluster &lt;5 km). Flex ≈ 41.3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Temse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Temse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Temse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Temse</dc:title>
  <dc:subject>PptxGenJS Presentation</dc:subject>
  <dc:creator>Fluctus</dc:creator>
  <cp:lastModifiedBy>Fluctus</cp:lastModifiedBy>
  <cp:revision>1</cp:revision>
  <dcterms:created xsi:type="dcterms:W3CDTF">2026-06-25T03:35:23Z</dcterms:created>
  <dcterms:modified xsi:type="dcterms:W3CDTF">2026-06-25T03:35:23Z</dcterms:modified>
</cp:coreProperties>
</file>