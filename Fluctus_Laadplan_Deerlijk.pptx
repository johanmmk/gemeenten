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8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0.xlsx"/></Relationships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31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eerlij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8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Deerlijk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DEERLIJK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Deerlijk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12.662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Deerlijk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+ 321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12.662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€ 18,99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€ 37,99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€ 18,99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€ 37,99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Deerlijk,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321 parkings · 12.662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johanmmk.github.io/gemeenten/Kaart_bedrijfsparkings_Deerlijk.html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Deerlijk.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Deerlijk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31%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HAREL 36 (36 kV), 4.7 km van Deerlijk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Deerlijk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HAREL 36 (36 kV) — dichtste kopstation bij Deerlijk, op ± 4.7 km (laagste load van de cluster &lt;5 km). Flex ≈ 0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Deerlijk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Deerlijk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Deerlijk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Deerlijk</dc:title>
  <dc:subject>PptxGenJS Presentation</dc:subject>
  <dc:creator>Fluctus</dc:creator>
  <cp:lastModifiedBy>Fluctus</cp:lastModifiedBy>
  <cp:revision>1</cp:revision>
  <dcterms:created xsi:type="dcterms:W3CDTF">2026-06-23T23:31:59Z</dcterms:created>
  <dcterms:modified xsi:type="dcterms:W3CDTF">2026-06-23T23:31:59Z</dcterms:modified>
</cp:coreProperties>
</file>