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erlij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Deerlijk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DEERLIJK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Deerlijk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10.689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Deerlijk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Deerlijk,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 parkings · 10.689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johanmmk.github.io/gemeenten/Kaart_bedrijfsparkings_Deerlijk.html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Deerlijk.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2.103 auto’s op 95 slimme parkings in Deerlijk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4.7 km van Deerlijk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Deerlijk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Deerlijk, op ± 4.7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Deerlijk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Deerlijk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Deerlijk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Deerlijk</dc:title>
  <dc:subject>PptxGenJS Presentation</dc:subject>
  <dc:creator>Fluctus</dc:creator>
  <cp:lastModifiedBy>Fluctus</cp:lastModifiedBy>
  <cp:revision>1</cp:revision>
  <dcterms:created xsi:type="dcterms:W3CDTF">2026-06-25T00:42:29Z</dcterms:created>
  <dcterms:modified xsi:type="dcterms:W3CDTF">2026-06-25T00:42:29Z</dcterms:modified>
</cp:coreProperties>
</file>