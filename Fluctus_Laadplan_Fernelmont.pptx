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2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0.xlsx"/></Relationships>
</file>

<file path=ppt/charts/chart1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Fernelmon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2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Fernelmont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FERNELMONT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Fernelmont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3.880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Fernelmont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3.880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€ 11,64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3.880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3.880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€ 11,64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Fernelmont,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parkings · 3.880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johanmmk.github.io/gemeenten/Kaart_bedrijfsparkings_Fernelmont.html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Fernelmont.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1.934 auto’s op 22 slimme parkings in Fernelmont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LEUZE 70 (70 kV), 5.1 km van Fernelmont.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Fernelmont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LEUZE 70 (70 kV) — dichtste kopstation bij Fernelmont, op ± 5.1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Fernelmont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Fernelmont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Fernelmont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Fernelmont</dc:title>
  <dc:subject>PptxGenJS Presentation</dc:subject>
  <dc:creator>Fluctus</dc:creator>
  <cp:lastModifiedBy>Fluctus</cp:lastModifiedBy>
  <cp:revision>1</cp:revision>
  <dcterms:created xsi:type="dcterms:W3CDTF">2026-06-25T01:01:02Z</dcterms:created>
  <dcterms:modified xsi:type="dcterms:W3CDTF">2026-06-25T01:01:02Z</dcterms:modified>
</cp:coreProperties>
</file>