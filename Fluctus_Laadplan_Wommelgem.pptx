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7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8.xlsx"/></Relationships>
</file>

<file path=ppt/charts/chart4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ommel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7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Wommelgem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WOMMELGEM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Wommelgem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4.662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Wommelgem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4.662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€ 13,99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€ 6,99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€ 13,99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Wommelgem,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parkings · 4.662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johanmmk.github.io/gemeenten/Kaart_bedrijfsparkings_Wommelgem.html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Wommelgem.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1.458 auto’s op 44 slimme parkings in Wommelgem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MORTS150 (150 kV), 5 km van Wommelgem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Wommelgem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MORTS150 (150 kV) — dichtste kopstation bij Wommelgem, op ± 5 km (laagste load van de cluster &lt;5 km). Flex ≈ 30.6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Wommelgem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Wommelgem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Wommelgem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Wommelgem</dc:title>
  <dc:subject>PptxGenJS Presentation</dc:subject>
  <dc:creator>Fluctus</dc:creator>
  <cp:lastModifiedBy>Fluctus</cp:lastModifiedBy>
  <cp:revision>1</cp:revision>
  <dcterms:created xsi:type="dcterms:W3CDTF">2026-06-25T03:48:54Z</dcterms:created>
  <dcterms:modified xsi:type="dcterms:W3CDTF">2026-06-25T03:48:54Z</dcterms:modified>
</cp:coreProperties>
</file>