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4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24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41.xlsx"/></Relationships>
</file>

<file path=ppt/charts/chart24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</c:v>
                </c:pt>
                <c:pt idx="1">
                  <c:v>61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La_Bruyere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241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Bruyère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LA BRUYÈRE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La Bruyère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516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La Bruyère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+ 3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516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€ 0,77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€ 1,55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516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€ 0,77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516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€ 1,55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La Bruyère,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parkings · 516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johanmmk.github.io/gemeenten/Kaart_bedrijfsparkings_La_Bruyere.html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La Bruyère.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438 auto’s op 22 slimme parkings in La Bruyère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31% naar 61%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LEUZE 70 (70 kV), 7.2 km van La Bruyère.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La Bruyère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LEUZE 70 (70 kV) — dichtste kopstation bij La Bruyère, op ± 7.2 km. Flex ≈ 9.2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La Bruyère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+97%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La Bruyère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+97%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La Bruyère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La Bruyère</dc:title>
  <dc:subject>PptxGenJS Presentation</dc:subject>
  <dc:creator>Fluctus</dc:creator>
  <cp:lastModifiedBy>Fluctus</cp:lastModifiedBy>
  <cp:revision>1</cp:revision>
  <dcterms:created xsi:type="dcterms:W3CDTF">2026-06-24T01:04:32Z</dcterms:created>
  <dcterms:modified xsi:type="dcterms:W3CDTF">2026-06-24T01:04:32Z</dcterms:modified>
</cp:coreProperties>
</file>