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6.xlsx"/></Relationships>
</file>

<file path=ppt/charts/chart1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e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7.733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Herent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€ 23,20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€ 23,20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Herent,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 parkings · 7.733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johanmmk.github.io/gemeenten/Kaart_bedrijfsparkings_Herent.html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Herent.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1.928 auto’s op 75 slimme parkings in Herent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GASTH 70 (70 kV), 3.8 km van Herent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Herent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GASTH 70 (70 kV) — dichtste kopstation bij Herent, op ± 3.8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Herent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Herent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Herent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Herent</dc:title>
  <dc:subject>PptxGenJS Presentation</dc:subject>
  <dc:creator>Fluctus</dc:creator>
  <cp:lastModifiedBy>Fluctus</cp:lastModifiedBy>
  <cp:revision>1</cp:revision>
  <dcterms:created xsi:type="dcterms:W3CDTF">2026-06-24T00:40:09Z</dcterms:created>
  <dcterms:modified xsi:type="dcterms:W3CDTF">2026-06-24T00:40:09Z</dcterms:modified>
</cp:coreProperties>
</file>