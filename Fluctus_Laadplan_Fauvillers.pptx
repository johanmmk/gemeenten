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9.xlsx"/></Relationships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auviller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Fauvillers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FAUVILLERS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Fauvillers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673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Fauvillers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Fauvillers,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parkings · 673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johanmmk.github.io/gemeenten/Kaart_bedrijfsparkings_Fauvillers.html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Fauvillers.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auto’s op 7 slimme parkings in Fauvillers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VILLE 70 (70 kV), 11.5 km van Fauvillers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Fauvillers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VILLE 70 (70 kV) — dichtste kopstation bij Fauvillers, op ± 11.5 km (laagste load van de cluster &lt;5 km). Flex ≈ 4.1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Fauvillers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Fauvillers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Fauvillers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Fauvillers</dc:title>
  <dc:subject>PptxGenJS Presentation</dc:subject>
  <dc:creator>Fluctus</dc:creator>
  <cp:lastModifiedBy>Fluctus</cp:lastModifiedBy>
  <cp:revision>1</cp:revision>
  <dcterms:created xsi:type="dcterms:W3CDTF">2026-06-23T23:54:35Z</dcterms:created>
  <dcterms:modified xsi:type="dcterms:W3CDTF">2026-06-23T23:54:35Z</dcterms:modified>
</cp:coreProperties>
</file>