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4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4.xlsx"/></Relationships>
</file>

<file path=ppt/charts/chart4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rois_Pont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4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Trois-Ponts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TROIS-PONTS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Trois-Ponts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689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Trois-Ponts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Trois-Ponts,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parkings · 689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johanmmk.github.io/gemeenten/Kaart_bedrijfsparkings_Trois_Ponts.html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Trois-Ponts.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349 auto’s op 15 slimme parkings in Trois-Ponts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BRUME220 (220 kV), 3.6 km van Trois-Ponts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Trois-Ponts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BRUME220 (220 kV) — dichtste kopstation bij Trois-Ponts, op ± 3.6 km (laagste load van de cluster &lt;5 km). Flex ≈ 7.3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Trois-Ponts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Trois-Ponts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Trois-Ponts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Trois-Ponts</dc:title>
  <dc:subject>PptxGenJS Presentation</dc:subject>
  <dc:creator>Fluctus</dc:creator>
  <cp:lastModifiedBy>Fluctus</cp:lastModifiedBy>
  <cp:revision>1</cp:revision>
  <dcterms:created xsi:type="dcterms:W3CDTF">2026-06-25T03:38:54Z</dcterms:created>
  <dcterms:modified xsi:type="dcterms:W3CDTF">2026-06-25T03:38:54Z</dcterms:modified>
</cp:coreProperties>
</file>