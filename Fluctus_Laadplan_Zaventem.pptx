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8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8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4.xlsx"/></Relationships>
</file>

<file path=ppt/charts/chart4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</c:v>
                </c:pt>
                <c:pt idx="1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Zavent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8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Zaventem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ZAVENTEM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Zaventem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15.827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Zaventem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+ 255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15.827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€ 23,74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€ 47,48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15.827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€ 23,74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15.827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€ 47,48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Zaventem,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378 parkings · 15.827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johanmmk.github.io/gemeenten/Kaart_bedrijfsparkings_Zaventem.html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Zaventem.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5.475 auto’s op 123 slimme parkings in Zaventem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44% naar 69%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HARYD 36 (36 kV), 4.9 km van Zaventem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Zaventem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HARYD 36 (36 kV) — dichtste kopstation bij Zaventem, op ± 4.9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Zaventem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Zaventem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Zaventem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Zaventem</dc:title>
  <dc:subject>PptxGenJS Presentation</dc:subject>
  <dc:creator>Fluctus</dc:creator>
  <cp:lastModifiedBy>Fluctus</cp:lastModifiedBy>
  <cp:revision>1</cp:revision>
  <dcterms:created xsi:type="dcterms:W3CDTF">2026-06-25T03:50:53Z</dcterms:created>
  <dcterms:modified xsi:type="dcterms:W3CDTF">2026-06-25T03:50:53Z</dcterms:modified>
</cp:coreProperties>
</file>