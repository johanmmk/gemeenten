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0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50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01.xlsx"/></Relationships>
</file>

<file path=ppt/charts/chart50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33</c:v>
                </c:pt>
                <c:pt idx="1">
                  <c:v>64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Amay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501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Amay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AMAY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Amay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4.847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Amay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+ 96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4.847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123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€ 7,27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€ 14,54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4.847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€ 7,27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4.847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€ 14,54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Amay,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123 parkings · 4.847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johanmmk.github.io/gemeenten/Kaart_bedrijfsparkings_Amay.html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Amay.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775 auto’s op 27 slimme parkings in Amay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33% naar 64%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AMPSI 70 (70 kV), 2.3 km van Amay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Amay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AMPSI 70 (70 kV) — dichtste kopstation bij Amay, op ± 2.3 km (laagste load van de cluster &lt;5 km). Flex ≈ 10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Amay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+94%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Amay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+94%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Amay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Amay</dc:title>
  <dc:subject>PptxGenJS Presentation</dc:subject>
  <dc:creator>Fluctus</dc:creator>
  <cp:lastModifiedBy>Fluctus</cp:lastModifiedBy>
  <cp:revision>1</cp:revision>
  <dcterms:created xsi:type="dcterms:W3CDTF">2026-06-24T03:47:45Z</dcterms:created>
  <dcterms:modified xsi:type="dcterms:W3CDTF">2026-06-24T03:47:45Z</dcterms:modified>
</cp:coreProperties>
</file>