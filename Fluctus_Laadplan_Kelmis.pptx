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2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4.xlsx"/></Relationships>
</file>

<file path=ppt/charts/chart2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elmi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2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Kelmis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KELMIS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Kelmis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1.847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Kelmis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€ 5,54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Kelmis,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parkings · 1.847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johanmmk.github.io/gemeenten/Kaart_bedrijfsparkings_Kelmis.html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Kelmis.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1.847 auto’s op 73 slimme parkings in Kelmis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EUPEN 70 (70 kV), 9.3 km van Kelmis.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Kelmis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EUPEN 70 (70 kV) — dichtste kopstation bij Kelmis, op ± 9.3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Kelmis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Kelmis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Kelmis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Kelmis</dc:title>
  <dc:subject>PptxGenJS Presentation</dc:subject>
  <dc:creator>Fluctus</dc:creator>
  <cp:lastModifiedBy>Fluctus</cp:lastModifiedBy>
  <cp:revision>1</cp:revision>
  <dcterms:created xsi:type="dcterms:W3CDTF">2026-06-25T02:09:38Z</dcterms:created>
  <dcterms:modified xsi:type="dcterms:W3CDTF">2026-06-25T02:09:38Z</dcterms:modified>
</cp:coreProperties>
</file>