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9.xlsx"/></Relationships>
</file>

<file path=ppt/charts/chart5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ourt_Saint_Etie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Court-Saint-Étienne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COURT-SAINT-ÉTIENNE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Court-Saint-Étienne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Court-Saint-Étienne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Court-Saint-Étienne,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parkings · 2.575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johanmmk.github.io/gemeenten/Kaart_bedrijfsparkings_Court_Saint_Etienne.html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Court-Saint-Étienne.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2.575 auto’s op 76 slimme parkings in Court-Saint-Étienne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OTTIG 36 (36 kV), 3.7 km van Court-Saint-Étienne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Court-Saint-Étienne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OTTIG 36 (36 kV) — dichtste kopstation bij Court-Saint-Étienne, op ± 3.7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Court-Saint-Étienne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Court-Saint-Étienne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Court-Saint-Étienne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Court-Saint-Étienne</dc:title>
  <dc:subject>PptxGenJS Presentation</dc:subject>
  <dc:creator>Fluctus</dc:creator>
  <cp:lastModifiedBy>Fluctus</cp:lastModifiedBy>
  <cp:revision>1</cp:revision>
  <dcterms:created xsi:type="dcterms:W3CDTF">2026-06-25T04:41:17Z</dcterms:created>
  <dcterms:modified xsi:type="dcterms:W3CDTF">2026-06-25T04:41:17Z</dcterms:modified>
</cp:coreProperties>
</file>