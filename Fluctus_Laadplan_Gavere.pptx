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36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6.xlsx"/></Relationships>
</file>

<file path=ppt/charts/chart1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</c:v>
                </c:pt>
                <c:pt idx="1">
                  <c:v>64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Gaver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136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Gavere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GAVERE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Gavere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2.930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Gavere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+ 52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2.930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€ 4,39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€ 8,79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€ 4,39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2.930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€ 8,79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Gavere,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 parkings · 2.930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johanmmk.github.io/gemeenten/Kaart_bedrijfsparkings_Gavere.html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Gavere.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973 auto’s op 36 slimme parkings in Gavere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32% naar 64%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ZOTGM 70 (70 kV), 10.1 km van Gavere.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Gavere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ZOTGM 70 (70 kV) — dichtste kopstation bij Gavere, op ± 10.1 km. Flex ≈ 10 MW (11 kW/wagen + 10 kW batterij) op 50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Gavere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Gavere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+100%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Gavere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Gavere</dc:title>
  <dc:subject>PptxGenJS Presentation</dc:subject>
  <dc:creator>Fluctus</dc:creator>
  <cp:lastModifiedBy>Fluctus</cp:lastModifiedBy>
  <cp:revision>1</cp:revision>
  <dcterms:created xsi:type="dcterms:W3CDTF">2026-06-24T00:10:15Z</dcterms:created>
  <dcterms:modified xsi:type="dcterms:W3CDTF">2026-06-24T00:10:15Z</dcterms:modified>
</cp:coreProperties>
</file>