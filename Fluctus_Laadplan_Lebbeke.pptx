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4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9.xlsx"/></Relationships>
</file>

<file path=ppt/charts/chart2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b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4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LEBBEKE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Lebbeke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3.851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Lebbeke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€ 5,78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€ 11,55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Lebbeke,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 parkings · 3.851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johanmmk.github.io/gemeenten/Kaart_bedrijfsparkings_Lebbeke.html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Lebbeke.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 auto’s op 26 slimme parkings in Lebbeke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BAASR 70 (70 kV), 5.9 km van Lebbeke.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Lebbeke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BAASR 70 (70 kV) — dichtste kopstation bij Lebbeke, op ± 5.9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Lebbeke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Lebbeke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Lebbeke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Lebbeke</dc:title>
  <dc:subject>PptxGenJS Presentation</dc:subject>
  <dc:creator>Fluctus</dc:creator>
  <cp:lastModifiedBy>Fluctus</cp:lastModifiedBy>
  <cp:revision>1</cp:revision>
  <dcterms:created xsi:type="dcterms:W3CDTF">2026-06-25T02:17:51Z</dcterms:created>
  <dcterms:modified xsi:type="dcterms:W3CDTF">2026-06-25T02:17:51Z</dcterms:modified>
</cp:coreProperties>
</file>