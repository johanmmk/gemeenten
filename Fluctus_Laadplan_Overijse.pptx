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4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9.xlsx"/></Relationships>
</file>

<file path=ppt/charts/chart3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verijs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4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Overijse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OVERIJSE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Overijse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4.890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Overijse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4.890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€ 7,33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€ 14,67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4.890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€ 7,33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4.890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€ 14,67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Overijse,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 parkings · 4.890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johanmmk.github.io/gemeenten/Kaart_bedrijfsparkings_Overijse.html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Overijse.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1.496 auto’s op 45 slimme parkings in Overijse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ROSIE 36 (36 kV), 3.2 km van Overijse.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Overijse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ROSIE 36 (36 kV) — dichtste kopstation bij Overijse, op ± 3.2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Overijse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Overijse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Overijse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Overijse</dc:title>
  <dc:subject>PptxGenJS Presentation</dc:subject>
  <dc:creator>Fluctus</dc:creator>
  <cp:lastModifiedBy>Fluctus</cp:lastModifiedBy>
  <cp:revision>1</cp:revision>
  <dcterms:created xsi:type="dcterms:W3CDTF">2026-06-24T01:53:16Z</dcterms:created>
  <dcterms:modified xsi:type="dcterms:W3CDTF">2026-06-24T01:53:16Z</dcterms:modified>
</cp:coreProperties>
</file>