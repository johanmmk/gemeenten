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Courcelles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Courcelles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COURCELLES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Courcelles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2.452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Courcelles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Courcelles,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12167" y="21660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2167" y="21660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11329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11329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26944" y="217381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26944" y="21738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838842" y="21706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38842" y="21706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04110" y="21820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04110" y="21820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26727" y="21836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6727" y="21836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24057" y="21839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4057" y="21839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28925" y="218422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8925" y="21842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25367" y="21871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5367" y="2187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828371" y="21829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28371" y="21829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38702" y="21846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38702" y="21846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838078" y="218446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38078" y="218446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5003" y="21773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35003" y="21773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840643" y="21830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643" y="21830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840563" y="21829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563" y="21829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840507" y="21827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507" y="21827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39085" y="21831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39085" y="21831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834073" y="21848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34073" y="21848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28078" y="217227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28078" y="217227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807382" y="21911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07382" y="21911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807876" y="21819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07876" y="21819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804336" y="21821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04336" y="21821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804180" y="21819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04180" y="21819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819539" y="21889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19539" y="2188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829333" y="21843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29333" y="21843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824001" y="21837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24001" y="21837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828494" y="218303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28494" y="218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839326" y="37196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39326" y="37196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791911" y="21946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791911" y="21946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838688" y="218420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38688" y="218420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856092" y="21853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56092" y="21853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855051" y="218675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855051" y="21867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857982" y="21836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857982" y="21836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827440" y="21728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27440" y="2172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3824764" y="21711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4764" y="2171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856517" y="218449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856517" y="2184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838485" y="21884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838485" y="21884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819285" y="219586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819285" y="21958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3839164" y="21833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839164" y="21833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3818362" y="21836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18362" y="2183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3830013" y="21838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830013" y="21838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26301" y="43548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426301" y="43548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425938" y="43534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425938" y="43534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5422335" y="43501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422335" y="43501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425820" y="435099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425820" y="435099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423841" y="43482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23841" y="43482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3836206" y="217334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836206" y="21733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3825990" y="21839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825990" y="21839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3842801" y="21855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842801" y="21855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3819054" y="21869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19054" y="21869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3841466" y="218283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841466" y="21828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3813793" y="21810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813793" y="21810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3827089" y="218350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827089" y="21835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3839822" y="21887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839822" y="2188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3841351" y="21826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841351" y="21826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801660" y="215694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801660" y="21569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810565" y="21614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810565" y="21614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3810737" y="21574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810737" y="21574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3813855" y="215505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813855" y="21550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828395" y="215703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828395" y="2157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3827184" y="215880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827184" y="21588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5396506" y="432290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96506" y="4322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400723" y="432712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00723" y="43271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5397436" y="43269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397436" y="4326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5422392" y="430952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22392" y="430952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5396941" y="43224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396941" y="4322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5399059" y="432949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399059" y="43294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5395874" y="431793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395874" y="43179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3799150" y="21565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799150" y="21565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3773842" y="212060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773842" y="21206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3750363" y="21240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750363" y="21240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3779775" y="212528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779775" y="21252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5360989" y="428925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360989" y="42892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3761974" y="21193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761974" y="2119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3753711" y="21201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3753711" y="21201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859536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59536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3190047" y="435759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190047" y="43575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4729417" y="457700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729417" y="45770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3741499" y="211322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741499" y="21132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4771752" y="364954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4771752" y="3649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3729431" y="2072700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729431" y="2072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67" name="Text 165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68" name="Text 166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parkings · 2.452 plaatsen</a:t>
            </a:r>
            <a:endParaRPr lang="en-US" sz="2200" dirty="0"/>
          </a:p>
        </p:txBody>
      </p:sp>
      <p:sp>
        <p:nvSpPr>
          <p:cNvPr id="169" name="Text 167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70" name="Text 168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johanmmk.github.io/gemeenten/Kaart_bedrijfsparkings_Courcelles.html</a:t>
            </a:r>
            <a:endParaRPr lang="en-US" sz="1150" dirty="0"/>
          </a:p>
        </p:txBody>
      </p:sp>
      <p:sp>
        <p:nvSpPr>
          <p:cNvPr id="171" name="Shape 169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73" name="Text 170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74" name="Shape 171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76" name="Text 172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7" name="Shape 173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79" name="Text 174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80" name="Text 17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81" name="Text 17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Courcelles.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 auto’s op 68 slimme parkings in Courcelles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GOUY 70 (70 kV), 1.3 km van Courcelles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Courcelles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GOUY 70 (70 kV) — dichtste kopstation bij Courcelles, op ± 1.3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Courcelles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Courcelles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Courcelles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Courcelles</dc:title>
  <dc:subject>PptxGenJS Presentation</dc:subject>
  <dc:creator>Fluctus</dc:creator>
  <cp:lastModifiedBy>Fluctus</cp:lastModifiedBy>
  <cp:revision>1</cp:revision>
  <dcterms:created xsi:type="dcterms:W3CDTF">2026-06-23T23:22:01Z</dcterms:created>
  <dcterms:modified xsi:type="dcterms:W3CDTF">2026-06-23T23:22:01Z</dcterms:modified>
</cp:coreProperties>
</file>