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8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8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4.xlsx"/></Relationships>
</file>

<file path=ppt/charts/chart3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55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Roosdaa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8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Roosdaal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ROOSDAAL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Roosdaal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4.353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Roosdaal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4.353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€ 6,53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€ 13,06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4.353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€ 6,53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4.353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€ 13,06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Roosdaal,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 parkings · 4.353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johanmmk.github.io/gemeenten/Kaart_bedrijfsparkings_Roosdaal.html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Roosdaal.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293 auto’s op 11 slimme parkings in Roosdaal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55%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NINOV 70 (70 kV), 6.4 km van Roosdaal.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Roosdaal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NINOV 70 (70 kV) — dichtste kopstation bij Roosdaal, op ± 6.4 km. Flex ≈ 6.2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Roosdaal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Roosdaal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Roosdaal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Roosdaal</dc:title>
  <dc:subject>PptxGenJS Presentation</dc:subject>
  <dc:creator>Fluctus</dc:creator>
  <cp:lastModifiedBy>Fluctus</cp:lastModifiedBy>
  <cp:revision>1</cp:revision>
  <dcterms:created xsi:type="dcterms:W3CDTF">2026-06-25T03:20:43Z</dcterms:created>
  <dcterms:modified xsi:type="dcterms:W3CDTF">2026-06-25T03:20:43Z</dcterms:modified>
</cp:coreProperties>
</file>