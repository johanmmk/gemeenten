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7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8.xlsx"/></Relationships>
</file>

<file path=ppt/charts/chart7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71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Damm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78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Damme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DAMME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Damme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4.155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Damme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+ 35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4.155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€ 6,23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€ 12,46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4.155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€ 6,23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4.155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€ 12,46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Damme,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 parkings · 4.155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johanmmk.github.io/gemeenten/Kaart_bedrijfsparkings_Damme.html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Damme.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2.829 auto’s op 86 slimme parkings in Damme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50% naar 71%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MAERL380 (380 kV), 3.3 km van Damme.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Damme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MAERL380 (380 kV) — dichtste kopstation bij Damme, op ± 3.3 km. Flex ≈ 59.4 MW (11 kW/wagen + 10 kW batterij) op 300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Damme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+42%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Damme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+42%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Damme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Damme</dc:title>
  <dc:subject>PptxGenJS Presentation</dc:subject>
  <dc:creator>Fluctus</dc:creator>
  <cp:lastModifiedBy>Fluctus</cp:lastModifiedBy>
  <cp:revision>1</cp:revision>
  <dcterms:created xsi:type="dcterms:W3CDTF">2026-06-23T23:26:27Z</dcterms:created>
  <dcterms:modified xsi:type="dcterms:W3CDTF">2026-06-23T23:26:27Z</dcterms:modified>
</cp:coreProperties>
</file>