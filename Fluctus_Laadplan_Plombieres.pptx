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1.xlsx"/></Relationships>
</file>

<file path=ppt/charts/chart3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lombier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Plombières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PLOMBIÈRES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Plombières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Plombières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Plombières,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2.640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johanmmk.github.io/gemeenten/Kaart_bedrijfsparkings_Plombieres.html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Plombières.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427 auto’s op 20 slimme parkings in Plombières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PLENE 70 (70 kV), 11.8 km van Plombières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Plombières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PLENE 70 (70 kV) — dichtste kopstation bij Plombières, op ± 11.8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Plombières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Plombières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Plombières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Plombières</dc:title>
  <dc:subject>PptxGenJS Presentation</dc:subject>
  <dc:creator>Fluctus</dc:creator>
  <cp:lastModifiedBy>Fluctus</cp:lastModifiedBy>
  <cp:revision>1</cp:revision>
  <dcterms:created xsi:type="dcterms:W3CDTF">2026-06-25T03:12:32Z</dcterms:created>
  <dcterms:modified xsi:type="dcterms:W3CDTF">2026-06-25T03:12:32Z</dcterms:modified>
</cp:coreProperties>
</file>