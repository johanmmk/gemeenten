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6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6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0.xlsx"/></Relationships>
</file>

<file path=ppt/charts/chart3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Plombiere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6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Plombières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PLOMBIÈRES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Plombières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2.640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Plombières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2.640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€ 3,96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€ 7,92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2.640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€ 3,96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2.640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€ 7,92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Plombières,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 parkings · 2.640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johanmmk.github.io/gemeenten/Kaart_bedrijfsparkings_Plombieres.html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Plombières.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427 auto’s op 20 slimme parkings in Plombières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85% naar 85%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PLENE 70 (70 kV), 11.8 km van Plombières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Plombières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PLENE 70 (70 kV) — dichtste kopstation bij Plombières, op ± 11.8 km (laagste load van de cluster &lt;5 km). Flex ≈ 0 MW (11 kW/wagen + 10 kW batterij) op 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Plombières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Plombières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Plombières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Plombières</dc:title>
  <dc:subject>PptxGenJS Presentation</dc:subject>
  <dc:creator>Fluctus</dc:creator>
  <cp:lastModifiedBy>Fluctus</cp:lastModifiedBy>
  <cp:revision>1</cp:revision>
  <dcterms:created xsi:type="dcterms:W3CDTF">2026-06-24T01:55:30Z</dcterms:created>
  <dcterms:modified xsi:type="dcterms:W3CDTF">2026-06-24T01:55:30Z</dcterms:modified>
</cp:coreProperties>
</file>