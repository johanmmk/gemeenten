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6.xlsx"/></Relationships>
</file>

<file path=ppt/charts/chart4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elzat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Zelzate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ZELZATE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Zelzate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6.828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Zelzate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Zelzate,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parkings · 6.828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johanmmk.github.io/gemeenten/Kaart_bedrijfsparkings_Zelzate.html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Zelzate.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1.016 auto’s op 29 slimme parkings in Zelzate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KLUDO150 (150 kV), 6.2 km van Zelzate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Zelzate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KLUDO150 (150 kV) — dichtste kopstation bij Zelzate, op ± 6.2 km (laagste load van de cluster &lt;5 km). Flex ≈ 21.3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Zelzate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Zelzate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Zelzate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Zelzate</dc:title>
  <dc:subject>PptxGenJS Presentation</dc:subject>
  <dc:creator>Fluctus</dc:creator>
  <cp:lastModifiedBy>Fluctus</cp:lastModifiedBy>
  <cp:revision>1</cp:revision>
  <dcterms:created xsi:type="dcterms:W3CDTF">2026-06-24T03:33:25Z</dcterms:created>
  <dcterms:modified xsi:type="dcterms:W3CDTF">2026-06-24T03:33:25Z</dcterms:modified>
</cp:coreProperties>
</file>