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47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44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47.xlsx"/></Relationships>
</file>

<file path=ppt/charts/chart44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31</c:v>
                </c:pt>
                <c:pt idx="1">
                  <c:v>63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Turnhout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447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Turnhout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TURNHOUT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Turnhout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6.714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Turnhout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+ 53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6.714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€ 10,07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€ 20,14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6.714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€ 10,07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6.714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€ 20,14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Turnhout,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182 parkings · 6.714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johanmmk.github.io/gemeenten/Kaart_bedrijfsparkings_Turnhout.html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Turnhout.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4.538 auto’s op 129 slimme parkings in Turnhout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31% naar 63%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TURNH 70 (70 kV), 0.8 km van Turnhout.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Turnhout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TURNH 70 (70 kV) — dichtste kopstation bij Turnhout, op ± 0.8 km. Flex ≈ 10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Turnhout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+103%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Turnhout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+103%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Turnhout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Turnhout</dc:title>
  <dc:subject>PptxGenJS Presentation</dc:subject>
  <dc:creator>Fluctus</dc:creator>
  <cp:lastModifiedBy>Fluctus</cp:lastModifiedBy>
  <cp:revision>1</cp:revision>
  <dcterms:created xsi:type="dcterms:W3CDTF">2026-06-25T03:39:41Z</dcterms:created>
  <dcterms:modified xsi:type="dcterms:W3CDTF">2026-06-25T03:39:41Z</dcterms:modified>
</cp:coreProperties>
</file>