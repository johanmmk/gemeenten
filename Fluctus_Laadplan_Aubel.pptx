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2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5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22.xlsx"/></Relationships>
</file>

<file path=ppt/charts/chart5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85</c:v>
                </c:pt>
                <c:pt idx="1">
                  <c:v>85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Aubel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522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Aubel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AUBEL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Aubel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831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Aubel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+ 10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€ 1,25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€ 2,49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€ 1,25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€ 2,49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Aubel,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parkings · 831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johanmmk.github.io/gemeenten/Kaart_bedrijfsparkings_Aubel.html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Aubel.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411 auto’s op 16 slimme parkings in Aubel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85% naar 85%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PLENE 70 (70 kV), 7.3 km van Aubel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Aubel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PLENE 70 (70 kV) — dichtste kopstation bij Aubel, op ± 7.3 km (laagste load van de cluster &lt;5 km). Flex ≈ 0 MW (11 kW/wagen + 10 kW batterij) op 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Aubel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Aubel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Aubel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Aubel</dc:title>
  <dc:subject>PptxGenJS Presentation</dc:subject>
  <dc:creator>Fluctus</dc:creator>
  <cp:lastModifiedBy>Fluctus</cp:lastModifiedBy>
  <cp:revision>1</cp:revision>
  <dcterms:created xsi:type="dcterms:W3CDTF">2026-06-24T04:14:25Z</dcterms:created>
  <dcterms:modified xsi:type="dcterms:W3CDTF">2026-06-24T04:14:25Z</dcterms:modified>
</cp:coreProperties>
</file>