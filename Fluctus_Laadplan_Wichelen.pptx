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7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47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71.xlsx"/></Relationships>
</file>

<file path=ppt/charts/chart47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85</c:v>
                </c:pt>
                <c:pt idx="1">
                  <c:v>85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Wichelen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471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Wichelen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WICHELEN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Wichelen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3.795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Wichelen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+ 82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3.795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107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€ 5,69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€ 11,38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3.795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€ 5,69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3.795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€ 11,38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Wichelen,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107 parkings · 3.795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johanmmk.github.io/gemeenten/Kaart_bedrijfsparkings_Wichelen.html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Wichelen.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560 auto’s op 25 slimme parkings in Wichelen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85% naar 85%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WICHE 36 (36 kV), 2.9 km van Wichelen.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Wichelen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WICHE 36 (36 kV) — dichtste kopstation bij Wichelen, op ± 2.9 km. Flex ≈ 0 MW (11 kW/wagen + 10 kW batterij) op 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Wichelen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Wichelen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Wichelen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Wichelen</dc:title>
  <dc:subject>PptxGenJS Presentation</dc:subject>
  <dc:creator>Fluctus</dc:creator>
  <cp:lastModifiedBy>Fluctus</cp:lastModifiedBy>
  <cp:revision>1</cp:revision>
  <dcterms:created xsi:type="dcterms:W3CDTF">2026-06-24T03:18:24Z</dcterms:created>
  <dcterms:modified xsi:type="dcterms:W3CDTF">2026-06-24T03:18:24Z</dcterms:modified>
</cp:coreProperties>
</file>