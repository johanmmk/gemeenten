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2.xlsx"/></Relationships>
</file>

<file path=ppt/charts/chart4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iche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Wichelen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WICHELEN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Wichelen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3.795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Wichelen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3.795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Wichelen,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parkings · 3.795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johanmmk.github.io/gemeenten/Kaart_bedrijfsparkings_Wichelen.html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Wichelen.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560 auto’s op 25 slimme parkings in Wichelen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WICHE 36 (36 kV), 2.9 km van Wichelen.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Wichelen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WICHE 36 (36 kV) — dichtste kopstation bij Wichelen, op ± 2.9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Wichelen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Wichelen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Wichelen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Wichelen</dc:title>
  <dc:subject>PptxGenJS Presentation</dc:subject>
  <dc:creator>Fluctus</dc:creator>
  <cp:lastModifiedBy>Fluctus</cp:lastModifiedBy>
  <cp:revision>1</cp:revision>
  <dcterms:created xsi:type="dcterms:W3CDTF">2026-06-25T03:47:17Z</dcterms:created>
  <dcterms:modified xsi:type="dcterms:W3CDTF">2026-06-25T03:47:17Z</dcterms:modified>
</cp:coreProperties>
</file>