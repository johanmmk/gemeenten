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_Haa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Haan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 HAAN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 Haan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 Haan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 Haan,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parkings · 2.773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johanmmk.github.io/gemeenten/Kaart_bedrijfsparkings_De_Haan.html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 Haan.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509 auto’s op 14 slimme parkings in De Haan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SLYKE150 (150 kV), 8.3 km van De Haan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 Haan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SLYKE150 (150 kV) — dichtste kopstation bij De Haan, op ± 8.3 km (laagste load van de cluster &lt;5 km). Flex ≈ 10.7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 Haan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 Haan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 Haan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 Haan</dc:title>
  <dc:subject>PptxGenJS Presentation</dc:subject>
  <dc:creator>Fluctus</dc:creator>
  <cp:lastModifiedBy>Fluctus</cp:lastModifiedBy>
  <cp:revision>1</cp:revision>
  <dcterms:created xsi:type="dcterms:W3CDTF">2026-06-25T00:42:53Z</dcterms:created>
  <dcterms:modified xsi:type="dcterms:W3CDTF">2026-06-25T00:42:53Z</dcterms:modified>
</cp:coreProperties>
</file>