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8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8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1.xlsx"/></Relationships>
</file>

<file path=ppt/charts/chart8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47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De_Haa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8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Haan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DE HAAN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De Haan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2.773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De Haan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2.773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€ 4,16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€ 8,32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2.773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€ 4,16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2.773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€ 8,32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De Haan,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 parkings · 2.773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johanmmk.github.io/gemeenten/Kaart_bedrijfsparkings_De_Haan.html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De Haan.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509 auto’s op 14 slimme parkings in De Haan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37% naar 47%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SLYKE150 (150 kV), 8.3 km van De Haan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De Haan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SLYKE150 (150 kV) — dichtste kopstation bij De Haan, op ± 8.3 km (laagste load van de cluster &lt;5 km). Flex ≈ 10.7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De Haan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+27%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De Haan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+27%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De Haan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De Haan</dc:title>
  <dc:subject>PptxGenJS Presentation</dc:subject>
  <dc:creator>Fluctus</dc:creator>
  <cp:lastModifiedBy>Fluctus</cp:lastModifiedBy>
  <cp:revision>1</cp:revision>
  <dcterms:created xsi:type="dcterms:W3CDTF">2026-06-23T23:32:11Z</dcterms:created>
  <dcterms:modified xsi:type="dcterms:W3CDTF">2026-06-23T23:32:11Z</dcterms:modified>
</cp:coreProperties>
</file>