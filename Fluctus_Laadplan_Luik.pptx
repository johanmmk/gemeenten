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8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8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3.xlsx"/></Relationships>
</file>

<file path=ppt/charts/chart2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ui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8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LUIK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Luik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20.868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Luik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20.868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€ 31,30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€ 62,60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20.868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€ 31,30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20.868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€ 62,60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Luik,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591 parkings · 20.868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johanmmk.github.io/gemeenten/Kaart_bedrijfsparkings_Luik.html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Luik.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20.868 auto’s op 591 slimme parkings in Luik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SART 70 (70 kV), 5.3 km van Luik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Luik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SART 70 (70 kV) — dichtste kopstation bij Luik, op ± 5.3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Luik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Luik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Luik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Luik</dc:title>
  <dc:subject>PptxGenJS Presentation</dc:subject>
  <dc:creator>Fluctus</dc:creator>
  <cp:lastModifiedBy>Fluctus</cp:lastModifiedBy>
  <cp:revision>1</cp:revision>
  <dcterms:created xsi:type="dcterms:W3CDTF">2026-06-25T02:29:14Z</dcterms:created>
  <dcterms:modified xsi:type="dcterms:W3CDTF">2026-06-25T02:29:14Z</dcterms:modified>
</cp:coreProperties>
</file>