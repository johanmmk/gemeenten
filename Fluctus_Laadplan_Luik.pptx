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8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28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82.xlsx"/></Relationships>
</file>

<file path=ppt/charts/chart28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33</c:v>
                </c:pt>
                <c:pt idx="1">
                  <c:v>64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Luik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282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Luik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LUIK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Luik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20.853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Luik</a:t>
            </a:r>
            <a:pPr indent="0" marL="0">
              <a:buNone/>
            </a:pP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20.853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590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€ 31,28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€ 62,56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20.853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€ 31,28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20.853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€ 62,56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Luik,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590 parkings · 20.853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johanmmk.github.io/gemeenten/Kaart_bedrijfsparkings_Luik.html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Luik.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20.853 auto’s op 590 slimme parkings in Luik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33% naar 64%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SART 70 (70 kV), 5.3 km van Luik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Luik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SART 70 (70 kV) — dichtste kopstation bij Luik, op ± 5.3 km (laagste load van de cluster &lt;5 km). Flex ≈ 10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Luik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+94%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Luik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+94%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Luik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Luik</dc:title>
  <dc:subject>PptxGenJS Presentation</dc:subject>
  <dc:creator>Fluctus</dc:creator>
  <cp:lastModifiedBy>Fluctus</cp:lastModifiedBy>
  <cp:revision>1</cp:revision>
  <dcterms:created xsi:type="dcterms:W3CDTF">2026-06-24T01:24:43Z</dcterms:created>
  <dcterms:modified xsi:type="dcterms:W3CDTF">2026-06-24T01:24:43Z</dcterms:modified>
</cp:coreProperties>
</file>