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4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5.xlsx"/></Relationships>
</file>

<file path=ppt/charts/chart1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eraardsberg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4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Geraardsbergen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GERAARDSBERGEN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Geraardsbergen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3.523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Geraardsbergen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3.523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€ 5,28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€ 10,57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3.523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€ 5,28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3.523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€ 10,57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Geraardsbergen,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 parkings · 3.523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johanmmk.github.io/gemeenten/Kaart_bedrijfsparkings_Geraardsbergen.html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Geraardsbergen.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2.005 auto’s op 79 slimme parkings in Geraardsbergen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DEUXA 70 (70 kV), 6.6 km van Geraardsbergen.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Geraardsbergen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DEUXA 70 (70 kV) — dichtste kopstation bij Geraardsbergen, op ± 6.6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Geraardsbergen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Geraardsbergen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Geraardsbergen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Geraardsbergen</dc:title>
  <dc:subject>PptxGenJS Presentation</dc:subject>
  <dc:creator>Fluctus</dc:creator>
  <cp:lastModifiedBy>Fluctus</cp:lastModifiedBy>
  <cp:revision>1</cp:revision>
  <dcterms:created xsi:type="dcterms:W3CDTF">2026-06-24T00:18:08Z</dcterms:created>
  <dcterms:modified xsi:type="dcterms:W3CDTF">2026-06-24T00:18:08Z</dcterms:modified>
</cp:coreProperties>
</file>