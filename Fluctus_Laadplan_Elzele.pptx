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0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4.xlsx"/></Relationships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lze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0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Elzele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ELZELE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Elzele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1.012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Elzele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Elzele,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parkings · 1.012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johanmmk.github.io/gemeenten/Kaart_bedrijfsparkings_Elzele.html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Elzele.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1.012 auto’s op 25 slimme parkings in Elzele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LIGNE 70 (70 kV), 10.3 km van Elzele.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Elzele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LIGNE 70 (70 kV) — dichtste kopstation bij Elzele, op ± 10.3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Elzele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Elzele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Elzele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Elzele</dc:title>
  <dc:subject>PptxGenJS Presentation</dc:subject>
  <dc:creator>Fluctus</dc:creator>
  <cp:lastModifiedBy>Fluctus</cp:lastModifiedBy>
  <cp:revision>1</cp:revision>
  <dcterms:created xsi:type="dcterms:W3CDTF">2026-06-25T00:55:38Z</dcterms:created>
  <dcterms:modified xsi:type="dcterms:W3CDTF">2026-06-25T00:55:38Z</dcterms:modified>
</cp:coreProperties>
</file>