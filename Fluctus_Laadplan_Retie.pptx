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7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7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6.xlsx"/></Relationships>
</file>

<file path=ppt/charts/chart3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46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eti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7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RETIE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Retie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1.841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Retie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Retie,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parkings · 1.841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johanmmk.github.io/gemeenten/Kaart_bedrijfsparkings_Retie.html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Retie.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625 auto’s op 22 slimme parkings in Retie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46%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MOL 150 (150 kV), 5.3 km van Retie.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Retie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MOL 150 (150 kV) — dichtste kopstation bij Retie, op ± 5.3 km. Flex ≈ 13.1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Retie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Retie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Retie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Retie</dc:title>
  <dc:subject>PptxGenJS Presentation</dc:subject>
  <dc:creator>Fluctus</dc:creator>
  <cp:lastModifiedBy>Fluctus</cp:lastModifiedBy>
  <cp:revision>1</cp:revision>
  <dcterms:created xsi:type="dcterms:W3CDTF">2026-06-24T01:58:38Z</dcterms:created>
  <dcterms:modified xsi:type="dcterms:W3CDTF">2026-06-24T01:58:38Z</dcterms:modified>
</cp:coreProperties>
</file>