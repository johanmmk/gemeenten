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8.xlsx"/></Relationships>
</file>

<file path=ppt/charts/chart50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he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Anhée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ANHÉE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Anhée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1.938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Anhée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1.938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Anhée,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parkings · 1.938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johanmmk.github.io/gemeenten/Kaart_bedrijfsparkings_Anhee.html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Anhée.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660 auto’s op 24 slimme parkings in Anhée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WARNA 70 (70 kV), 2.2 km van Anhée.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Anhée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WARNA 70 (70 kV) — dichtste kopstation bij Anhée, op ± 2.2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Anhée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Anhée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Anhée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Anhée</dc:title>
  <dc:subject>PptxGenJS Presentation</dc:subject>
  <dc:creator>Fluctus</dc:creator>
  <cp:lastModifiedBy>Fluctus</cp:lastModifiedBy>
  <cp:revision>1</cp:revision>
  <dcterms:created xsi:type="dcterms:W3CDTF">2026-06-25T03:59:57Z</dcterms:created>
  <dcterms:modified xsi:type="dcterms:W3CDTF">2026-06-25T03:59:57Z</dcterms:modified>
</cp:coreProperties>
</file>