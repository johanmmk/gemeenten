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30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3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0.xlsx"/></Relationships>
</file>

<file path=ppt/charts/chart1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Vorst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30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Vorst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VORST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Vorst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30.969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Vorst</a:t>
            </a:r>
            <a:pPr indent="0" marL="0">
              <a:buNone/>
            </a:pP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30.969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€ 46,45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€ 92,91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30.969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€ 46,45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30.969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€ 92,91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Vorst,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714 parkings · 30.969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johanmmk.github.io/gemeenten/Kaart_bedrijfsparkings_Vorst.html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Vorst.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30.969 auto’s op 714 slimme parkings in Vorst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QDEME 36 (36 kV), 3 km van Vorst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Vorst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QDEME 36 (36 kV) — dichtste kopstation bij Vorst, op ± 3 km (laagste load van de cluster &lt;5 km). Flex ≈ 4 MW (11 kW/wagen + 10 kW batterij) op 20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Vorst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Vorst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Vorst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Vorst</dc:title>
  <dc:subject>PptxGenJS Presentation</dc:subject>
  <dc:creator>Fluctus</dc:creator>
  <cp:lastModifiedBy>Fluctus</cp:lastModifiedBy>
  <cp:revision>1</cp:revision>
  <dcterms:created xsi:type="dcterms:W3CDTF">2026-06-23T23:59:59Z</dcterms:created>
  <dcterms:modified xsi:type="dcterms:W3CDTF">2026-06-23T23:59:59Z</dcterms:modified>
</cp:coreProperties>
</file>