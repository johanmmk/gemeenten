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1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6.xlsx"/></Relationships>
</file>

<file path=ppt/charts/chart2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Jurbek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1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Jurbeke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JURBEKE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Jurbeke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3.319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Jurbeke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€ 4,98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€ 9,96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Jurbeke,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 parkings · 3.319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johanmmk.github.io/gemeenten/Kaart_bedrijfsparkings_Jurbeke.html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Jurbeke.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3.319 auto’s op 92 slimme parkings in Jurbeke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LENS 70 (70 kV), 4 km van Jurbeke.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Jurbeke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LENS 70 (70 kV) — dichtste kopstation bij Jurbeke, op ± 4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Jurbeke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Jurbeke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Jurbeke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Jurbeke</dc:title>
  <dc:subject>PptxGenJS Presentation</dc:subject>
  <dc:creator>Fluctus</dc:creator>
  <cp:lastModifiedBy>Fluctus</cp:lastModifiedBy>
  <cp:revision>1</cp:revision>
  <dcterms:created xsi:type="dcterms:W3CDTF">2026-06-24T00:51:35Z</dcterms:created>
  <dcterms:modified xsi:type="dcterms:W3CDTF">2026-06-24T00:51:35Z</dcterms:modified>
</cp:coreProperties>
</file>