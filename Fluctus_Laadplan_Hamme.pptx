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0.xlsx"/></Relationships>
</file>

<file path=ppt/charts/chart1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mm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HAMME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Hamme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Hamme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€ 14,43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€ 14,43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Hamme,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parkings · 4.810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johanmmk.github.io/gemeenten/Kaart_bedrijfsparkings_Hamme.html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Hamme.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1.412 auto’s op 49 slimme parkings in Hamme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ZELEI 36 (36 kV), 5.4 km van Hamme.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Hamme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ZELEI 36 (36 kV) — dichtste kopstation bij Hamme, op ± 5.4 km.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Hamme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Hamme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Hamme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Hamme</dc:title>
  <dc:subject>PptxGenJS Presentation</dc:subject>
  <dc:creator>Fluctus</dc:creator>
  <cp:lastModifiedBy>Fluctus</cp:lastModifiedBy>
  <cp:revision>1</cp:revision>
  <dcterms:created xsi:type="dcterms:W3CDTF">2026-06-24T00:30:55Z</dcterms:created>
  <dcterms:modified xsi:type="dcterms:W3CDTF">2026-06-24T00:30:55Z</dcterms:modified>
</cp:coreProperties>
</file>