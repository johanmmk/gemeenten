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6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7.xlsx"/></Relationships>
</file>

<file path=ppt/charts/chart2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38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ierneux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6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Lierneux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LIERNEUX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Lierneux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Lierneux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+ 17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€ 1,33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€ 2,67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Lierneux,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parkings · 890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johanmmk.github.io/gemeenten/Kaart_bedrijfsparkings_Lierneux.html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Lierneux.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296 auto’s op 10 slimme parkings in Lierneux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38%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BRUME220 (220 kV), 8.8 km van Lierneux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Lierneux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BRUME220 (220 kV) — dichtste kopstation bij Lierneux, op ± 8.8 km (laagste load van de cluster &lt;5 km). Flex ≈ 6.2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Lierneux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Lierneux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Lierneux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Lierneux</dc:title>
  <dc:subject>PptxGenJS Presentation</dc:subject>
  <dc:creator>Fluctus</dc:creator>
  <cp:lastModifiedBy>Fluctus</cp:lastModifiedBy>
  <cp:revision>1</cp:revision>
  <dcterms:created xsi:type="dcterms:W3CDTF">2026-06-25T02:23:16Z</dcterms:created>
  <dcterms:modified xsi:type="dcterms:W3CDTF">2026-06-25T02:23:16Z</dcterms:modified>
</cp:coreProperties>
</file>