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laa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Berlaar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BERLAAR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Berlaar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Berlaar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Berlaar,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parkings · 2.022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johanmmk.github.io/gemeenten/Kaart_bedrijfsparkings_Berlaar.html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Berlaar.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auto’s op 26 slimme parkings in Berlaar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MASSE150 (150 kV), 9.9 km van Berlaar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Berlaar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MASSE150 (150 kV) — dichtste kopstation bij Berlaar, op ± 9.9 km (laagste load van de cluster &lt;5 km). Flex ≈ 12.2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Berlaar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Berlaar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Berlaar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Berlaar</dc:title>
  <dc:subject>PptxGenJS Presentation</dc:subject>
  <dc:creator>Fluctus</dc:creator>
  <cp:lastModifiedBy>Fluctus</cp:lastModifiedBy>
  <cp:revision>1</cp:revision>
  <dcterms:created xsi:type="dcterms:W3CDTF">2026-06-23T22:41:50Z</dcterms:created>
  <dcterms:modified xsi:type="dcterms:W3CDTF">2026-06-23T22:41:50Z</dcterms:modified>
</cp:coreProperties>
</file>