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2.xlsx"/></Relationships>
</file>

<file path=ppt/charts/chart2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rtemar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Kortemark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KORTEMARK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Kortemark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2.232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Kortemark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€ 6,70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€ 6,70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Kortemark,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parkings · 2.232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johanmmk.github.io/gemeenten/Kaart_bedrijfsparkings_Kortemark.html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Kortemark.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1.286 auto’s op 50 slimme parkings in Kortemark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LICHT 36 (36 kV), 8.9 km van Kortemark.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Kortemark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LICHT 36 (36 kV) — dichtste kopstation bij Kortemark, op ± 8.9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Kortemark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Kortemark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Kortemark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Kortemark</dc:title>
  <dc:subject>PptxGenJS Presentation</dc:subject>
  <dc:creator>Fluctus</dc:creator>
  <cp:lastModifiedBy>Fluctus</cp:lastModifiedBy>
  <cp:revision>1</cp:revision>
  <dcterms:created xsi:type="dcterms:W3CDTF">2026-06-25T02:12:00Z</dcterms:created>
  <dcterms:modified xsi:type="dcterms:W3CDTF">2026-06-25T02:12:00Z</dcterms:modified>
</cp:coreProperties>
</file>