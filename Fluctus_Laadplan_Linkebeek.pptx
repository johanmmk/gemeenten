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2.xlsx"/></Relationships>
</file>

<file path=ppt/charts/chart2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nke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LINKEBEEK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Linkebeek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1.989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Linkebeek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Linkebeek,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parkings · 1.989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johanmmk.github.io/gemeenten/Kaart_bedrijfsparkings_Linkebeek.html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Linkebeek.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auto’s op 5 slimme parkings in Linkebeek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RHODE150 (150 kV), 2.4 km van Linkebeek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Linkebeek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RHODE150 (150 kV) — dichtste kopstation bij Linkebeek, op ± 2.4 km (laagste load van de cluster &lt;5 km). Flex ≈ 4.5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Linkebeek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Linkebeek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Linkebeek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Linkebeek</dc:title>
  <dc:subject>PptxGenJS Presentation</dc:subject>
  <dc:creator>Fluctus</dc:creator>
  <cp:lastModifiedBy>Fluctus</cp:lastModifiedBy>
  <cp:revision>1</cp:revision>
  <dcterms:created xsi:type="dcterms:W3CDTF">2026-06-24T01:22:57Z</dcterms:created>
  <dcterms:modified xsi:type="dcterms:W3CDTF">2026-06-24T01:22:57Z</dcterms:modified>
</cp:coreProperties>
</file>