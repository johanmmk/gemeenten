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7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9.xlsx"/></Relationships>
</file>

<file path=ppt/charts/chart2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65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Leuven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27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Leuven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LEUVEN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Leuven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14.527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Leuven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+ 123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14.527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€ 21,79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€ 43,58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€ 21,79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14.527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€ 43,58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Leuven,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447 parkings · 14.527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johanmmk.github.io/gemeenten/Kaart_bedrijfsparkings_Leuven.html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Leuven.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9.902 auto’s op 324 slimme parkings in Leuven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35% naar 65%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GASTH 70 (70 kV), 1.8 km van Leuven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Leuven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GASTH 70 (70 kV) — dichtste kopstation bij Leuven, op ± 1.8 km (laagste load van de cluster &lt;5 km).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Leuven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Leuven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+86%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Leuven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Leuven</dc:title>
  <dc:subject>PptxGenJS Presentation</dc:subject>
  <dc:creator>Fluctus</dc:creator>
  <cp:lastModifiedBy>Fluctus</cp:lastModifiedBy>
  <cp:revision>1</cp:revision>
  <dcterms:created xsi:type="dcterms:W3CDTF">2026-06-24T01:23:52Z</dcterms:created>
  <dcterms:modified xsi:type="dcterms:W3CDTF">2026-06-24T01:23:52Z</dcterms:modified>
</cp:coreProperties>
</file>