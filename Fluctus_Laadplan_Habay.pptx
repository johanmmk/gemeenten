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7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36</c:v>
                </c:pt>
                <c:pt idx="1">
                  <c:v>65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Habay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7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Habay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HABAY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Habay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1.477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Habay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+ 8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1.477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€ 2,22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€ 4,43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1.477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€ 2,22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1.477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€ 4,43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Habay,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 parkings · 1.477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johanmmk.github.io/gemeenten/Kaart_bedrijfsparkings_Habay.html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Habay.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1.177 auto’s op 28 slimme parkings in Habay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36% naar 65%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VISEM 70 (70 kV), 5.7 km van Habay.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Habay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VISEM 70 (70 kV) — dichtste kopstation bij Habay, op ± 5.7 km.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Habay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+81%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Habay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+81%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Habay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Habay</dc:title>
  <dc:subject>PptxGenJS Presentation</dc:subject>
  <dc:creator>Fluctus</dc:creator>
  <cp:lastModifiedBy>Fluctus</cp:lastModifiedBy>
  <cp:revision>1</cp:revision>
  <dcterms:created xsi:type="dcterms:W3CDTF">2026-06-23T22:18:41Z</dcterms:created>
  <dcterms:modified xsi:type="dcterms:W3CDTF">2026-06-23T22:18:41Z</dcterms:modified>
</cp:coreProperties>
</file>