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4.xlsx"/></Relationships>
</file>

<file path=ppt/charts/chart5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ajott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Pajottegem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PAJOTTEGEM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Pajottegem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4.111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Pajottegem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Pajottegem,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parkings · 4.111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johanmmk.github.io/gemeenten/Kaart_bedrijfsparkings_Pajottegem.html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Pajottegem.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1.251 auto’s op 43 slimme parkings in Pajottegem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HOVES 70 (70 kV), 8.6 km van Pajottegem.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Pajottegem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HOVES 70 (70 kV) — dichtste kopstation bij Pajottegem, op ± 8.6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Pajottegem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Pajottegem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Pajottegem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Pajottegem</dc:title>
  <dc:subject>PptxGenJS Presentation</dc:subject>
  <dc:creator>Fluctus</dc:creator>
  <cp:lastModifiedBy>Fluctus</cp:lastModifiedBy>
  <cp:revision>1</cp:revision>
  <dcterms:created xsi:type="dcterms:W3CDTF">2026-06-24T04:41:29Z</dcterms:created>
  <dcterms:modified xsi:type="dcterms:W3CDTF">2026-06-24T04:41:29Z</dcterms:modified>
</cp:coreProperties>
</file>