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3.xlsx"/></Relationships>
</file>

<file path=ppt/charts/chart3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eup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Neupré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NEUPRÉ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Neupré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3.149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Neupré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Neupré,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parkings · 3.149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johanmmk.github.io/gemeenten/Kaart_bedrijfsparkings_Neupre.html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Neupré.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453 auto’s op 20 slimme parkings in Neupré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RIMIE 70 (70 kV), 1.3 km van Neupré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Neupré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RIMIE 70 (70 kV) — dichtste kopstation bij Neupré, op ± 1.3 km (laagste load van de cluster &lt;5 km). Flex ≈ 9.5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Neupré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Neupré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Neupré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Neupré</dc:title>
  <dc:subject>PptxGenJS Presentation</dc:subject>
  <dc:creator>Fluctus</dc:creator>
  <cp:lastModifiedBy>Fluctus</cp:lastModifiedBy>
  <cp:revision>1</cp:revision>
  <dcterms:created xsi:type="dcterms:W3CDTF">2026-06-24T01:41:34Z</dcterms:created>
  <dcterms:modified xsi:type="dcterms:W3CDTF">2026-06-24T01:41:34Z</dcterms:modified>
</cp:coreProperties>
</file>