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3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6.xlsx"/></Relationships>
</file>

<file path=ppt/charts/chart5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anz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3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Wanze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WANZE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Wanze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4.901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Wanze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€ 14,70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4.901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4.901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€ 14,70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Wanze,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parkings · 4.901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johanmmk.github.io/gemeenten/Kaart_bedrijfsparkings_Wanze.html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Wanze.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1.142 auto’s op 50 slimme parkings in Wanze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CROIX150 (150 kV), 5.3 km van Wanze.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Wanze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CROIX150 (150 kV) — dichtste kopstation bij Wanze, op ± 5.3 km. Flex ≈ 24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Wanze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Wanze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Wanze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Wanze</dc:title>
  <dc:subject>PptxGenJS Presentation</dc:subject>
  <dc:creator>Fluctus</dc:creator>
  <cp:lastModifiedBy>Fluctus</cp:lastModifiedBy>
  <cp:revision>1</cp:revision>
  <dcterms:created xsi:type="dcterms:W3CDTF">2026-06-25T04:28:46Z</dcterms:created>
  <dcterms:modified xsi:type="dcterms:W3CDTF">2026-06-25T04:28:46Z</dcterms:modified>
</cp:coreProperties>
</file>