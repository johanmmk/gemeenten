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6.xlsx"/></Relationships>
</file>

<file path=ppt/charts/chart3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iddelker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Middelkerke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MIDDELKERKE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Middelkerke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4.969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Middelkerke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€ 7,45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€ 14,91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€ 7,45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€ 14,91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Middelkerke,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parkings · 4.969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johanmmk.github.io/gemeenten/Kaart_bedrijfsparkings_Middelkerke.html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Middelkerke.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1.369 auto’s op 40 slimme parkings in Middelkerke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50% naar 71%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GISTE 36 (36 kV), 7.3 km van Middelkerke.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Middelkerke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GISTE 36 (36 kV) — dichtste kopstation bij Middelkerke, op ± 7.3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Middelkerke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Middelkerke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Middelkerke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Middelkerke</dc:title>
  <dc:subject>PptxGenJS Presentation</dc:subject>
  <dc:creator>Fluctus</dc:creator>
  <cp:lastModifiedBy>Fluctus</cp:lastModifiedBy>
  <cp:revision>1</cp:revision>
  <dcterms:created xsi:type="dcterms:W3CDTF">2026-06-24T01:33:51Z</dcterms:created>
  <dcterms:modified xsi:type="dcterms:W3CDTF">2026-06-24T01:33:51Z</dcterms:modified>
</cp:coreProperties>
</file>