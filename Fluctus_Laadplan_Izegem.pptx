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0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0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9.xlsx"/></Relationships>
</file>

<file path=ppt/charts/chart2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Ize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0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Izegem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IZEGEM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Izegem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12.437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Izegem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+ 224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12.437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€ 18,66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€ 37,31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12.437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€ 18,66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12.437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€ 37,31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Izegem,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351 parkings · 12.437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johanmmk.github.io/gemeenten/Kaart_bedrijfsparkings_Izegem.html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Izegem.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3.438 auto’s op 127 slimme parkings in Izegem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IZGEM150 (150 kV), 2.9 km van Izegem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Izegem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IZGEM150 (150 kV) — dichtste kopstation bij Izegem, op ± 2.9 km (laagste load van de cluster &lt;5 km). Flex ≈ 60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Izegem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Izegem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Izegem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Izegem</dc:title>
  <dc:subject>PptxGenJS Presentation</dc:subject>
  <dc:creator>Fluctus</dc:creator>
  <cp:lastModifiedBy>Fluctus</cp:lastModifiedBy>
  <cp:revision>1</cp:revision>
  <dcterms:created xsi:type="dcterms:W3CDTF">2026-06-24T00:50:05Z</dcterms:created>
  <dcterms:modified xsi:type="dcterms:W3CDTF">2026-06-24T00:50:05Z</dcterms:modified>
</cp:coreProperties>
</file>