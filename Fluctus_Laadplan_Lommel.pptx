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6 km van Lommel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Lommel, op ± 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2026-06-23T19:34:59Z</dcterms:created>
  <dcterms:modified xsi:type="dcterms:W3CDTF">2026-06-23T19:34:59Z</dcterms:modified>
</cp:coreProperties>
</file>