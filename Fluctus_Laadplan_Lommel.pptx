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2.300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Lommel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parkings · 2.300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auto’s op 43 slimme parkings in Lommel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OVERP150 (150 kV), 6 km van Lommel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OVERP150 (150 kV) — dichtste kopstation bij Lommel, op ± 6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Lommel</dc:title>
  <dc:subject>PptxGenJS Presentation</dc:subject>
  <dc:creator>Fluctus</dc:creator>
  <cp:lastModifiedBy>Fluctus</cp:lastModifiedBy>
  <cp:revision>1</cp:revision>
  <dcterms:created xsi:type="dcterms:W3CDTF">2026-06-23T19:24:56Z</dcterms:created>
  <dcterms:modified xsi:type="dcterms:W3CDTF">2026-06-23T19:24:56Z</dcterms:modified>
</cp:coreProperties>
</file>