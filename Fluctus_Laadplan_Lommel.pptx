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32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Lommel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Lommel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LOMMEL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Lommel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0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Lommel</a:t>
            </a:r>
            <a:pPr indent="0" marL="0">
              <a:buNone/>
            </a:pP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€ 0,00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€ 0,00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€ 0,00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€ 0,00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Lommel,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parkings · 0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johanmmk.github.io/gemeenten/Kaart_bedrijfsparkings_Lommel.html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Lommel.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auto’s op 0 slimme parkings in Lommel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32%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BALEN150 (150 kV), 5.1 km van Lommel.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Lommel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BALEN150 (150 kV) — dichtste kopstation bij Lommel, op ± 5.1 km. Flex ≈ 0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Lommel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Lommel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Lommel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Lommel</dc:title>
  <dc:subject>PptxGenJS Presentation</dc:subject>
  <dc:creator>Fluctus</dc:creator>
  <cp:lastModifiedBy>Fluctus</cp:lastModifiedBy>
  <cp:revision>1</cp:revision>
  <dcterms:created xsi:type="dcterms:W3CDTF">2026-06-23T21:48:49Z</dcterms:created>
  <dcterms:modified xsi:type="dcterms:W3CDTF">2026-06-23T21:48:49Z</dcterms:modified>
</cp:coreProperties>
</file>