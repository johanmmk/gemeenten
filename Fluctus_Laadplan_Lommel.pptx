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 (2030)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42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ommel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gemeenten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343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de gemeente Lommel.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personenauto's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zo'n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auto's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LOMMEL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Lommel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2.300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Lommel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geschikte bedrijfsparkings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 mln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€ 3,45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Lommel,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ka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057400"/>
            <a:ext cx="4892040" cy="3776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parkings · 2.300 plaatsen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8" name="Text 5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johanmmk.github.io/gemeenten/Kaart_bedrijfsparkings_Lommel.html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19" name="Text 1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Lommel.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6052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2.300 auto's op 43 slimme parkings 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halveren het risico op congestie in 2030.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Lommel</a:t>
            </a:r>
            <a:endParaRPr lang="en-US" sz="14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040880" y="2286000"/>
          <a:ext cx="45720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Lommel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gemeenten</dc:title>
  <dc:subject>PptxGenJS Presentation</dc:subject>
  <dc:creator>Fluctus</dc:creator>
  <cp:lastModifiedBy>Fluctus</cp:lastModifiedBy>
  <cp:revision>1</cp:revision>
  <dcterms:created xsi:type="dcterms:W3CDTF">2026-06-22T15:57:54Z</dcterms:created>
  <dcterms:modified xsi:type="dcterms:W3CDTF">2026-06-22T15:57:54Z</dcterms:modified>
</cp:coreProperties>
</file>