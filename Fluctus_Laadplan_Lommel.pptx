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omm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Lommel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LOMMEL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Lommel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7.647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Lommel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7.647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€ 11,47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€ 22,94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7.647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€ 11,47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7.647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€ 22,94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Lommel,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parkings · 7.647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johanmmk.github.io/gemeenten/Kaart_bedrijfsparkings_Lommel.html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Lommel.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5.543 auto’s op 187 slimme parkings in Lommel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BALEN150 (150 kV), 5.1 km van Lommel.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Lommel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BALEN150 (150 kV) — dichtste kopstation bij Lommel, op ± 5.1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Lommel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Lommel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Lommel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Lommel</dc:title>
  <dc:subject>PptxGenJS Presentation</dc:subject>
  <dc:creator>Fluctus</dc:creator>
  <cp:lastModifiedBy>Fluctus</cp:lastModifiedBy>
  <cp:revision>1</cp:revision>
  <dcterms:created xsi:type="dcterms:W3CDTF">2026-06-24T22:58:59Z</dcterms:created>
  <dcterms:modified xsi:type="dcterms:W3CDTF">2026-06-24T22:58:59Z</dcterms:modified>
</cp:coreProperties>
</file>