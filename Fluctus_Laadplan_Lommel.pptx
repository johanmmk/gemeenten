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7.647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parkings · 7.647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5.543 auto’s op 187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BALEN150 (150 kV), 5.1 km van Lommel.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BALEN150 (150 kV) — dichtste kopstation bij Lommel, op ± 5.1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2026-06-24T23:43:04Z</dcterms:created>
  <dcterms:modified xsi:type="dcterms:W3CDTF">2026-06-24T23:43:04Z</dcterms:modified>
</cp:coreProperties>
</file>