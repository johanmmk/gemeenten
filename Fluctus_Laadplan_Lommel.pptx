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OVERI 70 (70 kV), 5.5 km van Lommel. · v5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OVERI 70 (70 kV) — dichtste kopstation bij Lommel, op ± 5.5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2026-06-23T19:04:53Z</dcterms:created>
  <dcterms:modified xsi:type="dcterms:W3CDTF">2026-06-23T19:04:53Z</dcterms:modified>
</cp:coreProperties>
</file>