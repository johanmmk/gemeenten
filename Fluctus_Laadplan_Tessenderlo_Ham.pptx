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6.xlsx"/></Relationships>
</file>

<file path=ppt/charts/chart5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ssenderlo_Ha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Tessenderlo-Ham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TESSENDERLO-HAM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Tessenderlo-Ham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13.529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Tessenderlo-Ham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€ 20,29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€ 40,59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€ 20,29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€ 40,59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Tessenderlo-Ham,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411 parkings · 13.529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johanmmk.github.io/gemeenten/Kaart_bedrijfsparkings_Tessenderlo_Ham.html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Tessenderlo-Ham.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6.347 auto’s op 233 slimme parkings in Tessenderlo-Ham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41% naar 68%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BERIN150 (150 kV), 7.3 km van Tessenderlo-Ham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Tessenderlo-Ham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BERIN150 (150 kV) — dichtste kopstation bij Tessenderlo-Ham, op ± 7.3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Tessenderlo-Ham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Tessenderlo-Ham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Tessenderlo-Ham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Tessenderlo-Ham</dc:title>
  <dc:subject>PptxGenJS Presentation</dc:subject>
  <dc:creator>Fluctus</dc:creator>
  <cp:lastModifiedBy>Fluctus</cp:lastModifiedBy>
  <cp:revision>1</cp:revision>
  <dcterms:created xsi:type="dcterms:W3CDTF">2026-06-25T04:55:33Z</dcterms:created>
  <dcterms:modified xsi:type="dcterms:W3CDTF">2026-06-25T04:55:33Z</dcterms:modified>
</cp:coreProperties>
</file>