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3.xlsx"/></Relationships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ema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Flémalle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FLÉMALLE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Flémalle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10.989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Flémalle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Flémalle,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 parkings · 10.989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johanmmk.github.io/gemeenten/Kaart_bedrijfsparkings_Flemalle.html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Flémalle.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1.929 auto’s op 70 slimme parkings in Flémalle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AWIRS150 (150 kV), 2.2 km van Flémalle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Flémalle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AWIRS150 (150 kV) — dichtste kopstation bij Flémalle, op ± 2.2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Flémalle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Flémalle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Flémalle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Flémalle</dc:title>
  <dc:subject>PptxGenJS Presentation</dc:subject>
  <dc:creator>Fluctus</dc:creator>
  <cp:lastModifiedBy>Fluctus</cp:lastModifiedBy>
  <cp:revision>1</cp:revision>
  <dcterms:created xsi:type="dcterms:W3CDTF">2026-06-25T01:03:09Z</dcterms:created>
  <dcterms:modified xsi:type="dcterms:W3CDTF">2026-06-25T01:03:09Z</dcterms:modified>
</cp:coreProperties>
</file>