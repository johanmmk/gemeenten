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4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3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1.xlsx"/></Relationships>
</file>

<file path=ppt/charts/chart3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</c:v>
                </c:pt>
                <c:pt idx="1">
                  <c:v>66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Oostend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34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Oostende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OOSTENDE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Oostende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8.811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Oostende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+ 61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8.811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€ 13,22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€ 26,43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€ 13,22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8.811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€ 26,43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Oostende,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259 parkings · 8.811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johanmmk.github.io/gemeenten/Kaart_bedrijfsparkings_Oostende.html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0080" y="6071616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 bestaande laadpunten: Departement Mobiliteit en Openbare Werken (Vlaanderen).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4" name="Shape 10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7" name="Shape 12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Oostende.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6.201 auto’s op 198 slimme parkings in Oostende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37% naar 66%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SLYKE150 (150 kV), 2.4 km van Oostende (laagste load van de cluster &lt;5 km).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Oostende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SLYKE150 (150 kV) — dichtste kopstation bij Oostende, op ± 2.4 km (laagste load van de cluster &lt;5 km). Flex ≈ 35 MW (11 kW/wagen + 10 kW batterij) op 175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Oostende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Oostende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+78%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Oostende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Oostende</dc:title>
  <dc:subject>PptxGenJS Presentation</dc:subject>
  <dc:creator>Fluctus</dc:creator>
  <cp:lastModifiedBy>Fluctus</cp:lastModifiedBy>
  <cp:revision>1</cp:revision>
  <dcterms:created xsi:type="dcterms:W3CDTF">2026-06-25T02:58:35Z</dcterms:created>
  <dcterms:modified xsi:type="dcterms:W3CDTF">2026-06-25T02:58:35Z</dcterms:modified>
</cp:coreProperties>
</file>