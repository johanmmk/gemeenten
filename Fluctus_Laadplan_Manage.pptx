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1.xlsx"/></Relationships>
</file>

<file path=ppt/charts/chart2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na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MANAGE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Manage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16.756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Manage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16.756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€ 25,13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€ 50,27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€ 25,13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€ 50,27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Manage,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 parkings · 16.756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johanmmk.github.io/gemeenten/Kaart_bedrijfsparkings_Manage.html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Manage.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2.936 auto’s op 104 slimme parkings in Manage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LACRO150 (150 kV), 3.6 km van Manage.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Manage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LACRO150 (150 kV) — dichtste kopstation bij Manage, op ± 3.6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Manage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Manage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Manage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Manage</dc:title>
  <dc:subject>PptxGenJS Presentation</dc:subject>
  <dc:creator>Fluctus</dc:creator>
  <cp:lastModifiedBy>Fluctus</cp:lastModifiedBy>
  <cp:revision>1</cp:revision>
  <dcterms:created xsi:type="dcterms:W3CDTF">2026-06-25T02:31:57Z</dcterms:created>
  <dcterms:modified xsi:type="dcterms:W3CDTF">2026-06-25T02:31:57Z</dcterms:modified>
</cp:coreProperties>
</file>