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8.xlsx"/></Relationships>
</file>

<file path=ppt/charts/chart5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caussinn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Écaussinnes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ÉCAUSSINNES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Écaussinnes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3.428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Écaussinnes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3.428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€ 5,14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3.428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Écaussinnes,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parkings · 3.428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johanmmk.github.io/gemeenten/Kaart_bedrijfsparkings_Ecaussinnes.html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Écaussinnes.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1.364 auto’s op 36 slimme parkings in Écaussinnes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SENEF 70 (70 kV), 6.4 km van Écaussinnes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Écaussinnes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SENEF 70 (70 kV) — dichtste kopstation bij Écaussinnes, op ± 6.4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Écaussinnes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Écaussinnes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Écaussinnes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Écaussinnes</dc:title>
  <dc:subject>PptxGenJS Presentation</dc:subject>
  <dc:creator>Fluctus</dc:creator>
  <cp:lastModifiedBy>Fluctus</cp:lastModifiedBy>
  <cp:revision>1</cp:revision>
  <dcterms:created xsi:type="dcterms:W3CDTF">2026-06-24T04:37:16Z</dcterms:created>
  <dcterms:modified xsi:type="dcterms:W3CDTF">2026-06-24T04:37:16Z</dcterms:modified>
</cp:coreProperties>
</file>