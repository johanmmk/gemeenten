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4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4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5.xlsx"/></Relationships>
</file>

<file path=ppt/charts/chart2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46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and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4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LANDEN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Landen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1.732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Landen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1.732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€ 2,60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€ 5,20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1.732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€ 2,60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1.732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€ 5,20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Landen,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parkings · 1.732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johanmmk.github.io/gemeenten/Kaart_bedrijfsparkings_Landen.html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Landen.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644 auto’s op 25 slimme parkings in Landen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46%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HANNU150 (150 kV), 9.2 km van Landen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Landen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HANNU150 (150 kV) — dichtste kopstation bij Landen, op ± 9.2 km (laagste load van de cluster &lt;5 km). Flex ≈ 13.5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Landen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Landen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Landen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Landen</dc:title>
  <dc:subject>PptxGenJS Presentation</dc:subject>
  <dc:creator>Fluctus</dc:creator>
  <cp:lastModifiedBy>Fluctus</cp:lastModifiedBy>
  <cp:revision>1</cp:revision>
  <dcterms:created xsi:type="dcterms:W3CDTF">2026-06-24T01:07:29Z</dcterms:created>
  <dcterms:modified xsi:type="dcterms:W3CDTF">2026-06-24T01:07:29Z</dcterms:modified>
</cp:coreProperties>
</file>