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7.xlsx"/></Relationships>
</file>

<file path=ppt/charts/chart1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sv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Gesves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GESVES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Gesves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Gesves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Gesves,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parkings · 1.589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johanmmk.github.io/gemeenten/Kaart_bedrijfsparkings_Gesves.html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Gesves.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auto’s op 6 slimme parkings in Gesves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FLORE 70 (70 kV), 3.7 km van Gesves.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Gesves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FLORE 70 (70 kV) — dichtste kopstation bij Gesves, op ± 3.7 km. Flex ≈ 6.3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Gesves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Gesves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Gesves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Gesves</dc:title>
  <dc:subject>PptxGenJS Presentation</dc:subject>
  <dc:creator>Fluctus</dc:creator>
  <cp:lastModifiedBy>Fluctus</cp:lastModifiedBy>
  <cp:revision>1</cp:revision>
  <dcterms:created xsi:type="dcterms:W3CDTF">2026-06-24T00:21:38Z</dcterms:created>
  <dcterms:modified xsi:type="dcterms:W3CDTF">2026-06-24T00:21:38Z</dcterms:modified>
</cp:coreProperties>
</file>