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9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9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8.xlsx"/></Relationships>
</file>

<file path=ppt/charts/chart2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eix_devant_Virto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9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Meix-devant-Virton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MEIX-DEVANT-VIRTON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Meix-devant-Virton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1.111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Meix-devant-Virton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Meix-devant-Virton,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parkings · 1.111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johanmmk.github.io/gemeenten/Kaart_bedrijfsparkings_Meix_devant_Virton.html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Meix-devant-Virton.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auto’s op 3 slimme parkings in Meix-devant-Virton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41%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SMARD220 (220 kV), 7.1 km van Meix-devant-Virton.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Meix-devant-Virton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SMARD220 (220 kV) — dichtste kopstation bij Meix-devant-Virton, op ± 7.1 km. Flex ≈ 1.5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Meix-devant-Virton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Meix-devant-Virton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Meix-devant-Virton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Meix-devant-Virton</dc:title>
  <dc:subject>PptxGenJS Presentation</dc:subject>
  <dc:creator>Fluctus</dc:creator>
  <cp:lastModifiedBy>Fluctus</cp:lastModifiedBy>
  <cp:revision>1</cp:revision>
  <dcterms:created xsi:type="dcterms:W3CDTF">2026-06-24T01:27:52Z</dcterms:created>
  <dcterms:modified xsi:type="dcterms:W3CDTF">2026-06-24T01:27:52Z</dcterms:modified>
</cp:coreProperties>
</file>