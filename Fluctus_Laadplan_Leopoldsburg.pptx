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5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5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6.xlsx"/></Relationships>
</file>

<file path=ppt/charts/chart25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41</c:v>
                </c:pt>
                <c:pt idx="1">
                  <c:v>53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eopoldsburg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5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Leopoldsburg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LEOPOLDSBURG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Leopoldsburg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2.157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Leopoldsburg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+ 36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2.157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€ 3,24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€ 6,47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2.157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€ 3,24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2.157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€ 6,47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Leopoldsburg,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 parkings · 2.157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johanmmk.github.io/gemeenten/Kaart_bedrijfsparkings_Leopoldsburg.html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Leopoldsburg.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675 auto’s op 29 slimme parkings in Leopoldsburg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41% naar 53%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BERIN150 (150 kV), 5.2 km van Leopoldsburg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Leopoldsburg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BERIN150 (150 kV) — dichtste kopstation bij Leopoldsburg, op ± 5.2 km (laagste load van de cluster &lt;5 km). Flex ≈ 14.2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Leopoldsburg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+29%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Leopoldsburg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+29%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Leopoldsburg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Leopoldsburg</dc:title>
  <dc:subject>PptxGenJS Presentation</dc:subject>
  <dc:creator>Fluctus</dc:creator>
  <cp:lastModifiedBy>Fluctus</cp:lastModifiedBy>
  <cp:revision>1</cp:revision>
  <dcterms:created xsi:type="dcterms:W3CDTF">2026-06-25T02:19:10Z</dcterms:created>
  <dcterms:modified xsi:type="dcterms:W3CDTF">2026-06-25T02:19:10Z</dcterms:modified>
</cp:coreProperties>
</file>