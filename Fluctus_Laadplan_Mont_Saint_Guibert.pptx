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1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4.xlsx"/></Relationships>
</file>

<file path=ppt/charts/chart3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Mont_Saint_Guibert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14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Mont-Saint-Guibert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MONT-SAINT-GUIBERT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Mont-Saint-Guibert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4.233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Mont-Saint-Guibert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+ 71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4.233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€ 6,35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€ 12,70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4.233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€ 6,35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4.233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€ 12,70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Mont-Saint-Guibert,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 parkings · 4.233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johanmmk.github.io/gemeenten/Kaart_bedrijfsparkings_Mont_Saint_Guibert.html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Mont-Saint-Guibert.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1.205 auto’s op 27 slimme parkings in Mont-Saint-Guibert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OTTIG 36 (36 kV), 4.7 km van Mont-Saint-Guibert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Mont-Saint-Guibert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OTTIG 36 (36 kV) — dichtste kopstation bij Mont-Saint-Guibert, op ± 4.7 km (laagste load van de cluster &lt;5 km). Flex ≈ 4 MW (11 kW/wagen + 10 kW batterij) op 20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Mont-Saint-Guibert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Mont-Saint-Guibert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Mont-Saint-Guibert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Mont-Saint-Guibert</dc:title>
  <dc:subject>PptxGenJS Presentation</dc:subject>
  <dc:creator>Fluctus</dc:creator>
  <cp:lastModifiedBy>Fluctus</cp:lastModifiedBy>
  <cp:revision>1</cp:revision>
  <dcterms:created xsi:type="dcterms:W3CDTF">2026-06-25T02:38:58Z</dcterms:created>
  <dcterms:modified xsi:type="dcterms:W3CDTF">2026-06-25T02:38:58Z</dcterms:modified>
</cp:coreProperties>
</file>