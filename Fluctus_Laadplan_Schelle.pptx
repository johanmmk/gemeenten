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0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0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0.xlsx"/></Relationships>
</file>

<file path=ppt/charts/chart4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chell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0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Schelle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SCHELLE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Schelle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6.921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Schelle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+ 145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6.921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€ 10,38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€ 20,76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6.921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€ 10,38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6.921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€ 20,76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Schelle,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 parkings · 6.921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johanmmk.github.io/gemeenten/Kaart_bedrijfsparkings_Schelle.html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Schelle.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1.006 auto’s op 22 slimme parkings in Schelle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66%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SCHEL 70 (70 kV), 2.2 km van Schelle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Schelle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SCHEL 70 (70 kV) — dichtste kopstation bij Schelle, op ± 2.2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Schelle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Schelle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Schelle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Schelle</dc:title>
  <dc:subject>PptxGenJS Presentation</dc:subject>
  <dc:creator>Fluctus</dc:creator>
  <cp:lastModifiedBy>Fluctus</cp:lastModifiedBy>
  <cp:revision>1</cp:revision>
  <dcterms:created xsi:type="dcterms:W3CDTF">2026-06-25T03:25:28Z</dcterms:created>
  <dcterms:modified xsi:type="dcterms:W3CDTF">2026-06-25T03:25:28Z</dcterms:modified>
</cp:coreProperties>
</file>