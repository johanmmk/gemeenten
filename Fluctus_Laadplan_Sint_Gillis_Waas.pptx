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0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0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6.xlsx"/></Relationships>
</file>

<file path=ppt/charts/chart40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int_Gillis_Waa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0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Sint-Gillis-Waas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SINT-GILLIS-WAAS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Sint-Gillis-Waas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2.729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Sint-Gillis-Waas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2.729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€ 4,09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€ 8,19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2.729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€ 4,09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2.729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€ 8,19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Sint-Gillis-Waas,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parkings · 2.729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johanmmk.github.io/gemeenten/Kaart_bedrijfsparkings_Sint_Gillis_Waas.html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Sint-Gillis-Waas.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798 auto’s op 22 slimme parkings in Sint-Gillis-Waas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HEIMO150 (150 kV), 8.7 km van Sint-Gillis-Waas.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Sint-Gillis-Waas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HEIMO150 (150 kV) — dichtste kopstation bij Sint-Gillis-Waas, op ± 8.7 km. Flex ≈ 12.8 MW (11 kW/wagen + 10 kW batterij) op 64.2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Sint-Gillis-Waas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Sint-Gillis-Waas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Sint-Gillis-Waas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Sint-Gillis-Waas</dc:title>
  <dc:subject>PptxGenJS Presentation</dc:subject>
  <dc:creator>Fluctus</dc:creator>
  <cp:lastModifiedBy>Fluctus</cp:lastModifiedBy>
  <cp:revision>1</cp:revision>
  <dcterms:created xsi:type="dcterms:W3CDTF">2026-06-24T02:17:59Z</dcterms:created>
  <dcterms:modified xsi:type="dcterms:W3CDTF">2026-06-24T02:17:59Z</dcterms:modified>
</cp:coreProperties>
</file>