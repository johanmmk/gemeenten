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8.xlsx"/></Relationships>
</file>

<file path=ppt/charts/chart2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_Reni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Lo-Reninge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LO-RENINGE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Lo-Reninge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1.161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Lo-Reninge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Lo-Reninge,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parkings · 1.161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johanmmk.github.io/gemeenten/Kaart_bedrijfsparkings_Lo_Reninge.html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Lo-Reninge.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 auto’s op 15 slimme parkings in Lo-Reninge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13.3 km van Lo-Reninge.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Lo-Reninge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Lo-Reninge, op ± 13.3 km. Flex ≈ 6.5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Lo-Reninge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Lo-Reninge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Lo-Reninge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Lo-Reninge</dc:title>
  <dc:subject>PptxGenJS Presentation</dc:subject>
  <dc:creator>Fluctus</dc:creator>
  <cp:lastModifiedBy>Fluctus</cp:lastModifiedBy>
  <cp:revision>1</cp:revision>
  <dcterms:created xsi:type="dcterms:W3CDTF">2026-06-24T01:23:43Z</dcterms:created>
  <dcterms:modified xsi:type="dcterms:W3CDTF">2026-06-24T01:23:43Z</dcterms:modified>
</cp:coreProperties>
</file>