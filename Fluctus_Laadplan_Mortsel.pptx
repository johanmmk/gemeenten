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6.xlsx"/></Relationships>
</file>

<file path=ppt/charts/chart3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rts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Mortsel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MORTSEL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Mortsel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5.713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Mortsel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€ 8,57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€ 17,14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5.713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€ 8,57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5.713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€ 17,14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Mortsel,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parkings · 5.713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johanmmk.github.io/gemeenten/Kaart_bedrijfsparkings_Mortsel.html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Mortsel.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870 auto’s op 26 slimme parkings in Mortsel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MORTS150 (150 kV), 0.8 km van Mortsel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Mortsel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MORTS150 (150 kV) — dichtste kopstation bij Mortsel, op ± 0.8 km (laagste load van de cluster &lt;5 km). Flex ≈ 18.3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Mortsel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Mortsel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Mortsel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Mortsel</dc:title>
  <dc:subject>PptxGenJS Presentation</dc:subject>
  <dc:creator>Fluctus</dc:creator>
  <cp:lastModifiedBy>Fluctus</cp:lastModifiedBy>
  <cp:revision>1</cp:revision>
  <dcterms:created xsi:type="dcterms:W3CDTF">2026-06-24T01:39:38Z</dcterms:created>
  <dcterms:modified xsi:type="dcterms:W3CDTF">2026-06-24T01:39:38Z</dcterms:modified>
</cp:coreProperties>
</file>