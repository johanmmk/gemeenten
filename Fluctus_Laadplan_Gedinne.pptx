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3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3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7.xlsx"/></Relationships>
</file>

<file path=ppt/charts/chart1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Gedinn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3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Gedinne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GEDINNE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Gedinne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597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Gedinne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€ 0,90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€ 1,79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€ 0,90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€ 1,79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Gedinne,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parkings · 597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johanmmk.github.io/gemeenten/Kaart_bedrijfsparkings_Gedinne.html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Gedinne.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379 auto’s op 20 slimme parkings in Gedinne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MOARD 70 (70 kV), 10.4 km van Gedinne.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Gedinne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MOARD 70 (70 kV) — dichtste kopstation bij Gedinne, op ± 10.4 km. Flex ≈ 5.1 MW (11 kW/wagen + 10 kW batterij) op 25.7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Gedinne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Gedinne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Gedinne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Gedinne</dc:title>
  <dc:subject>PptxGenJS Presentation</dc:subject>
  <dc:creator>Fluctus</dc:creator>
  <cp:lastModifiedBy>Fluctus</cp:lastModifiedBy>
  <cp:revision>1</cp:revision>
  <dcterms:created xsi:type="dcterms:W3CDTF">2026-06-25T01:10:07Z</dcterms:created>
  <dcterms:modified xsi:type="dcterms:W3CDTF">2026-06-25T01:10:07Z</dcterms:modified>
</cp:coreProperties>
</file>