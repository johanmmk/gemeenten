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6.xlsx"/></Relationships>
</file>

<file path=ppt/charts/chart2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ngelmuns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Ingelmunster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INGELMUNSTER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Ingelmunster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6.171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Ingelmunster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Ingelmunster,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parkings · 6.171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johanmmk.github.io/gemeenten/Kaart_bedrijfsparkings_Ingelmunster.html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Ingelmunster.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1.223 auto’s op 47 slimme parkings in Ingelmunster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49%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IZGEM150 (150 kV), 3.9 km van Ingelmunster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Ingelmunster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IZGEM150 (150 kV) — dichtste kopstation bij Ingelmunster, op ± 3.9 km (laagste load van de cluster &lt;5 km). Flex ≈ 25.7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Ingelmunster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Ingelmunster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Ingelmunster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Ingelmunster</dc:title>
  <dc:subject>PptxGenJS Presentation</dc:subject>
  <dc:creator>Fluctus</dc:creator>
  <cp:lastModifiedBy>Fluctus</cp:lastModifiedBy>
  <cp:revision>1</cp:revision>
  <dcterms:created xsi:type="dcterms:W3CDTF">2026-06-25T01:59:11Z</dcterms:created>
  <dcterms:modified xsi:type="dcterms:W3CDTF">2026-06-25T01:59:11Z</dcterms:modified>
</cp:coreProperties>
</file>