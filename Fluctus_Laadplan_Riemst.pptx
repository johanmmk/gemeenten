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8.xlsx"/></Relationships>
</file>

<file path=ppt/charts/chart3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iem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Riemst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RIEMST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Riemst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4.177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Riemst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€ 12,53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€ 12,53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Riemst,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parkings · 4.177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johanmmk.github.io/gemeenten/Kaart_bedrijfsparkings_Riemst.html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Riemst.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1.025 auto’s op 36 slimme parkings in Riemst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HERDE150 (150 kV), 2.8 km van Riemst.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Riemst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HERDE150 (150 kV) — dichtste kopstation bij Riemst, op ± 2.8 km. Flex ≈ 21.5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Riemst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Riemst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Riemst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Riemst</dc:title>
  <dc:subject>PptxGenJS Presentation</dc:subject>
  <dc:creator>Fluctus</dc:creator>
  <cp:lastModifiedBy>Fluctus</cp:lastModifiedBy>
  <cp:revision>1</cp:revision>
  <dcterms:created xsi:type="dcterms:W3CDTF">2026-06-25T03:18:56Z</dcterms:created>
  <dcterms:modified xsi:type="dcterms:W3CDTF">2026-06-25T03:18:56Z</dcterms:modified>
</cp:coreProperties>
</file>