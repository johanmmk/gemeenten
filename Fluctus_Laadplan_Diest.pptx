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0.xlsx"/></Relationships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ies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DIEST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Diest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6.797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Diest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6.797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€ 20,39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€ 20,39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Diest,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 parkings · 6.797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johanmmk.github.io/gemeenten/Kaart_bedrijfsparkings_Diest.html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Diest.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2.960 auto’s op 116 slimme parkings in Diest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DIEST150 (150 kV), 1.9 km van Diest.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Diest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DIEST150 (150 kV) — dichtste kopstation bij Diest, op ± 1.9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Diest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Diest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Diest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Diest</dc:title>
  <dc:subject>PptxGenJS Presentation</dc:subject>
  <dc:creator>Fluctus</dc:creator>
  <cp:lastModifiedBy>Fluctus</cp:lastModifiedBy>
  <cp:revision>1</cp:revision>
  <dcterms:created xsi:type="dcterms:W3CDTF">2026-06-25T00:48:44Z</dcterms:created>
  <dcterms:modified xsi:type="dcterms:W3CDTF">2026-06-25T00:48:44Z</dcterms:modified>
</cp:coreProperties>
</file>