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90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9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0.xlsx"/></Relationships>
</file>

<file path=ppt/charts/chart9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40</c:v>
                </c:pt>
                <c:pt idx="1">
                  <c:v>67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Diest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90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Diest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DIEST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Diest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6.797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Diest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+ 101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6.797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217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€ 10,20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€ 20,39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6.797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€ 10,20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6.797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€ 20,39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Diest,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217 parkings · 6.797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johanmmk.github.io/gemeenten/Kaart_bedrijfsparkings_Diest.html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Diest.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2.960 auto’s op 116 slimme parkings in Diest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40% naar 67%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DIEST150 (150 kV), 1.9 km van Diest.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Diest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DIEST150 (150 kV) — dichtste kopstation bij Diest, op ± 1.9 km. Flex ≈ 35 MW (11 kW/wagen + 10 kW batterij) op 175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Diest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+68%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Diest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+68%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Diest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Diest</dc:title>
  <dc:subject>PptxGenJS Presentation</dc:subject>
  <dc:creator>Fluctus</dc:creator>
  <cp:lastModifiedBy>Fluctus</cp:lastModifiedBy>
  <cp:revision>1</cp:revision>
  <dcterms:created xsi:type="dcterms:W3CDTF">2026-06-23T23:40:07Z</dcterms:created>
  <dcterms:modified xsi:type="dcterms:W3CDTF">2026-06-23T23:40:07Z</dcterms:modified>
</cp:coreProperties>
</file>