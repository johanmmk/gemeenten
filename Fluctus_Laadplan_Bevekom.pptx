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55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eveko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Bevekom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BEVEKOM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Bevekom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282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Bevekom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€ 0,42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€ 0,85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€ 0,42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€ 0,85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Bevekom,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parkings · 282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johanmmk.github.io/gemeenten/Kaart_bedrijfsparkings_Bevekom.html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Bevekom.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282 auto’s op 11 slimme parkings in Bevekom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55%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HEVRL 70 (70 kV), 9.1 km van Bevekom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Bevekom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HEVRL 70 (70 kV) — dichtste kopstation bij Bevekom, op ± 9.1 km (laagste load van de cluster &lt;5 km). Flex ≈ 5.9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Bevekom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Bevekom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Bevekom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Bevekom</dc:title>
  <dc:subject>PptxGenJS Presentation</dc:subject>
  <dc:creator>Fluctus</dc:creator>
  <cp:lastModifiedBy>Fluctus</cp:lastModifiedBy>
  <cp:revision>1</cp:revision>
  <dcterms:created xsi:type="dcterms:W3CDTF">2026-06-24T23:57:27Z</dcterms:created>
  <dcterms:modified xsi:type="dcterms:W3CDTF">2026-06-24T23:57:27Z</dcterms:modified>
</cp:coreProperties>
</file>