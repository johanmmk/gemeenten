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4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5.xlsx"/></Relationships>
</file>

<file path=ppt/charts/chart5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emm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4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Wemmel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WEMMEL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Wemmel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5.023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Wemmel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5.023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€ 7,53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€ 15,07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5.023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€ 7,53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5.023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€ 15,07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Wemmel,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 parkings · 5.023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johanmmk.github.io/gemeenten/Kaart_bedrijfsparkings_Wemmel.html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Wemmel.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1.289 auto’s op 25 slimme parkings in Wemmel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JOSAP 36 (36 kV), 8 km van Wemmel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Wemmel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JOSAP 36 (36 kV) — dichtste kopstation bij Wemmel, op ± 8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Wemmel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Wemmel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Wemmel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Wemmel</dc:title>
  <dc:subject>PptxGenJS Presentation</dc:subject>
  <dc:creator>Fluctus</dc:creator>
  <cp:lastModifiedBy>Fluctus</cp:lastModifiedBy>
  <cp:revision>1</cp:revision>
  <dcterms:created xsi:type="dcterms:W3CDTF">2026-06-24T04:33:49Z</dcterms:created>
  <dcterms:modified xsi:type="dcterms:W3CDTF">2026-06-24T04:33:49Z</dcterms:modified>
</cp:coreProperties>
</file>