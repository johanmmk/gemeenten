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3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9.xlsx"/></Relationships>
</file>

<file path=ppt/charts/chart4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36</c:v>
                </c:pt>
                <c:pt idx="1">
                  <c:v>57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Tintigny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39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Tintigny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TINTIGNY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Tintigny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464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Tintigny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+ 4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€ 0,70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€ 1,39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€ 0,70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€ 1,39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Tintigny,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parkings · 464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johanmmk.github.io/gemeenten/Kaart_bedrijfsparkings_Tintigny.html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Tintigny.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304 auto’s op 14 slimme parkings in Tintigny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36% naar 57%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VISEM 70 (70 kV), 5.6 km van Tintigny.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Tintigny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VISEM 70 (70 kV) — dichtste kopstation bij Tintigny, op ± 5.6 km. Flex ≈ 6.4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Tintigny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+58%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Tintigny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+58%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Tintigny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Tintigny</dc:title>
  <dc:subject>PptxGenJS Presentation</dc:subject>
  <dc:creator>Fluctus</dc:creator>
  <cp:lastModifiedBy>Fluctus</cp:lastModifiedBy>
  <cp:revision>1</cp:revision>
  <dcterms:created xsi:type="dcterms:W3CDTF">2026-06-24T02:45:19Z</dcterms:created>
  <dcterms:modified xsi:type="dcterms:W3CDTF">2026-06-24T02:45:19Z</dcterms:modified>
</cp:coreProperties>
</file>