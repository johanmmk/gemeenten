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2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1.xlsx"/></Relationships>
</file>

<file path=ppt/charts/chart5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Aa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2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AAT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Aat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2.971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Aat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2.971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€ 4,46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€ 8,91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2.971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€ 4,46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2.971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€ 8,91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Aat,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 parkings · 2.971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johanmmk.github.io/gemeenten/Kaart_bedrijfsparkings_Aat.html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Aat.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2.971 auto’s op 99 slimme parkings in Aat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LIGNE 70 (70 kV), 4.8 km van Aat.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Aat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LIGNE 70 (70 kV) — dichtste kopstation bij Aat, op ± 4.8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Aat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Aat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Aat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Aat</dc:title>
  <dc:subject>PptxGenJS Presentation</dc:subject>
  <dc:creator>Fluctus</dc:creator>
  <cp:lastModifiedBy>Fluctus</cp:lastModifiedBy>
  <cp:revision>1</cp:revision>
  <dcterms:created xsi:type="dcterms:W3CDTF">2026-06-25T04:17:47Z</dcterms:created>
  <dcterms:modified xsi:type="dcterms:W3CDTF">2026-06-25T04:17:47Z</dcterms:modified>
</cp:coreProperties>
</file>