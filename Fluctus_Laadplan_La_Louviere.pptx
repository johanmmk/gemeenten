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3.xlsx"/></Relationships>
</file>

<file path=ppt/charts/chart2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_Louvie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Louvière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 LOUVIÈRE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 Louvière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21.558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 Louvière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+ 267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21.558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€ 64,67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21.558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21.558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€ 64,67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 Louvière,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665 parkings · 21.558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johanmmk.github.io/gemeenten/Kaart_bedrijfsparkings_La_Louviere.html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 Louvière.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11.401 auto’s op 398 slimme parkings in La Louvière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VHAIN150 (150 kV), 5.5 km van La Louvière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 Louvière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VHAIN150 (150 kV) — dichtste kopstation bij La Louvière, op ± 5.5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 Louvière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 Louvière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 Louvière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 Louvière</dc:title>
  <dc:subject>PptxGenJS Presentation</dc:subject>
  <dc:creator>Fluctus</dc:creator>
  <cp:lastModifiedBy>Fluctus</cp:lastModifiedBy>
  <cp:revision>1</cp:revision>
  <dcterms:created xsi:type="dcterms:W3CDTF">2026-06-24T01:06:10Z</dcterms:created>
  <dcterms:modified xsi:type="dcterms:W3CDTF">2026-06-24T01:06:10Z</dcterms:modified>
</cp:coreProperties>
</file>