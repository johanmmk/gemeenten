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1.xlsx"/></Relationships>
</file>

<file path=ppt/charts/chart2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Jalha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1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Jalhay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JALHAY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Jalhay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1.400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Jalhay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€ 4,20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€ 4,20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Jalhay,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parkings · 1.400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johanmmk.github.io/gemeenten/Kaart_bedrijfsparkings_Jalhay.html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Jalhay.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 auto’s op 10 slimme parkings in Jalhay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STEMB 70 (70 kV), 8 km van Jalhay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Jalhay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STEMB 70 (70 kV) — dichtste kopstation bij Jalhay, op ± 8 km (laagste load van de cluster &lt;5 km).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Jalhay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Jalhay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Jalhay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Jalhay</dc:title>
  <dc:subject>PptxGenJS Presentation</dc:subject>
  <dc:creator>Fluctus</dc:creator>
  <cp:lastModifiedBy>Fluctus</cp:lastModifiedBy>
  <cp:revision>1</cp:revision>
  <dcterms:created xsi:type="dcterms:W3CDTF">2026-06-25T01:59:59Z</dcterms:created>
  <dcterms:modified xsi:type="dcterms:W3CDTF">2026-06-25T01:59:59Z</dcterms:modified>
</cp:coreProperties>
</file>