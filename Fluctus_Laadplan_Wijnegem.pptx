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7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4.xlsx"/></Relationships>
</file>

<file path=ppt/charts/chart4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ijne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7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Wijnegem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WIJNEGEM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Wijnegem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5.668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Wijnegem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5.668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€ 8,50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€ 17,00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5.668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€ 8,50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5.668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€ 17,00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Wijnegem,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parkings · 5.668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johanmmk.github.io/gemeenten/Kaart_bedrijfsparkings_Wijnegem.html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Wijnegem.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1.524 auto’s op 29 slimme parkings in Wijnegem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ZUREN150 (150 kV), 6 km van Wijnegem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Wijnegem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ZUREN150 (150 kV) — dichtste kopstation bij Wijnegem, op ± 6 km (laagste load van de cluster &lt;5 km). Flex ≈ 32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Wijnegem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Wijnegem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Wijnegem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Wijnegem</dc:title>
  <dc:subject>PptxGenJS Presentation</dc:subject>
  <dc:creator>Fluctus</dc:creator>
  <cp:lastModifiedBy>Fluctus</cp:lastModifiedBy>
  <cp:revision>1</cp:revision>
  <dcterms:created xsi:type="dcterms:W3CDTF">2026-06-25T03:47:42Z</dcterms:created>
  <dcterms:modified xsi:type="dcterms:W3CDTF">2026-06-25T03:47:42Z</dcterms:modified>
</cp:coreProperties>
</file>