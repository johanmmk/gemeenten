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2.xlsx"/></Relationships>
</file>

<file path=ppt/charts/chart1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mo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HAMOIS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Hamois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Hamois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Hamois,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4.307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johanmmk.github.io/gemeenten/Kaart_bedrijfsparkings_Hamois.html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Hamois.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1.085 auto’s op 29 slimme parkings in Hamois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FLORE 70 (70 kV), 6.5 km van Hamois.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Hamois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FLORE 70 (70 kV) — dichtste kopstation bij Hamois, op ± 6.5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Hamois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Hamois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Hamois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Hamois</dc:title>
  <dc:subject>PptxGenJS Presentation</dc:subject>
  <dc:creator>Fluctus</dc:creator>
  <cp:lastModifiedBy>Fluctus</cp:lastModifiedBy>
  <cp:revision>1</cp:revision>
  <dcterms:created xsi:type="dcterms:W3CDTF">2026-06-25T01:34:10Z</dcterms:created>
  <dcterms:modified xsi:type="dcterms:W3CDTF">2026-06-25T01:34:10Z</dcterms:modified>
</cp:coreProperties>
</file>