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ugelett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Brugelette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BRUGELETTE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Brugelette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1.374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Brugelette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Brugelette,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parkings · 1.374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johanmmk.github.io/gemeenten/Kaart_bedrijfsparkings_Brugelette.html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Brugelette.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 auto’s op 11 slimme parkings in Brugelette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LENS 70 (70 kV), 4.8 km van Brugelette.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Brugelette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LENS 70 (70 kV) — dichtste kopstation bij Brugelette, op ± 4.8 km. Flex ≈ 5.8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Brugelette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Brugelette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Brugelette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Brugelette</dc:title>
  <dc:subject>PptxGenJS Presentation</dc:subject>
  <dc:creator>Fluctus</dc:creator>
  <cp:lastModifiedBy>Fluctus</cp:lastModifiedBy>
  <cp:revision>1</cp:revision>
  <dcterms:created xsi:type="dcterms:W3CDTF">2026-06-23T22:57:25Z</dcterms:created>
  <dcterms:modified xsi:type="dcterms:W3CDTF">2026-06-23T22:57:25Z</dcterms:modified>
</cp:coreProperties>
</file>