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3.xlsx"/></Relationships>
</file>

<file path=ppt/charts/chart4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andhov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Zandhoven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ZANDHOVEN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Zandhoven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Zandhoven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Zandhoven,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parkings · 2.922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johanmmk.github.io/gemeenten/Kaart_bedrijfsparkings_Zandhoven.html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Zandhoven.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736 auto’s op 28 slimme parkings in Zandhoven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MASSE150 (150 kV), 4.4 km van Zandhoven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Zandhoven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MASSE150 (150 kV) — dichtste kopstation bij Zandhoven, op ± 4.4 km (laagste load van de cluster &lt;5 km). Flex ≈ 15.5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Zandhoven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Zandhoven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Zandhoven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Zandhoven</dc:title>
  <dc:subject>PptxGenJS Presentation</dc:subject>
  <dc:creator>Fluctus</dc:creator>
  <cp:lastModifiedBy>Fluctus</cp:lastModifiedBy>
  <cp:revision>1</cp:revision>
  <dcterms:created xsi:type="dcterms:W3CDTF">2026-06-25T03:50:34Z</dcterms:created>
  <dcterms:modified xsi:type="dcterms:W3CDTF">2026-06-25T03:50:34Z</dcterms:modified>
</cp:coreProperties>
</file>