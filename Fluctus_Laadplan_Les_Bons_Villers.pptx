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5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5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58.xlsx"/></Relationships>
</file>

<file path=ppt/charts/chart25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</c:v>
                </c:pt>
                <c:pt idx="1">
                  <c:v>60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Les_Bons_Villers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58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Bons Villers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LES BONS VILLERS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Les Bons Villers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5.906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Les Bons Villers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+ 140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5.906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€ 8,86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€ 17,72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5.906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€ 8,86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5.906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€ 17,72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Les Bons Villers,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158 parkings · 5.906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johanmmk.github.io/gemeenten/Kaart_bedrijfsparkings_Les_Bons_Villers.html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Les Bons Villers.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 auto’s op 18 slimme parkings in Les Bons Villers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35% naar 60%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LIBER 70 (70 kV), 2 km van Les Bons Villers.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Les Bons Villers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LIBER 70 (70 kV) — dichtste kopstation bij Les Bons Villers, op ± 2 km. Flex ≈ 8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Les Bons Villers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+71%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Les Bons Villers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+71%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Les Bons Villers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Les Bons Villers</dc:title>
  <dc:subject>PptxGenJS Presentation</dc:subject>
  <dc:creator>Fluctus</dc:creator>
  <cp:lastModifiedBy>Fluctus</cp:lastModifiedBy>
  <cp:revision>1</cp:revision>
  <dcterms:created xsi:type="dcterms:W3CDTF">2026-06-25T02:19:55Z</dcterms:created>
  <dcterms:modified xsi:type="dcterms:W3CDTF">2026-06-25T02:19:55Z</dcterms:modified>
</cp:coreProperties>
</file>