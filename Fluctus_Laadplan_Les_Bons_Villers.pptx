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8.xlsx"/></Relationships>
</file>

<file path=ppt/charts/chart2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s_Bons_Viller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Bons Villers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LES BONS VILLERS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Les Bons Villers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Les Bons Villers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Les Bons Villers,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 parkings · 5.906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johanmmk.github.io/gemeenten/Kaart_bedrijfsparkings_Les_Bons_Villers.html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Les Bons Villers.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 auto’s op 18 slimme parkings in Les Bons Villers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LIBER 70 (70 kV), 2 km van Les Bons Villers.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Les Bons Villers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LIBER 70 (70 kV) — dichtste kopstation bij Les Bons Villers, op ± 2 km. Flex ≈ 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Les Bons Villers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Les Bons Villers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Les Bons Villers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Les Bons Villers</dc:title>
  <dc:subject>PptxGenJS Presentation</dc:subject>
  <dc:creator>Fluctus</dc:creator>
  <cp:lastModifiedBy>Fluctus</cp:lastModifiedBy>
  <cp:revision>1</cp:revision>
  <dcterms:created xsi:type="dcterms:W3CDTF">2026-06-24T01:12:34Z</dcterms:created>
  <dcterms:modified xsi:type="dcterms:W3CDTF">2026-06-24T01:12:34Z</dcterms:modified>
</cp:coreProperties>
</file>