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4.xlsx"/></Relationships>
</file>

<file path=ppt/charts/chart4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leter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Vleteren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VLETEREN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Vleteren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Vleteren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Vleteren,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parkings · 526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johanmmk.github.io/gemeenten/Kaart_bedrijfsparkings_Vleteren.html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Vleteren.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auto’s op 9 slimme parkings in Vleteren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IEPER150 (150 kV), 10.7 km van Vleteren.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Vleteren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IEPER150 (150 kV) — dichtste kopstation bij Vleteren, op ± 10.7 km. Flex ≈ 3.2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Vleteren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Vleteren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Vleteren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Vleteren</dc:title>
  <dc:subject>PptxGenJS Presentation</dc:subject>
  <dc:creator>Fluctus</dc:creator>
  <cp:lastModifiedBy>Fluctus</cp:lastModifiedBy>
  <cp:revision>1</cp:revision>
  <dcterms:created xsi:type="dcterms:W3CDTF">2026-06-25T03:45:25Z</dcterms:created>
  <dcterms:modified xsi:type="dcterms:W3CDTF">2026-06-25T03:45:25Z</dcterms:modified>
</cp:coreProperties>
</file>