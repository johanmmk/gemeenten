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6.xlsx"/></Relationships>
</file>

<file path=ppt/charts/chart1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erpinn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4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Gerpinnes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GERPINNES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Gerpinnes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3.020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Gerpinnes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3.020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€ 4,53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€ 9,06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3.020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€ 4,53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3.020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€ 9,06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Gerpinnes,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 parkings · 3.020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johanmmk.github.io/gemeenten/Kaart_bedrijfsparkings_Gerpinnes.html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Gerpinnes.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603 auto’s op 22 slimme parkings in Gerpinnes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MONTI150 (150 kV), 7.2 km van Gerpinnes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Gerpinnes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MONTI150 (150 kV) — dichtste kopstation bij Gerpinnes, op ± 7.2 km (laagste load van de cluster &lt;5 km). Flex ≈ 12.7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Gerpinnes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Gerpinnes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Gerpinnes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Gerpinnes</dc:title>
  <dc:subject>PptxGenJS Presentation</dc:subject>
  <dc:creator>Fluctus</dc:creator>
  <cp:lastModifiedBy>Fluctus</cp:lastModifiedBy>
  <cp:revision>1</cp:revision>
  <dcterms:created xsi:type="dcterms:W3CDTF">2026-06-25T01:17:40Z</dcterms:created>
  <dcterms:modified xsi:type="dcterms:W3CDTF">2026-06-25T01:17:40Z</dcterms:modified>
</cp:coreProperties>
</file>