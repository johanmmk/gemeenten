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0.xlsx"/></Relationships>
</file>

<file path=ppt/charts/chart4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cherpenheuvel_Zich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Scherpenheuvel-Zichem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SCHERPENHEUVEL-ZICHEM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Scherpenheuvel-Zichem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4.575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Scherpenheuvel-Zichem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Scherpenheuvel-Zichem,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parkings · 4.575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johanmmk.github.io/gemeenten/Kaart_bedrijfsparkings_Scherpenheuvel_Zichem.html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Scherpenheuvel-Zichem.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746 auto’s op 32 slimme parkings in Scherpenheuvel-Zichem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DIEST150 (150 kV), 5.7 km van Scherpenheuvel-Zichem.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Scherpenheuvel-Zichem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DIEST150 (150 kV) — dichtste kopstation bij Scherpenheuvel-Zichem, op ± 5.7 km. Flex ≈ 15.7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Scherpenheuvel-Zichem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Scherpenheuvel-Zichem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Scherpenheuvel-Zichem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Scherpenheuvel-Zichem</dc:title>
  <dc:subject>PptxGenJS Presentation</dc:subject>
  <dc:creator>Fluctus</dc:creator>
  <cp:lastModifiedBy>Fluctus</cp:lastModifiedBy>
  <cp:revision>1</cp:revision>
  <dcterms:created xsi:type="dcterms:W3CDTF">2026-06-24T02:11:35Z</dcterms:created>
  <dcterms:modified xsi:type="dcterms:W3CDTF">2026-06-24T02:11:35Z</dcterms:modified>
</cp:coreProperties>
</file>