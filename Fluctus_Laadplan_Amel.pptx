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0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0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4.xlsx"/></Relationships>
</file>

<file path=ppt/charts/chart5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m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0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AMEL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Amel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1.570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Amel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1.570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1.570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1.570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Amel,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parkings · 1.570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johanmmk.github.io/gemeenten/Kaart_bedrijfsparkings_Amel.html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Amel.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654 auto’s op 25 slimme parkings in Amel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SVITH 70 (70 kV), 7.5 km van Amel.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Amel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SVITH 70 (70 kV) — dichtste kopstation bij Amel, op ± 7.5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Amel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Amel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Amel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Amel</dc:title>
  <dc:subject>PptxGenJS Presentation</dc:subject>
  <dc:creator>Fluctus</dc:creator>
  <cp:lastModifiedBy>Fluctus</cp:lastModifiedBy>
  <cp:revision>1</cp:revision>
  <dcterms:created xsi:type="dcterms:W3CDTF">2026-06-25T03:58:40Z</dcterms:created>
  <dcterms:modified xsi:type="dcterms:W3CDTF">2026-06-25T03:58:40Z</dcterms:modified>
</cp:coreProperties>
</file>