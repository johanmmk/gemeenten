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2.xlsx"/></Relationships>
</file>

<file path=ppt/charts/chart4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ott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Zottegem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ZOTTEGEM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Zottegem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3.150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Zottegem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Zottegem,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parkings · 3.150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johanmmk.github.io/gemeenten/Kaart_bedrijfsparkings_Zottegem.html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Zottegem.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1.440 auto’s op 42 slimme parkings in Zottegem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ZOTGM 70 (70 kV), 1.3 km van Zottegem.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Zottegem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ZOTGM 70 (70 kV) — dichtste kopstation bij Zottegem, op ± 1.3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Zottegem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Zottegem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Zottegem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Zottegem</dc:title>
  <dc:subject>PptxGenJS Presentation</dc:subject>
  <dc:creator>Fluctus</dc:creator>
  <cp:lastModifiedBy>Fluctus</cp:lastModifiedBy>
  <cp:revision>1</cp:revision>
  <dcterms:created xsi:type="dcterms:W3CDTF">2026-06-25T03:54:04Z</dcterms:created>
  <dcterms:modified xsi:type="dcterms:W3CDTF">2026-06-25T03:54:04Z</dcterms:modified>
</cp:coreProperties>
</file>