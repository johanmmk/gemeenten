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7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0.xlsx"/></Relationships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</c:v>
                </c:pt>
                <c:pt idx="1">
                  <c:v>67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Clavier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7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Clavier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CLAVIER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Clavier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596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Clavier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€ 0,89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€ 0,89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Clavier,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parkings · 596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johanmmk.github.io/gemeenten/Kaart_bedrijfsparkings_Clavier.html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Clavier.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 auto’s op 10 slimme parkings in Clavier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39% naar 67%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MIECR 70 (70 kV), 8.8 km van Clavier.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Clavier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MIECR 70 (70 kV) — dichtste kopstation bij Clavier, op ± 8.8 km. Flex ≈ 1.6 MW (11 kW/wagen + 10 kW batterij) op 8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Clavier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Clavier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Clavier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Clavier</dc:title>
  <dc:subject>PptxGenJS Presentation</dc:subject>
  <dc:creator>Fluctus</dc:creator>
  <cp:lastModifiedBy>Fluctus</cp:lastModifiedBy>
  <cp:revision>1</cp:revision>
  <dcterms:created xsi:type="dcterms:W3CDTF">2026-06-23T23:17:18Z</dcterms:created>
  <dcterms:modified xsi:type="dcterms:W3CDTF">2026-06-23T23:17:18Z</dcterms:modified>
</cp:coreProperties>
</file>