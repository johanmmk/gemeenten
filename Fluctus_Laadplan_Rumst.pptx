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8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8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87.xlsx"/></Relationships>
</file>

<file path=ppt/charts/chart38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58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Rums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8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Rumst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RUMST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Rumst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10.415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Rumst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+ 211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10.415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€ 15,62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€ 31,25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10.415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€ 15,62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10.415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€ 31,25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Rumst,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267 parkings · 10.415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johanmmk.github.io/gemeenten/Kaart_bedrijfsparkings_Rumst.html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Rumst.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1.804 auto’s op 56 slimme parkings in Rumst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58%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LINT 150 (150 kV), 6.6 km van Rumst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Rumst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LINT 150 (150 kV) — dichtste kopstation bij Rumst, op ± 6.6 km (laagste load van de cluster &lt;5 km). Flex ≈ 37.9 MW (11 kW/wagen + 10 kW batterij) op 238.5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Rumst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+81%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Rumst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+81%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Rumst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Rumst</dc:title>
  <dc:subject>PptxGenJS Presentation</dc:subject>
  <dc:creator>Fluctus</dc:creator>
  <cp:lastModifiedBy>Fluctus</cp:lastModifiedBy>
  <cp:revision>1</cp:revision>
  <dcterms:created xsi:type="dcterms:W3CDTF">2026-06-24T02:03:08Z</dcterms:created>
  <dcterms:modified xsi:type="dcterms:W3CDTF">2026-06-24T02:03:08Z</dcterms:modified>
</cp:coreProperties>
</file>