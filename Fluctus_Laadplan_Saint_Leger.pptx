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9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9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4.xlsx"/></Relationships>
</file>

<file path=ppt/charts/chart39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</c:v>
                </c:pt>
                <c:pt idx="1">
                  <c:v>51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johanmmk.github.io/gemeenten/Kaart_bedrijfsparkings_Saint_Leger.html" TargetMode="External"/><Relationship Id="rId2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94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Saint-Léger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SAINT-LÉGER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Saint-Léger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1.194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Saint-Léger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+ 10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1.194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€ 1,79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€ 3,58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1.194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€ 1,79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1.194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€ 3,58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Saint-Léger,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EAF0FA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116976" y="4708729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16976" y="470872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025464" y="215798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25464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777385" y="2462250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77385" y="246225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743745" y="246504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43745" y="24650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743823" y="2464694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43823" y="246469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923544" y="4612571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3544" y="461257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042786" y="2166006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42786" y="216600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27063" y="4613792"/>
            <a:ext cx="256032" cy="256032"/>
          </a:xfrm>
          <a:prstGeom prst="ellipse">
            <a:avLst/>
          </a:prstGeom>
          <a:solidFill>
            <a:srgbClr val="88888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7063" y="46137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100060" y="4665588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00060" y="46655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094264" y="4664637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94264" y="466463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102859" y="4671805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02859" y="467180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100626" y="4671046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100626" y="467104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098473" y="4673093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98473" y="46730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097179" y="4666096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097179" y="46660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95882" y="4665156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95882" y="46651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084503" y="4689610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084503" y="46896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095580" y="4676670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95580" y="467667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097205" y="4676688"/>
            <a:ext cx="310896" cy="310896"/>
          </a:xfrm>
          <a:prstGeom prst="ellipse">
            <a:avLst/>
          </a:prstGeom>
          <a:solidFill>
            <a:srgbClr val="9E480E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97205" y="46766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670475" y="2409153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670475" y="240915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866394" y="4548414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66394" y="454841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878997" y="4547911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78997" y="4547911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950182" y="3223814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50182" y="322381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217961" y="2815909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17961" y="281590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385816" y="5413248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385816" y="5413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2966407" y="2097626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966407" y="209762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1417686" y="5253238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417686" y="525323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687812" y="2399622"/>
            <a:ext cx="384048" cy="384048"/>
          </a:xfrm>
          <a:prstGeom prst="ellipse">
            <a:avLst/>
          </a:prstGeom>
          <a:solidFill>
            <a:srgbClr val="05B050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87812" y="239962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868680" y="5605272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Schematische spreiding — interactieve kaart via de link.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parkings · 1.194 plaatsen</a:t>
            </a:r>
            <a:endParaRPr lang="en-US" sz="2200" dirty="0"/>
          </a:p>
        </p:txBody>
      </p:sp>
      <p:sp>
        <p:nvSpPr>
          <p:cNvPr id="61" name="Text 59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62" name="Text 60">
            <a:hlinkClick r:id="rId1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johanmmk.github.io/gemeenten/Kaart_bedrijfsparkings_Saint_Leger.html</a:t>
            </a:r>
            <a:endParaRPr lang="en-US" sz="1150" dirty="0"/>
          </a:p>
        </p:txBody>
      </p:sp>
      <p:sp>
        <p:nvSpPr>
          <p:cNvPr id="63" name="Shape 61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6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65" name="Text 62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66" name="Shape 63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6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68" name="Text 64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69" name="Shape 65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70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71" name="Text 66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72" name="Text 67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73" name="Text 68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Saint-Léger.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794 auto’s op 17 slimme parkings in Saint-Léger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34% naar 51%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HEINS220 (220 kV), 10.1 km van Saint-Léger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Saint-Léger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HEINS220 (220 kV) — dichtste kopstation bij Saint-Léger, op ± 10.1 km (laagste load van de cluster &lt;5 km). Flex ≈ 16.7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Saint-Léger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Saint-Léger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Saint-Léger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Saint-Léger</dc:title>
  <dc:subject>PptxGenJS Presentation</dc:subject>
  <dc:creator>Fluctus</dc:creator>
  <cp:lastModifiedBy>Fluctus</cp:lastModifiedBy>
  <cp:revision>1</cp:revision>
  <dcterms:created xsi:type="dcterms:W3CDTF">2026-06-24T02:06:37Z</dcterms:created>
  <dcterms:modified xsi:type="dcterms:W3CDTF">2026-06-24T02:06:37Z</dcterms:modified>
</cp:coreProperties>
</file>