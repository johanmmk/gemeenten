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9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5.xlsx"/></Relationships>
</file>

<file path=ppt/charts/chart3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johanmmk.github.io/gemeenten/Kaart_bedrijfsparkings_Saint_Leger.html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9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Saint-Léger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SAINT-LÉGER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Saint-Léger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1.194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Saint-Léger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€ 3,58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Saint-Léger,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EAF0FA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16976" y="4708729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6976" y="470872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025464" y="215798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25464" y="2157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77385" y="2462250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7385" y="246225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43745" y="246504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3745" y="24650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43823" y="2464694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3823" y="246469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23544" y="4612571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461257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42786" y="2166006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2786" y="21660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7063" y="4613792"/>
            <a:ext cx="256032" cy="256032"/>
          </a:xfrm>
          <a:prstGeom prst="ellipse">
            <a:avLst/>
          </a:prstGeom>
          <a:solidFill>
            <a:srgbClr val="888888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063" y="46137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00060" y="46655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0060" y="46655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94264" y="4664637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94264" y="46646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02859" y="4671805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859" y="46718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00626" y="467104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0626" y="46710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98473" y="4673093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98473" y="46730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97179" y="466609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97179" y="4666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95882" y="4665156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95882" y="46651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84503" y="468961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84503" y="46896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95580" y="4676670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95580" y="4676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097205" y="4676688"/>
            <a:ext cx="310896" cy="310896"/>
          </a:xfrm>
          <a:prstGeom prst="ellipse">
            <a:avLst/>
          </a:prstGeom>
          <a:solidFill>
            <a:srgbClr val="9E480E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97205" y="4676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70475" y="2409153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70475" y="240915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66394" y="454841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6394" y="45484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78997" y="4547911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8997" y="454791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50182" y="3223814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182" y="322381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17961" y="2815909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17961" y="281590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85816" y="541324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85816" y="5413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966407" y="2097626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66407" y="20976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417686" y="5253238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17686" y="52532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87812" y="2399622"/>
            <a:ext cx="384048" cy="384048"/>
          </a:xfrm>
          <a:prstGeom prst="ellipse">
            <a:avLst/>
          </a:prstGeom>
          <a:solidFill>
            <a:srgbClr val="05B05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87812" y="239962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68680" y="560527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spreiding — interactieve kaart via de link.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parkings · 1.194 plaatsen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62" name="Text 60">
            <a:hlinkClick r:id="rId1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johanmmk.github.io/gemeenten/Kaart_bedrijfsparkings_Saint_Leger.html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6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67" name="Shape 64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70" name="Shape 66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73" name="Text 6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74" name="Text 6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Saint-Léger.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794 auto’s op 17 slimme parkings in Saint-Léger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51%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HEINS220 (220 kV), 10.1 km van Saint-Léger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Saint-Léger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HEINS220 (220 kV) — dichtste kopstation bij Saint-Léger, op ± 10.1 km (laagste load van de cluster &lt;5 km). Flex ≈ 16.7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Saint-Léger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Saint-Léger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Saint-Léger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Saint-Léger</dc:title>
  <dc:subject>PptxGenJS Presentation</dc:subject>
  <dc:creator>Fluctus</dc:creator>
  <cp:lastModifiedBy>Fluctus</cp:lastModifiedBy>
  <cp:revision>1</cp:revision>
  <dcterms:created xsi:type="dcterms:W3CDTF">2026-06-25T03:24:04Z</dcterms:created>
  <dcterms:modified xsi:type="dcterms:W3CDTF">2026-06-25T03:24:04Z</dcterms:modified>
</cp:coreProperties>
</file>