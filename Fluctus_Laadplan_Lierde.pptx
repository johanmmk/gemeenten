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6.xlsx"/></Relationships>
</file>

<file path=ppt/charts/chart2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er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Lierde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LIERDE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Lierde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3.699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Lierde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€ 11,10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€ 11,10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Lierde,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parkings · 3.699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johanmmk.github.io/gemeenten/Kaart_bedrijfsparkings_Lierde.html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Lierde.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 auto’s op 17 slimme parkings in Lierde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ZOTGM 70 (70 kV), 8.5 km van Lierde.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Lierde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ZOTGM 70 (70 kV) — dichtste kopstation bij Lierde, op ± 8.5 km. Flex ≈ 5.4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Lierde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Lierde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Lierde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Lierde</dc:title>
  <dc:subject>PptxGenJS Presentation</dc:subject>
  <dc:creator>Fluctus</dc:creator>
  <cp:lastModifiedBy>Fluctus</cp:lastModifiedBy>
  <cp:revision>1</cp:revision>
  <dcterms:created xsi:type="dcterms:W3CDTF">2026-06-25T02:23:06Z</dcterms:created>
  <dcterms:modified xsi:type="dcterms:W3CDTF">2026-06-25T02:23:06Z</dcterms:modified>
</cp:coreProperties>
</file>