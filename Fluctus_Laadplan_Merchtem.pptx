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0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0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1.xlsx"/></Relationships>
</file>

<file path=ppt/charts/chart3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ercht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0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Merchtem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MERCHTEM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Merchtem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7.094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Merchtem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7.094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€ 10,64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€ 21,28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€ 10,64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€ 21,28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Merchtem,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 parkings · 7.094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johanmmk.github.io/gemeenten/Kaart_bedrijfsparkings_Merchtem.html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Merchtem.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1.707 auto’s op 32 slimme parkings in Merchtem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MERCH 70 (70 kV), 1.8 km van Merchtem.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Merchtem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MERCH 70 (70 kV) — dichtste kopstation bij Merchtem, op ± 1.8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Merchtem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Merchtem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Merchtem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Merchtem</dc:title>
  <dc:subject>PptxGenJS Presentation</dc:subject>
  <dc:creator>Fluctus</dc:creator>
  <cp:lastModifiedBy>Fluctus</cp:lastModifiedBy>
  <cp:revision>1</cp:revision>
  <dcterms:created xsi:type="dcterms:W3CDTF">2026-06-24T01:28:39Z</dcterms:created>
  <dcterms:modified xsi:type="dcterms:W3CDTF">2026-06-24T01:28:39Z</dcterms:modified>
</cp:coreProperties>
</file>