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1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10.xlsx"/></Relationships>
</file>

<file path=ppt/charts/chart3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johanmmk.github.io/gemeenten/Kaart_bedrijfsparkings_Bergen.html" TargetMode="Externa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1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Bergen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BERGEN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Bergen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4.408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Bergen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4.408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€ 6,61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€ 13,22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4.408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€ 6,61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4.408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€ 13,22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Bergen,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EAF0FA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43653" y="234560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3653" y="234560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25422" y="230313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5422" y="230313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001339" y="224042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01339" y="224042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916262" y="215798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16262" y="21579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949084" y="220672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49084" y="220672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39301" y="545708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39301" y="545708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263384" y="372880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63384" y="3728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260153" y="372940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60153" y="372940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949782" y="220594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49782" y="220594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36737" y="545775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36737" y="545775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923111" y="219045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23111" y="21904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920098" y="218732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20098" y="218732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953094" y="221585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53094" y="221585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961425" y="217451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61425" y="217451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33906" y="545826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33906" y="54582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947933" y="221051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47933" y="221051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948430" y="221164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48430" y="221164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947587" y="221091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47587" y="2210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948288" y="220993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48288" y="220993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930541" y="222508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30541" y="222508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975505" y="230921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75505" y="230921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964332" y="230760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64332" y="2307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961636" y="227659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61636" y="227659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969572" y="227963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69572" y="227963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974370" y="230130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74370" y="23013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988111" y="223142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988111" y="22314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934101" y="226608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34101" y="226608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429834" y="547548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29834" y="547548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428719" y="547534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28719" y="54753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605968" y="464671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05968" y="464671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616060" y="464841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616060" y="464841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624186" y="464089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624186" y="464089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975421" y="230410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75421" y="230410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976626" y="230428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76626" y="230428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5447095" y="546736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447095" y="546736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5431762" y="547316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431762" y="547316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944245" y="234751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44245" y="234751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938461" y="225904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38461" y="225904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927162" y="229923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27162" y="22992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3952475" y="220463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952475" y="2204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4622180" y="464709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622180" y="464709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967708" y="226424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67708" y="22642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961409" y="226169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961409" y="2261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974538" y="227500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74538" y="2275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3946988" y="221086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946988" y="221086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3994041" y="221867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994041" y="22186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5438955" y="545653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438955" y="54565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940552" y="232985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940552" y="232985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5437607" y="545702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437607" y="545702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1764104" y="296303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764104" y="29630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3946849" y="220463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946849" y="220463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935948" y="233099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935948" y="233099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3952079" y="221188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952079" y="221188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3950865" y="220897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3950865" y="2208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1723152" y="298756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1723152" y="298756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3989938" y="223035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3989938" y="22303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3990283" y="223378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3990283" y="223378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5437327" y="547293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5437327" y="547293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121" name="Shape 119"/>
          <p:cNvSpPr/>
          <p:nvPr/>
        </p:nvSpPr>
        <p:spPr>
          <a:xfrm>
            <a:off x="959170" y="227068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959170" y="22706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1757843" y="302416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1757843" y="302416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3955505" y="220577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3955505" y="220577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127" name="Shape 125"/>
          <p:cNvSpPr/>
          <p:nvPr/>
        </p:nvSpPr>
        <p:spPr>
          <a:xfrm>
            <a:off x="1732665" y="299727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1732665" y="299727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129" name="Shape 127"/>
          <p:cNvSpPr/>
          <p:nvPr/>
        </p:nvSpPr>
        <p:spPr>
          <a:xfrm>
            <a:off x="956605" y="231819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956605" y="231819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973626" y="230066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973626" y="2300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133" name="Shape 131"/>
          <p:cNvSpPr/>
          <p:nvPr/>
        </p:nvSpPr>
        <p:spPr>
          <a:xfrm>
            <a:off x="965673" y="229211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965673" y="229211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1771853" y="300414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1771853" y="300414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969416" y="227358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969416" y="227358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139" name="Shape 137"/>
          <p:cNvSpPr/>
          <p:nvPr/>
        </p:nvSpPr>
        <p:spPr>
          <a:xfrm>
            <a:off x="972965" y="230094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972965" y="230094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141" name="Shape 139"/>
          <p:cNvSpPr/>
          <p:nvPr/>
        </p:nvSpPr>
        <p:spPr>
          <a:xfrm>
            <a:off x="5437929" y="545722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5437929" y="54572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961729" y="227841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961729" y="2278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145" name="Shape 143"/>
          <p:cNvSpPr/>
          <p:nvPr/>
        </p:nvSpPr>
        <p:spPr>
          <a:xfrm>
            <a:off x="5436585" y="545768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5436585" y="545768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147" name="Shape 145"/>
          <p:cNvSpPr/>
          <p:nvPr/>
        </p:nvSpPr>
        <p:spPr>
          <a:xfrm>
            <a:off x="3991027" y="223172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3991027" y="2231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4598293" y="464460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4598293" y="46446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51" name="Shape 149"/>
          <p:cNvSpPr/>
          <p:nvPr/>
        </p:nvSpPr>
        <p:spPr>
          <a:xfrm>
            <a:off x="943491" y="226242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943491" y="22624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53" name="Shape 151"/>
          <p:cNvSpPr/>
          <p:nvPr/>
        </p:nvSpPr>
        <p:spPr>
          <a:xfrm>
            <a:off x="935975" y="232999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935975" y="232999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3945873" y="220419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3945873" y="220419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57" name="Shape 155"/>
          <p:cNvSpPr/>
          <p:nvPr/>
        </p:nvSpPr>
        <p:spPr>
          <a:xfrm>
            <a:off x="5437303" y="547067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5437303" y="547067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59" name="Shape 157"/>
          <p:cNvSpPr/>
          <p:nvPr/>
        </p:nvSpPr>
        <p:spPr>
          <a:xfrm>
            <a:off x="3950294" y="220853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3950294" y="220853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969268" y="227359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969268" y="227359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63" name="Shape 161"/>
          <p:cNvSpPr/>
          <p:nvPr/>
        </p:nvSpPr>
        <p:spPr>
          <a:xfrm>
            <a:off x="940662" y="232941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940662" y="232941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65" name="Shape 163"/>
          <p:cNvSpPr/>
          <p:nvPr/>
        </p:nvSpPr>
        <p:spPr>
          <a:xfrm>
            <a:off x="3943629" y="220261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3943629" y="220261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67" name="Shape 165"/>
          <p:cNvSpPr/>
          <p:nvPr/>
        </p:nvSpPr>
        <p:spPr>
          <a:xfrm>
            <a:off x="3943950" y="220280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3943950" y="220280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69" name="Shape 167"/>
          <p:cNvSpPr/>
          <p:nvPr/>
        </p:nvSpPr>
        <p:spPr>
          <a:xfrm>
            <a:off x="5263413" y="372927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5263413" y="372927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171" name="Shape 169"/>
          <p:cNvSpPr/>
          <p:nvPr/>
        </p:nvSpPr>
        <p:spPr>
          <a:xfrm>
            <a:off x="5410259" y="5448053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5410259" y="544805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173" name="Shape 171"/>
          <p:cNvSpPr/>
          <p:nvPr/>
        </p:nvSpPr>
        <p:spPr>
          <a:xfrm>
            <a:off x="936302" y="2281990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936302" y="22819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175" name="Shape 173"/>
          <p:cNvSpPr/>
          <p:nvPr/>
        </p:nvSpPr>
        <p:spPr>
          <a:xfrm>
            <a:off x="5422392" y="5440519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5422392" y="544051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177" name="Shape 175"/>
          <p:cNvSpPr/>
          <p:nvPr/>
        </p:nvSpPr>
        <p:spPr>
          <a:xfrm>
            <a:off x="3923124" y="218366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3923124" y="21836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179" name="Shape 177"/>
          <p:cNvSpPr/>
          <p:nvPr/>
        </p:nvSpPr>
        <p:spPr>
          <a:xfrm>
            <a:off x="3926082" y="2177741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3926082" y="217774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900" dirty="0"/>
          </a:p>
        </p:txBody>
      </p:sp>
      <p:sp>
        <p:nvSpPr>
          <p:cNvPr id="181" name="Shape 179"/>
          <p:cNvSpPr/>
          <p:nvPr/>
        </p:nvSpPr>
        <p:spPr>
          <a:xfrm>
            <a:off x="5410635" y="5445517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5410635" y="544551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900" dirty="0"/>
          </a:p>
        </p:txBody>
      </p:sp>
      <p:sp>
        <p:nvSpPr>
          <p:cNvPr id="183" name="Shape 181"/>
          <p:cNvSpPr/>
          <p:nvPr/>
        </p:nvSpPr>
        <p:spPr>
          <a:xfrm>
            <a:off x="3922962" y="2181596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3922962" y="21815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85" name="Shape 183"/>
          <p:cNvSpPr/>
          <p:nvPr/>
        </p:nvSpPr>
        <p:spPr>
          <a:xfrm>
            <a:off x="3924036" y="2183041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3924036" y="218304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87" name="Shape 185"/>
          <p:cNvSpPr/>
          <p:nvPr/>
        </p:nvSpPr>
        <p:spPr>
          <a:xfrm>
            <a:off x="5231802" y="3703512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5231802" y="3703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89" name="Shape 187"/>
          <p:cNvSpPr/>
          <p:nvPr/>
        </p:nvSpPr>
        <p:spPr>
          <a:xfrm>
            <a:off x="1696061" y="2961020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1696061" y="29610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91" name="Shape 189"/>
          <p:cNvSpPr/>
          <p:nvPr/>
        </p:nvSpPr>
        <p:spPr>
          <a:xfrm>
            <a:off x="1781332" y="3017626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1781332" y="301762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93" name="Shape 191"/>
          <p:cNvSpPr/>
          <p:nvPr/>
        </p:nvSpPr>
        <p:spPr>
          <a:xfrm>
            <a:off x="920282" y="2294324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920282" y="22943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95" name="Shape 193"/>
          <p:cNvSpPr/>
          <p:nvPr/>
        </p:nvSpPr>
        <p:spPr>
          <a:xfrm>
            <a:off x="5411118" y="5428781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5411118" y="542878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900" dirty="0"/>
          </a:p>
        </p:txBody>
      </p:sp>
      <p:sp>
        <p:nvSpPr>
          <p:cNvPr id="197" name="Shape 195"/>
          <p:cNvSpPr/>
          <p:nvPr/>
        </p:nvSpPr>
        <p:spPr>
          <a:xfrm>
            <a:off x="3925843" y="2169091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3925843" y="216909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900" dirty="0"/>
          </a:p>
        </p:txBody>
      </p:sp>
      <p:sp>
        <p:nvSpPr>
          <p:cNvPr id="199" name="Shape 197"/>
          <p:cNvSpPr/>
          <p:nvPr/>
        </p:nvSpPr>
        <p:spPr>
          <a:xfrm>
            <a:off x="905746" y="2209288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905746" y="2209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900" dirty="0"/>
          </a:p>
        </p:txBody>
      </p:sp>
      <p:sp>
        <p:nvSpPr>
          <p:cNvPr id="201" name="Shape 199"/>
          <p:cNvSpPr/>
          <p:nvPr/>
        </p:nvSpPr>
        <p:spPr>
          <a:xfrm>
            <a:off x="3903164" y="2138666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3903164" y="213866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900" dirty="0"/>
          </a:p>
        </p:txBody>
      </p:sp>
      <p:sp>
        <p:nvSpPr>
          <p:cNvPr id="203" name="Shape 201"/>
          <p:cNvSpPr/>
          <p:nvPr/>
        </p:nvSpPr>
        <p:spPr>
          <a:xfrm>
            <a:off x="3938480" y="2177604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3938480" y="21776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900" dirty="0"/>
          </a:p>
        </p:txBody>
      </p:sp>
      <p:sp>
        <p:nvSpPr>
          <p:cNvPr id="205" name="Shape 203"/>
          <p:cNvSpPr/>
          <p:nvPr/>
        </p:nvSpPr>
        <p:spPr>
          <a:xfrm>
            <a:off x="1669337" y="2928707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1669337" y="292870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207" name="Shape 205"/>
          <p:cNvSpPr/>
          <p:nvPr/>
        </p:nvSpPr>
        <p:spPr>
          <a:xfrm>
            <a:off x="859536" y="2266184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859536" y="2266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209" name="Shape 207"/>
          <p:cNvSpPr/>
          <p:nvPr/>
        </p:nvSpPr>
        <p:spPr>
          <a:xfrm>
            <a:off x="872019" y="2266248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872019" y="2266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211" name="Shape 209"/>
          <p:cNvSpPr/>
          <p:nvPr/>
        </p:nvSpPr>
        <p:spPr>
          <a:xfrm>
            <a:off x="3880702" y="2138017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3880702" y="213801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213" name="Shape 211"/>
          <p:cNvSpPr/>
          <p:nvPr/>
        </p:nvSpPr>
        <p:spPr>
          <a:xfrm>
            <a:off x="3887584" y="2146866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3887584" y="214686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215" name="Shape 213"/>
          <p:cNvSpPr/>
          <p:nvPr/>
        </p:nvSpPr>
        <p:spPr>
          <a:xfrm>
            <a:off x="3888754" y="2147491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3888754" y="214749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217" name="Shape 215"/>
          <p:cNvSpPr/>
          <p:nvPr/>
        </p:nvSpPr>
        <p:spPr>
          <a:xfrm>
            <a:off x="3925870" y="2166479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3925870" y="216647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219" name="Shape 217"/>
          <p:cNvSpPr/>
          <p:nvPr/>
        </p:nvSpPr>
        <p:spPr>
          <a:xfrm>
            <a:off x="3927801" y="2168266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3927801" y="216826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221" name="Shape 219"/>
          <p:cNvSpPr/>
          <p:nvPr/>
        </p:nvSpPr>
        <p:spPr>
          <a:xfrm>
            <a:off x="4534478" y="4579422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4534478" y="457942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223" name="Shape 221"/>
          <p:cNvSpPr/>
          <p:nvPr/>
        </p:nvSpPr>
        <p:spPr>
          <a:xfrm>
            <a:off x="906274" y="2208955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906274" y="22089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225" name="Shape 223"/>
          <p:cNvSpPr/>
          <p:nvPr/>
        </p:nvSpPr>
        <p:spPr>
          <a:xfrm>
            <a:off x="893937" y="2205058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893937" y="22050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227" name="Shape 225"/>
          <p:cNvSpPr/>
          <p:nvPr/>
        </p:nvSpPr>
        <p:spPr>
          <a:xfrm>
            <a:off x="3889120" y="2141552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3889120" y="2141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229" name="Shape 227"/>
          <p:cNvSpPr/>
          <p:nvPr/>
        </p:nvSpPr>
        <p:spPr>
          <a:xfrm>
            <a:off x="1665804" y="2928879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1665804" y="292887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231" name="Shape 229"/>
          <p:cNvSpPr/>
          <p:nvPr/>
        </p:nvSpPr>
        <p:spPr>
          <a:xfrm>
            <a:off x="882714" y="2198848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882714" y="2198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233" name="Shape 231"/>
          <p:cNvSpPr/>
          <p:nvPr/>
        </p:nvSpPr>
        <p:spPr>
          <a:xfrm>
            <a:off x="897549" y="2212045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34" name="Text 232"/>
          <p:cNvSpPr/>
          <p:nvPr/>
        </p:nvSpPr>
        <p:spPr>
          <a:xfrm>
            <a:off x="897549" y="221204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235" name="Shape 233"/>
          <p:cNvSpPr/>
          <p:nvPr/>
        </p:nvSpPr>
        <p:spPr>
          <a:xfrm>
            <a:off x="1666449" y="2929175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1666449" y="292917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237" name="Shape 235"/>
          <p:cNvSpPr/>
          <p:nvPr/>
        </p:nvSpPr>
        <p:spPr>
          <a:xfrm>
            <a:off x="1665449" y="2926072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38" name="Text 236"/>
          <p:cNvSpPr/>
          <p:nvPr/>
        </p:nvSpPr>
        <p:spPr>
          <a:xfrm>
            <a:off x="1665449" y="2926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239" name="Shape 237"/>
          <p:cNvSpPr/>
          <p:nvPr/>
        </p:nvSpPr>
        <p:spPr>
          <a:xfrm>
            <a:off x="877449" y="2280905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0" name="Text 238"/>
          <p:cNvSpPr/>
          <p:nvPr/>
        </p:nvSpPr>
        <p:spPr>
          <a:xfrm>
            <a:off x="877449" y="228090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241" name="Shape 239"/>
          <p:cNvSpPr/>
          <p:nvPr/>
        </p:nvSpPr>
        <p:spPr>
          <a:xfrm>
            <a:off x="901764" y="2231850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901764" y="223185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243" name="Shape 241"/>
          <p:cNvSpPr/>
          <p:nvPr/>
        </p:nvSpPr>
        <p:spPr>
          <a:xfrm>
            <a:off x="902792" y="2232176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4" name="Text 242"/>
          <p:cNvSpPr/>
          <p:nvPr/>
        </p:nvSpPr>
        <p:spPr>
          <a:xfrm>
            <a:off x="902792" y="2232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245" name="Shape 243"/>
          <p:cNvSpPr/>
          <p:nvPr/>
        </p:nvSpPr>
        <p:spPr>
          <a:xfrm>
            <a:off x="902073" y="2232769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6" name="Text 244"/>
          <p:cNvSpPr/>
          <p:nvPr/>
        </p:nvSpPr>
        <p:spPr>
          <a:xfrm>
            <a:off x="902073" y="223276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247" name="Shape 245"/>
          <p:cNvSpPr/>
          <p:nvPr/>
        </p:nvSpPr>
        <p:spPr>
          <a:xfrm>
            <a:off x="1699300" y="2900083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8" name="Text 246"/>
          <p:cNvSpPr/>
          <p:nvPr/>
        </p:nvSpPr>
        <p:spPr>
          <a:xfrm>
            <a:off x="1699300" y="290008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249" name="Shape 247"/>
          <p:cNvSpPr/>
          <p:nvPr/>
        </p:nvSpPr>
        <p:spPr>
          <a:xfrm>
            <a:off x="897383" y="2212467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50" name="Text 248"/>
          <p:cNvSpPr/>
          <p:nvPr/>
        </p:nvSpPr>
        <p:spPr>
          <a:xfrm>
            <a:off x="897383" y="221246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251" name="Shape 249"/>
          <p:cNvSpPr/>
          <p:nvPr/>
        </p:nvSpPr>
        <p:spPr>
          <a:xfrm>
            <a:off x="902603" y="2243345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52" name="Text 250"/>
          <p:cNvSpPr/>
          <p:nvPr/>
        </p:nvSpPr>
        <p:spPr>
          <a:xfrm>
            <a:off x="902603" y="224334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253" name="Shape 251"/>
          <p:cNvSpPr/>
          <p:nvPr/>
        </p:nvSpPr>
        <p:spPr>
          <a:xfrm>
            <a:off x="1676662" y="2925251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1676662" y="292525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255" name="Shape 253"/>
          <p:cNvSpPr/>
          <p:nvPr/>
        </p:nvSpPr>
        <p:spPr>
          <a:xfrm>
            <a:off x="5195358" y="3669974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5195358" y="36699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257" name="Shape 255"/>
          <p:cNvSpPr/>
          <p:nvPr/>
        </p:nvSpPr>
        <p:spPr>
          <a:xfrm>
            <a:off x="5366201" y="5413248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58" name="Text 256"/>
          <p:cNvSpPr/>
          <p:nvPr/>
        </p:nvSpPr>
        <p:spPr>
          <a:xfrm>
            <a:off x="5366201" y="5413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259" name="Shape 257"/>
          <p:cNvSpPr/>
          <p:nvPr/>
        </p:nvSpPr>
        <p:spPr>
          <a:xfrm>
            <a:off x="4533303" y="4582028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60" name="Text 258"/>
          <p:cNvSpPr/>
          <p:nvPr/>
        </p:nvSpPr>
        <p:spPr>
          <a:xfrm>
            <a:off x="4533303" y="45820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261" name="Shape 259"/>
          <p:cNvSpPr/>
          <p:nvPr/>
        </p:nvSpPr>
        <p:spPr>
          <a:xfrm>
            <a:off x="2439294" y="4123156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2439294" y="41231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263" name="Shape 261"/>
          <p:cNvSpPr/>
          <p:nvPr/>
        </p:nvSpPr>
        <p:spPr>
          <a:xfrm>
            <a:off x="3915957" y="2164212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3915957" y="21642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265" name="Shape 263"/>
          <p:cNvSpPr/>
          <p:nvPr/>
        </p:nvSpPr>
        <p:spPr>
          <a:xfrm>
            <a:off x="1624752" y="2887257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66" name="Text 264"/>
          <p:cNvSpPr/>
          <p:nvPr/>
        </p:nvSpPr>
        <p:spPr>
          <a:xfrm>
            <a:off x="1624752" y="288725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</a:t>
            </a:r>
            <a:endParaRPr lang="en-US" sz="1100" dirty="0"/>
          </a:p>
        </p:txBody>
      </p:sp>
      <p:sp>
        <p:nvSpPr>
          <p:cNvPr id="267" name="Shape 265"/>
          <p:cNvSpPr/>
          <p:nvPr/>
        </p:nvSpPr>
        <p:spPr>
          <a:xfrm>
            <a:off x="3853083" y="2114135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68" name="Text 266"/>
          <p:cNvSpPr/>
          <p:nvPr/>
        </p:nvSpPr>
        <p:spPr>
          <a:xfrm>
            <a:off x="3853083" y="211413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269" name="Shape 267"/>
          <p:cNvSpPr/>
          <p:nvPr/>
        </p:nvSpPr>
        <p:spPr>
          <a:xfrm>
            <a:off x="3867771" y="2106479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3867771" y="210647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271" name="Text 269"/>
          <p:cNvSpPr/>
          <p:nvPr/>
        </p:nvSpPr>
        <p:spPr>
          <a:xfrm>
            <a:off x="868680" y="560527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Schematische spreiding — interactieve kaart via de link.</a:t>
            </a:r>
            <a:endParaRPr lang="en-US" sz="1000" dirty="0"/>
          </a:p>
        </p:txBody>
      </p:sp>
      <p:sp>
        <p:nvSpPr>
          <p:cNvPr id="272" name="Text 270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 parkings · 4.408 plaatsen</a:t>
            </a:r>
            <a:endParaRPr lang="en-US" sz="2200" dirty="0"/>
          </a:p>
        </p:txBody>
      </p:sp>
      <p:sp>
        <p:nvSpPr>
          <p:cNvPr id="273" name="Text 271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274" name="Text 272">
            <a:hlinkClick r:id="rId1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johanmmk.github.io/gemeenten/Kaart_bedrijfsparkings_Bergen.html</a:t>
            </a:r>
            <a:endParaRPr lang="en-US" sz="1150" dirty="0"/>
          </a:p>
        </p:txBody>
      </p:sp>
      <p:sp>
        <p:nvSpPr>
          <p:cNvPr id="275" name="Shape 273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27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277" name="Text 274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278" name="Shape 275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27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280" name="Text 276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281" name="Shape 277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28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283" name="Text 278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84" name="Text 279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85" name="Text 280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Bergen.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4.408 auto’s op 133 slimme parkings in Bergen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MONS 70 (70 kV), 3.6 km van Bergen.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Bergen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MONS 70 (70 kV) — dichtste kopstation bij Bergen, op ± 3.6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Bergen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Bergen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Bergen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Bergen</dc:title>
  <dc:subject>PptxGenJS Presentation</dc:subject>
  <dc:creator>Fluctus</dc:creator>
  <cp:lastModifiedBy>Fluctus</cp:lastModifiedBy>
  <cp:revision>1</cp:revision>
  <dcterms:created xsi:type="dcterms:W3CDTF">2026-06-24T01:37:56Z</dcterms:created>
  <dcterms:modified xsi:type="dcterms:W3CDTF">2026-06-24T01:37:56Z</dcterms:modified>
</cp:coreProperties>
</file>