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1.xlsx"/></Relationships>
</file>

<file path=ppt/charts/chart3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Bergen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4.408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Bergen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3653" y="23456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3653" y="23456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25422" y="23031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5422" y="23031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001339" y="22404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1339" y="22404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916262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16262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9084" y="22067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49084" y="22067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39301" y="54570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39301" y="54570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263384" y="37288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63384" y="3728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260153" y="37294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60153" y="37294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949782" y="22059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49782" y="22059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36737" y="54577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36737" y="54577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923111" y="21904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23111" y="2190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920098" y="21873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20098" y="21873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953094" y="22158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53094" y="22158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961425" y="21745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61425" y="21745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33906" y="54582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33906" y="54582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947933" y="22105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47933" y="22105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8430" y="22116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8430" y="22116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47587" y="22109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47587" y="2210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8288" y="22099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8288" y="22099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30541" y="22250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30541" y="22250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975505" y="23092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5505" y="23092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64332" y="23076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64332" y="230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61636" y="22765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61636" y="22765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69572" y="22796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69572" y="22796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74370" y="23013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4370" y="23013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988111" y="22314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88111" y="2231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34101" y="22660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4101" y="22660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29834" y="54754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29834" y="54754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428719" y="54753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28719" y="54753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605968" y="46467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5968" y="46467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616060" y="46484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6060" y="46484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4624186" y="46408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624186" y="46408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975421" y="23041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75421" y="23041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976626" y="23042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6626" y="23042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447095" y="54673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447095" y="54673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5431762" y="54731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431762" y="54731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944245" y="23475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44245" y="23475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938461" y="22590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38461" y="22590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27162" y="22992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27162" y="22992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3952475" y="22046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952475" y="2204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4622180" y="46470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22180" y="46470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7708" y="22642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67708" y="22642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961409" y="22616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61409" y="2261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74538" y="22750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74538" y="2275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3946988" y="22108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946988" y="22108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3994041" y="22186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994041" y="2218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5438955" y="54565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438955" y="54565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940552" y="23298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40552" y="23298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5437607" y="54570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437607" y="54570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1764104" y="29630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764104" y="29630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3946849" y="220463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946849" y="220463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935948" y="23309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35948" y="23309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3952079" y="22118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952079" y="22118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3950865" y="22089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950865" y="22089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1723152" y="298756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723152" y="298756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3989938" y="22303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989938" y="22303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3990283" y="22337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990283" y="22337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5437327" y="54729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437327" y="54729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959170" y="22706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59170" y="22706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1757843" y="30241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1757843" y="30241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3955505" y="22057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955505" y="22057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1732665" y="29972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732665" y="29972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956605" y="23181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56605" y="23181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973626" y="23006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973626" y="2300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33" name="Shape 131"/>
          <p:cNvSpPr/>
          <p:nvPr/>
        </p:nvSpPr>
        <p:spPr>
          <a:xfrm>
            <a:off x="965673" y="22921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65673" y="22921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1771853" y="30041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771853" y="30041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69416" y="22735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69416" y="22735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39" name="Shape 137"/>
          <p:cNvSpPr/>
          <p:nvPr/>
        </p:nvSpPr>
        <p:spPr>
          <a:xfrm>
            <a:off x="972965" y="23009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72965" y="23009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5437929" y="54572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5437929" y="54572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961729" y="22784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961729" y="22784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5436585" y="54576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436585" y="54576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47" name="Shape 145"/>
          <p:cNvSpPr/>
          <p:nvPr/>
        </p:nvSpPr>
        <p:spPr>
          <a:xfrm>
            <a:off x="3991027" y="22317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3991027" y="2231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49" name="Shape 147"/>
          <p:cNvSpPr/>
          <p:nvPr/>
        </p:nvSpPr>
        <p:spPr>
          <a:xfrm>
            <a:off x="4598293" y="46446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598293" y="46446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943491" y="22624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43491" y="226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935975" y="23299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935975" y="23299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55" name="Shape 153"/>
          <p:cNvSpPr/>
          <p:nvPr/>
        </p:nvSpPr>
        <p:spPr>
          <a:xfrm>
            <a:off x="3945873" y="22041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3945873" y="22041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57" name="Shape 155"/>
          <p:cNvSpPr/>
          <p:nvPr/>
        </p:nvSpPr>
        <p:spPr>
          <a:xfrm>
            <a:off x="5437303" y="54706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5437303" y="54706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59" name="Shape 157"/>
          <p:cNvSpPr/>
          <p:nvPr/>
        </p:nvSpPr>
        <p:spPr>
          <a:xfrm>
            <a:off x="3950294" y="22085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3950294" y="22085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969268" y="22735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969268" y="22735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63" name="Shape 161"/>
          <p:cNvSpPr/>
          <p:nvPr/>
        </p:nvSpPr>
        <p:spPr>
          <a:xfrm>
            <a:off x="940662" y="23294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40662" y="23294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65" name="Shape 163"/>
          <p:cNvSpPr/>
          <p:nvPr/>
        </p:nvSpPr>
        <p:spPr>
          <a:xfrm>
            <a:off x="3943629" y="220261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3943629" y="220261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67" name="Shape 165"/>
          <p:cNvSpPr/>
          <p:nvPr/>
        </p:nvSpPr>
        <p:spPr>
          <a:xfrm>
            <a:off x="3943950" y="22028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3943950" y="22028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69" name="Shape 167"/>
          <p:cNvSpPr/>
          <p:nvPr/>
        </p:nvSpPr>
        <p:spPr>
          <a:xfrm>
            <a:off x="5263413" y="37292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5263413" y="37292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71" name="Shape 169"/>
          <p:cNvSpPr/>
          <p:nvPr/>
        </p:nvSpPr>
        <p:spPr>
          <a:xfrm>
            <a:off x="5410259" y="544805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5410259" y="54480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73" name="Shape 171"/>
          <p:cNvSpPr/>
          <p:nvPr/>
        </p:nvSpPr>
        <p:spPr>
          <a:xfrm>
            <a:off x="936302" y="228199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36302" y="22819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175" name="Shape 173"/>
          <p:cNvSpPr/>
          <p:nvPr/>
        </p:nvSpPr>
        <p:spPr>
          <a:xfrm>
            <a:off x="5422392" y="544051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422392" y="54405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177" name="Shape 175"/>
          <p:cNvSpPr/>
          <p:nvPr/>
        </p:nvSpPr>
        <p:spPr>
          <a:xfrm>
            <a:off x="3923124" y="218366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3923124" y="218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79" name="Shape 177"/>
          <p:cNvSpPr/>
          <p:nvPr/>
        </p:nvSpPr>
        <p:spPr>
          <a:xfrm>
            <a:off x="3926082" y="217774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926082" y="21777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181" name="Shape 179"/>
          <p:cNvSpPr/>
          <p:nvPr/>
        </p:nvSpPr>
        <p:spPr>
          <a:xfrm>
            <a:off x="5410635" y="544551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5410635" y="54455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83" name="Shape 181"/>
          <p:cNvSpPr/>
          <p:nvPr/>
        </p:nvSpPr>
        <p:spPr>
          <a:xfrm>
            <a:off x="3922962" y="21815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3922962" y="21815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85" name="Shape 183"/>
          <p:cNvSpPr/>
          <p:nvPr/>
        </p:nvSpPr>
        <p:spPr>
          <a:xfrm>
            <a:off x="3924036" y="218304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3924036" y="21830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87" name="Shape 185"/>
          <p:cNvSpPr/>
          <p:nvPr/>
        </p:nvSpPr>
        <p:spPr>
          <a:xfrm>
            <a:off x="5231802" y="370351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231802" y="370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89" name="Shape 187"/>
          <p:cNvSpPr/>
          <p:nvPr/>
        </p:nvSpPr>
        <p:spPr>
          <a:xfrm>
            <a:off x="1696061" y="296102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1696061" y="2961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91" name="Shape 189"/>
          <p:cNvSpPr/>
          <p:nvPr/>
        </p:nvSpPr>
        <p:spPr>
          <a:xfrm>
            <a:off x="1781332" y="301762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781332" y="301762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93" name="Shape 191"/>
          <p:cNvSpPr/>
          <p:nvPr/>
        </p:nvSpPr>
        <p:spPr>
          <a:xfrm>
            <a:off x="920282" y="229432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920282" y="22943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5411118" y="542878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5411118" y="54287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197" name="Shape 195"/>
          <p:cNvSpPr/>
          <p:nvPr/>
        </p:nvSpPr>
        <p:spPr>
          <a:xfrm>
            <a:off x="3925843" y="216909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3925843" y="21690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99" name="Shape 197"/>
          <p:cNvSpPr/>
          <p:nvPr/>
        </p:nvSpPr>
        <p:spPr>
          <a:xfrm>
            <a:off x="905746" y="220928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905746" y="2209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201" name="Shape 199"/>
          <p:cNvSpPr/>
          <p:nvPr/>
        </p:nvSpPr>
        <p:spPr>
          <a:xfrm>
            <a:off x="3903164" y="213866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3903164" y="213866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203" name="Shape 201"/>
          <p:cNvSpPr/>
          <p:nvPr/>
        </p:nvSpPr>
        <p:spPr>
          <a:xfrm>
            <a:off x="3938480" y="217760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3938480" y="21776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205" name="Shape 203"/>
          <p:cNvSpPr/>
          <p:nvPr/>
        </p:nvSpPr>
        <p:spPr>
          <a:xfrm>
            <a:off x="1669337" y="292870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1669337" y="29287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07" name="Shape 205"/>
          <p:cNvSpPr/>
          <p:nvPr/>
        </p:nvSpPr>
        <p:spPr>
          <a:xfrm>
            <a:off x="859536" y="226618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9536" y="2266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09" name="Shape 207"/>
          <p:cNvSpPr/>
          <p:nvPr/>
        </p:nvSpPr>
        <p:spPr>
          <a:xfrm>
            <a:off x="872019" y="22662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872019" y="2266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11" name="Shape 209"/>
          <p:cNvSpPr/>
          <p:nvPr/>
        </p:nvSpPr>
        <p:spPr>
          <a:xfrm>
            <a:off x="3880702" y="213801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3880702" y="213801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13" name="Shape 211"/>
          <p:cNvSpPr/>
          <p:nvPr/>
        </p:nvSpPr>
        <p:spPr>
          <a:xfrm>
            <a:off x="3887584" y="214686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3887584" y="214686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15" name="Shape 213"/>
          <p:cNvSpPr/>
          <p:nvPr/>
        </p:nvSpPr>
        <p:spPr>
          <a:xfrm>
            <a:off x="3888754" y="214749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3888754" y="21474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17" name="Shape 215"/>
          <p:cNvSpPr/>
          <p:nvPr/>
        </p:nvSpPr>
        <p:spPr>
          <a:xfrm>
            <a:off x="3925870" y="216647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3925870" y="216647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19" name="Shape 217"/>
          <p:cNvSpPr/>
          <p:nvPr/>
        </p:nvSpPr>
        <p:spPr>
          <a:xfrm>
            <a:off x="3927801" y="216826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3927801" y="216826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21" name="Shape 219"/>
          <p:cNvSpPr/>
          <p:nvPr/>
        </p:nvSpPr>
        <p:spPr>
          <a:xfrm>
            <a:off x="4534478" y="457942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4534478" y="457942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23" name="Shape 221"/>
          <p:cNvSpPr/>
          <p:nvPr/>
        </p:nvSpPr>
        <p:spPr>
          <a:xfrm>
            <a:off x="906274" y="220895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906274" y="22089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25" name="Shape 223"/>
          <p:cNvSpPr/>
          <p:nvPr/>
        </p:nvSpPr>
        <p:spPr>
          <a:xfrm>
            <a:off x="893937" y="220505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3937" y="2205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27" name="Shape 225"/>
          <p:cNvSpPr/>
          <p:nvPr/>
        </p:nvSpPr>
        <p:spPr>
          <a:xfrm>
            <a:off x="3889120" y="214155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3889120" y="2141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29" name="Shape 227"/>
          <p:cNvSpPr/>
          <p:nvPr/>
        </p:nvSpPr>
        <p:spPr>
          <a:xfrm>
            <a:off x="1665804" y="292887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1665804" y="292887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31" name="Shape 229"/>
          <p:cNvSpPr/>
          <p:nvPr/>
        </p:nvSpPr>
        <p:spPr>
          <a:xfrm>
            <a:off x="882714" y="21988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882714" y="21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897549" y="221204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897549" y="221204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35" name="Shape 233"/>
          <p:cNvSpPr/>
          <p:nvPr/>
        </p:nvSpPr>
        <p:spPr>
          <a:xfrm>
            <a:off x="1666449" y="292917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666449" y="292917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37" name="Shape 235"/>
          <p:cNvSpPr/>
          <p:nvPr/>
        </p:nvSpPr>
        <p:spPr>
          <a:xfrm>
            <a:off x="1665449" y="292607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1665449" y="2926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39" name="Shape 237"/>
          <p:cNvSpPr/>
          <p:nvPr/>
        </p:nvSpPr>
        <p:spPr>
          <a:xfrm>
            <a:off x="877449" y="228090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877449" y="22809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41" name="Shape 239"/>
          <p:cNvSpPr/>
          <p:nvPr/>
        </p:nvSpPr>
        <p:spPr>
          <a:xfrm>
            <a:off x="901764" y="223185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901764" y="22318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43" name="Shape 241"/>
          <p:cNvSpPr/>
          <p:nvPr/>
        </p:nvSpPr>
        <p:spPr>
          <a:xfrm>
            <a:off x="902792" y="223217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902792" y="2232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45" name="Shape 243"/>
          <p:cNvSpPr/>
          <p:nvPr/>
        </p:nvSpPr>
        <p:spPr>
          <a:xfrm>
            <a:off x="902073" y="223276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902073" y="22327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47" name="Shape 245"/>
          <p:cNvSpPr/>
          <p:nvPr/>
        </p:nvSpPr>
        <p:spPr>
          <a:xfrm>
            <a:off x="1699300" y="290008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1699300" y="29000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49" name="Shape 247"/>
          <p:cNvSpPr/>
          <p:nvPr/>
        </p:nvSpPr>
        <p:spPr>
          <a:xfrm>
            <a:off x="897375" y="221245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0" name="Text 248"/>
          <p:cNvSpPr/>
          <p:nvPr/>
        </p:nvSpPr>
        <p:spPr>
          <a:xfrm>
            <a:off x="897375" y="22124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251" name="Shape 249"/>
          <p:cNvSpPr/>
          <p:nvPr/>
        </p:nvSpPr>
        <p:spPr>
          <a:xfrm>
            <a:off x="902603" y="224334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2" name="Text 250"/>
          <p:cNvSpPr/>
          <p:nvPr/>
        </p:nvSpPr>
        <p:spPr>
          <a:xfrm>
            <a:off x="902603" y="224334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253" name="Shape 251"/>
          <p:cNvSpPr/>
          <p:nvPr/>
        </p:nvSpPr>
        <p:spPr>
          <a:xfrm>
            <a:off x="1676662" y="292525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1676662" y="292525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255" name="Shape 253"/>
          <p:cNvSpPr/>
          <p:nvPr/>
        </p:nvSpPr>
        <p:spPr>
          <a:xfrm>
            <a:off x="5195358" y="366997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5195358" y="36699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257" name="Shape 255"/>
          <p:cNvSpPr/>
          <p:nvPr/>
        </p:nvSpPr>
        <p:spPr>
          <a:xfrm>
            <a:off x="5366201" y="54132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8" name="Text 256"/>
          <p:cNvSpPr/>
          <p:nvPr/>
        </p:nvSpPr>
        <p:spPr>
          <a:xfrm>
            <a:off x="5366201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259" name="Shape 257"/>
          <p:cNvSpPr/>
          <p:nvPr/>
        </p:nvSpPr>
        <p:spPr>
          <a:xfrm>
            <a:off x="4533303" y="458202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0" name="Text 258"/>
          <p:cNvSpPr/>
          <p:nvPr/>
        </p:nvSpPr>
        <p:spPr>
          <a:xfrm>
            <a:off x="4533303" y="45820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261" name="Shape 259"/>
          <p:cNvSpPr/>
          <p:nvPr/>
        </p:nvSpPr>
        <p:spPr>
          <a:xfrm>
            <a:off x="2439294" y="412315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2" name="Text 260"/>
          <p:cNvSpPr/>
          <p:nvPr/>
        </p:nvSpPr>
        <p:spPr>
          <a:xfrm>
            <a:off x="2439294" y="41231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263" name="Shape 261"/>
          <p:cNvSpPr/>
          <p:nvPr/>
        </p:nvSpPr>
        <p:spPr>
          <a:xfrm>
            <a:off x="3915957" y="216421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3915957" y="21642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265" name="Shape 263"/>
          <p:cNvSpPr/>
          <p:nvPr/>
        </p:nvSpPr>
        <p:spPr>
          <a:xfrm>
            <a:off x="1624752" y="288725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1624752" y="288725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1100" dirty="0"/>
          </a:p>
        </p:txBody>
      </p:sp>
      <p:sp>
        <p:nvSpPr>
          <p:cNvPr id="267" name="Shape 265"/>
          <p:cNvSpPr/>
          <p:nvPr/>
        </p:nvSpPr>
        <p:spPr>
          <a:xfrm>
            <a:off x="3853083" y="211413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8" name="Text 266"/>
          <p:cNvSpPr/>
          <p:nvPr/>
        </p:nvSpPr>
        <p:spPr>
          <a:xfrm>
            <a:off x="3853083" y="21141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269" name="Shape 267"/>
          <p:cNvSpPr/>
          <p:nvPr/>
        </p:nvSpPr>
        <p:spPr>
          <a:xfrm>
            <a:off x="3867771" y="210647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3867771" y="210647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271" name="Text 269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272" name="Text 270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parkings · 4.408 plaatsen</a:t>
            </a:r>
            <a:endParaRPr lang="en-US" sz="2200" dirty="0"/>
          </a:p>
        </p:txBody>
      </p:sp>
      <p:sp>
        <p:nvSpPr>
          <p:cNvPr id="273" name="Text 271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274" name="Text 272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johanmmk.github.io/gemeenten/Kaart_bedrijfsparkings_Bergen.html</a:t>
            </a:r>
            <a:endParaRPr lang="en-US" sz="1150" dirty="0"/>
          </a:p>
        </p:txBody>
      </p:sp>
      <p:sp>
        <p:nvSpPr>
          <p:cNvPr id="275" name="Text 273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276" name="Shape 274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27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278" name="Text 275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279" name="Shape 276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28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281" name="Text 277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282" name="Shape 278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28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284" name="Text 279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85" name="Text 28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86" name="Text 28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4.408 auto’s op 133 slimme parkings in Bergen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MONS 70 (70 kV), 3.6 km van Bergen.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MONS 70 (70 kV) — dichtste kopstation bij Bergen, op ± 3.6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Bergen</dc:title>
  <dc:subject>PptxGenJS Presentation</dc:subject>
  <dc:creator>Fluctus</dc:creator>
  <cp:lastModifiedBy>Fluctus</cp:lastModifiedBy>
  <cp:revision>1</cp:revision>
  <dcterms:created xsi:type="dcterms:W3CDTF">2026-06-25T02:38:20Z</dcterms:created>
  <dcterms:modified xsi:type="dcterms:W3CDTF">2026-06-25T02:38:20Z</dcterms:modified>
</cp:coreProperties>
</file>