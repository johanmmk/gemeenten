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9.xlsx"/></Relationships>
</file>

<file path=ppt/charts/chart2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3.327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1.415 auto’s op 40 slimme parkings in Malle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RIJKE150 (150 kV), 6.2 km van Malle.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RIJKE150 (150 kV) — dichtste kopstation bij Malle, op ± 6.2 km. Flex ≈ 29.7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Malle</dc:title>
  <dc:subject>PptxGenJS Presentation</dc:subject>
  <dc:creator>Fluctus</dc:creator>
  <cp:lastModifiedBy>Fluctus</cp:lastModifiedBy>
  <cp:revision>1</cp:revision>
  <dcterms:created xsi:type="dcterms:W3CDTF">2026-06-25T02:31:36Z</dcterms:created>
  <dcterms:modified xsi:type="dcterms:W3CDTF">2026-06-25T02:31:36Z</dcterms:modified>
</cp:coreProperties>
</file>