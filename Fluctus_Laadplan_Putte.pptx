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5.xlsx"/></Relationships>
</file>

<file path=ppt/charts/chart3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ut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PUTTE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Putte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2.920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Putte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Putte,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parkings · 2.920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johanmmk.github.io/gemeenten/Kaart_bedrijfsparkings_Putte.html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Putte.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634 auto’s op 25 slimme parkings in Putte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11.4 km van Putte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Putte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Putte, op ± 11.4 km (laagste load van de cluster &lt;5 km). Flex ≈ 13.3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Putte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Putte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Putte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Putte</dc:title>
  <dc:subject>PptxGenJS Presentation</dc:subject>
  <dc:creator>Fluctus</dc:creator>
  <cp:lastModifiedBy>Fluctus</cp:lastModifiedBy>
  <cp:revision>1</cp:revision>
  <dcterms:created xsi:type="dcterms:W3CDTF">2026-06-25T03:14:53Z</dcterms:created>
  <dcterms:modified xsi:type="dcterms:W3CDTF">2026-06-25T03:14:53Z</dcterms:modified>
</cp:coreProperties>
</file>