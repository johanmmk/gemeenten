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gijnendij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Begijnendijk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BEGIJNENDIJK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Begijnendijk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Begijnendijk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Begijnendijk,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parkings · 3.604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johanmmk.github.io/gemeenten/Kaart_bedrijfsparkings_Begijnendijk.html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Begijnendijk.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Begijnendijk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36%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AARSC 70 (70 kV), 4.3 km van Begijnendijk.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Begijnendijk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AARSC 70 (70 kV) — dichtste kopstation bij Begijnendijk, op ± 4.3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Begijnendijk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Begijnendijk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Begijnendijk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Begijnendijk</dc:title>
  <dc:subject>PptxGenJS Presentation</dc:subject>
  <dc:creator>Fluctus</dc:creator>
  <cp:lastModifiedBy>Fluctus</cp:lastModifiedBy>
  <cp:revision>1</cp:revision>
  <dcterms:created xsi:type="dcterms:W3CDTF">2026-06-23T22:35:27Z</dcterms:created>
  <dcterms:modified xsi:type="dcterms:W3CDTF">2026-06-23T22:35:27Z</dcterms:modified>
</cp:coreProperties>
</file>