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risn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Crisnée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CRISNÉE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Crisnée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Crisnée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Crisnée,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parkings · 883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johanmmk.github.io/gemeenten/Kaart_bedrijfsparkings_Crisnee.html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Crisnée.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 auto’s op 10 slimme parkings in Crisnée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FOOZ 70 (70 kV), 3.9 km van Crisnée.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Crisnée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FOOZ 70 (70 kV) — dichtste kopstation bij Crisnée, op ± 3.9 km. Flex ≈ 4.4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Crisnée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Crisnée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Crisnée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Crisnée</dc:title>
  <dc:subject>PptxGenJS Presentation</dc:subject>
  <dc:creator>Fluctus</dc:creator>
  <cp:lastModifiedBy>Fluctus</cp:lastModifiedBy>
  <cp:revision>1</cp:revision>
  <dcterms:created xsi:type="dcterms:W3CDTF">2026-06-25T00:40:23Z</dcterms:created>
  <dcterms:modified xsi:type="dcterms:W3CDTF">2026-06-25T00:40:23Z</dcterms:modified>
</cp:coreProperties>
</file>