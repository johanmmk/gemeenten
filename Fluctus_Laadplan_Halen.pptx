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8.xlsx"/></Relationships>
</file>

<file path=ppt/charts/chart1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al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5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HALEN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Halen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3.905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Halen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3.905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€ 11,71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€ 5,86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3.905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€ 11,71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Halen,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parkings · 3.905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johanmmk.github.io/gemeenten/Kaart_bedrijfsparkings_Halen.html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Halen.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1.187 auto’s op 48 slimme parkings in Halen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40% naar 60%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DIEST150 (150 kV), 5.7 km van Halen.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Halen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DIEST150 (150 kV) — dichtste kopstation bij Halen, op ± 5.7 km. Flex ≈ 24.9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Halen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Halen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Halen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Halen</dc:title>
  <dc:subject>PptxGenJS Presentation</dc:subject>
  <dc:creator>Fluctus</dc:creator>
  <cp:lastModifiedBy>Fluctus</cp:lastModifiedBy>
  <cp:revision>1</cp:revision>
  <dcterms:created xsi:type="dcterms:W3CDTF">2026-06-25T01:30:53Z</dcterms:created>
  <dcterms:modified xsi:type="dcterms:W3CDTF">2026-06-25T01:30:53Z</dcterms:modified>
</cp:coreProperties>
</file>