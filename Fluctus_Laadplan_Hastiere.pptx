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7.xlsx"/></Relationships>
</file>

<file path=ppt/charts/chart1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stie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Hastière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HASTIÈRE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Hastière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2.139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Hastière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Hastière,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parkings · 2.139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johanmmk.github.io/gemeenten/Kaart_bedrijfsparkings_Hastiere.html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Hastière.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auto’s op 6 slimme parkings in Hastière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HASTI 70 (70 kV), 1.6 km van Hastière.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Hastière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HASTI 70 (70 kV) — dichtste kopstation bij Hastière, op ± 1.6 km. Flex ≈ 3 MW (11 kW/wagen + 10 kW batterij) op 34.7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Hastière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Hastière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Hastière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Hastière</dc:title>
  <dc:subject>PptxGenJS Presentation</dc:subject>
  <dc:creator>Fluctus</dc:creator>
  <cp:lastModifiedBy>Fluctus</cp:lastModifiedBy>
  <cp:revision>1</cp:revision>
  <dcterms:created xsi:type="dcterms:W3CDTF">2026-06-25T01:37:35Z</dcterms:created>
  <dcterms:modified xsi:type="dcterms:W3CDTF">2026-06-25T01:37:35Z</dcterms:modified>
</cp:coreProperties>
</file>