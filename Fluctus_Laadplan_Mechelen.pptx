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5.xlsx"/></Relationships>
</file>

<file path=ppt/charts/chart29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che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Mechelen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MECHELEN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Mechelen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12.564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Mechelen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12.564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€ 18,85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€ 18,85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Mechelen,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324 parkings · 12.564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johanmmk.github.io/gemeenten/Kaart_bedrijfsparkings_Mechelen.html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Mechelen.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7.530 auto’s op 197 slimme parkings in Mechelen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10.5 km van Mechelen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Mechelen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Mechelen, op ± 10.5 km (laagste load van de cluster &lt;5 km). Flex ≈ 47.7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Mechelen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Mechelen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Mechelen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Mechelen</dc:title>
  <dc:subject>PptxGenJS Presentation</dc:subject>
  <dc:creator>Fluctus</dc:creator>
  <cp:lastModifiedBy>Fluctus</cp:lastModifiedBy>
  <cp:revision>1</cp:revision>
  <dcterms:created xsi:type="dcterms:W3CDTF">2026-06-24T01:27:29Z</dcterms:created>
  <dcterms:modified xsi:type="dcterms:W3CDTF">2026-06-24T01:27:29Z</dcterms:modified>
</cp:coreProperties>
</file>