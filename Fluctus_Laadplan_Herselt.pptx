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1.xlsx"/></Relationships>
</file>

<file path=ppt/charts/chart1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sel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Herselt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HERSELT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Herselt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3.310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Herselt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Herselt,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parkings · 3.310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johanmmk.github.io/gemeenten/Kaart_bedrijfsparkings_Herselt.html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Herselt.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629 auto’s op 24 slimme parkings in Herselt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AARSC 70 (70 kV), 7.5 km van Herselt.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Herselt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AARSC 70 (70 kV) — dichtste kopstation bij Herselt, op ± 7.5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Herselt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Herselt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Herselt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Herselt</dc:title>
  <dc:subject>PptxGenJS Presentation</dc:subject>
  <dc:creator>Fluctus</dc:creator>
  <cp:lastModifiedBy>Fluctus</cp:lastModifiedBy>
  <cp:revision>1</cp:revision>
  <dcterms:created xsi:type="dcterms:W3CDTF">2026-06-25T01:42:42Z</dcterms:created>
  <dcterms:modified xsi:type="dcterms:W3CDTF">2026-06-25T01:42:42Z</dcterms:modified>
</cp:coreProperties>
</file>