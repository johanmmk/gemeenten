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2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0.xlsx"/></Relationships>
</file>

<file path=ppt/charts/chart4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</c:v>
                </c:pt>
                <c:pt idx="1">
                  <c:v>72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pa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2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SPA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Spa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854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Spa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€ 1,28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€ 2,56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€ 1,28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€ 2,56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Spa,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parkings · 854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johanmmk.github.io/gemeenten/Kaart_bedrijfsparkings_Spa.html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Spa.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578 auto’s op 20 slimme parkings in Spa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52% naar 72%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TURON 70 (70 kV), 5.3 km van Spa.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Spa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TURON 70 (70 kV) — dichtste kopstation bij Spa, op ± 5.3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Spa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Spa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Spa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Spa</dc:title>
  <dc:subject>PptxGenJS Presentation</dc:subject>
  <dc:creator>Fluctus</dc:creator>
  <cp:lastModifiedBy>Fluctus</cp:lastModifiedBy>
  <cp:revision>1</cp:revision>
  <dcterms:created xsi:type="dcterms:W3CDTF">2026-06-25T03:33:17Z</dcterms:created>
  <dcterms:modified xsi:type="dcterms:W3CDTF">2026-06-25T03:33:17Z</dcterms:modified>
</cp:coreProperties>
</file>