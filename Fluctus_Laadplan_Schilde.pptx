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1.xlsx"/></Relationships>
</file>

<file path=ppt/charts/chart5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chil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Schilde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SCHILDE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Schilde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Schilde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Schilde,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parkings · 3.789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johanmmk.github.io/gemeenten/Kaart_bedrijfsparkings_Schilde.html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Schilde.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719 auto’s op 22 slimme parkings in Schilde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SJOB 70 (70 kV), 5.8 km van Schilde.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Schilde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SJOB 70 (70 kV) — dichtste kopstation bij Schilde, op ± 5.8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Schilde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Schilde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Schilde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Schilde</dc:title>
  <dc:subject>PptxGenJS Presentation</dc:subject>
  <dc:creator>Fluctus</dc:creator>
  <cp:lastModifiedBy>Fluctus</cp:lastModifiedBy>
  <cp:revision>1</cp:revision>
  <dcterms:created xsi:type="dcterms:W3CDTF">2026-06-25T04:25:28Z</dcterms:created>
  <dcterms:modified xsi:type="dcterms:W3CDTF">2026-06-25T04:25:28Z</dcterms:modified>
</cp:coreProperties>
</file>