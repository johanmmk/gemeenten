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8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8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4.xlsx"/></Relationships>
</file>

<file path=ppt/charts/chart1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rv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8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Herve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HERVE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Herve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5.411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Herve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5.411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€ 8,12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€ 16,23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5.411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€ 8,12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5.411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€ 16,23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Herve,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 parkings · 5.411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johanmmk.github.io/gemeenten/Kaart_bedrijfsparkings_Herve.html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Herve.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1.991 auto’s op 58 slimme parkings in Herve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PLENE 70 (70 kV), 6.3 km van Herve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Herve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PLENE 70 (70 kV) — dichtste kopstation bij Herve, op ± 6.3 km (laagste load van de cluster &lt;5 km).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Herve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Herve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Herve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Herve</dc:title>
  <dc:subject>PptxGenJS Presentation</dc:subject>
  <dc:creator>Fluctus</dc:creator>
  <cp:lastModifiedBy>Fluctus</cp:lastModifiedBy>
  <cp:revision>1</cp:revision>
  <dcterms:created xsi:type="dcterms:W3CDTF">2026-06-24T00:43:06Z</dcterms:created>
  <dcterms:modified xsi:type="dcterms:W3CDTF">2026-06-24T00:43:06Z</dcterms:modified>
</cp:coreProperties>
</file>