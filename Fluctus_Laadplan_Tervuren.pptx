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2.xlsx"/></Relationships>
</file>

<file path=ppt/charts/chart4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ervu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Tervuren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TERVUREN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Tervuren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3.208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Tervuren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Tervuren,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parkings · 3.208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johanmmk.github.io/gemeenten/Kaart_bedrijfsparkings_Tervuren.html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Tervuren.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 auto’s op 20 slimme parkings in Tervuren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ZAVEN 36 (36 kV), 7.3 km van Tervuren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Tervuren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ZAVEN 36 (36 kV) — dichtste kopstation bij Tervuren, op ± 7.3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Tervuren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Tervuren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Tervuren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Tervuren</dc:title>
  <dc:subject>PptxGenJS Presentation</dc:subject>
  <dc:creator>Fluctus</dc:creator>
  <cp:lastModifiedBy>Fluctus</cp:lastModifiedBy>
  <cp:revision>1</cp:revision>
  <dcterms:created xsi:type="dcterms:W3CDTF">2026-06-24T02:37:01Z</dcterms:created>
  <dcterms:modified xsi:type="dcterms:W3CDTF">2026-06-24T02:37:01Z</dcterms:modified>
</cp:coreProperties>
</file>