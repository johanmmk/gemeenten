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2.xlsx"/></Relationships>
</file>

<file path=ppt/charts/chart3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5.501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€ 16,50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5.501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€ 16,50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 parkings · 5.501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2.566 auto’s op 93 slimme parkings in Olen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HEREN 70 (70 kV), 2.2 km van Olen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HEREN 70 (70 kV) — dichtste kopstation bij Olen, op ± 2.2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Olen</dc:title>
  <dc:subject>PptxGenJS Presentation</dc:subject>
  <dc:creator>Fluctus</dc:creator>
  <cp:lastModifiedBy>Fluctus</cp:lastModifiedBy>
  <cp:revision>1</cp:revision>
  <dcterms:created xsi:type="dcterms:W3CDTF">2026-06-25T02:45:10Z</dcterms:created>
  <dcterms:modified xsi:type="dcterms:W3CDTF">2026-06-25T02:45:10Z</dcterms:modified>
</cp:coreProperties>
</file>