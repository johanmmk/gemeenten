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5.xlsx"/></Relationships>
</file>

<file path=ppt/charts/chart1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nnui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Hannuit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HANNUIT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Hannuit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1.932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Hannuit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Hannuit,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parkings · 1.932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johanmmk.github.io/gemeenten/Kaart_bedrijfsparkings_Hannuit.html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Hannuit.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1.932 auto’s op 88 slimme parkings in Hannuit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HANNU150 (150 kV), 1.7 km van Hannuit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Hannuit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HANNU150 (150 kV) — dichtste kopstation bij Hannuit, op ± 1.7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Hannuit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Hannuit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Hannuit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Hannuit</dc:title>
  <dc:subject>PptxGenJS Presentation</dc:subject>
  <dc:creator>Fluctus</dc:creator>
  <cp:lastModifiedBy>Fluctus</cp:lastModifiedBy>
  <cp:revision>1</cp:revision>
  <dcterms:created xsi:type="dcterms:W3CDTF">2026-06-24T00:35:30Z</dcterms:created>
  <dcterms:modified xsi:type="dcterms:W3CDTF">2026-06-24T00:35:30Z</dcterms:modified>
</cp:coreProperties>
</file>