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1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9.xlsx"/></Relationships>
</file>

<file path=ppt/charts/chart2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77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apell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1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Kapellen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KAPELLEN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Kapellen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5.964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Kapellen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5.964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€ 8,95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€ 17,89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5.964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€ 8,95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5.964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€ 17,89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Kapellen,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 parkings · 5.964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johanmmk.github.io/gemeenten/Kaart_bedrijfsparkings_Kapellen.html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Kapellen.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2.271 auto’s op 98 slimme parkings in Kapellen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64% naar 77%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EKERE150 (150 kV), 4.2 km van Kapellen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Kapellen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EKERE150 (150 kV) — dichtste kopstation bij Kapellen, op ± 4.2 km (laagste load van de cluster &lt;5 km). Flex ≈ 25.9 MW (11 kW/wagen + 10 kW batterij) op 129.5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Kapellen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Kapellen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Kapellen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Kapellen</dc:title>
  <dc:subject>PptxGenJS Presentation</dc:subject>
  <dc:creator>Fluctus</dc:creator>
  <cp:lastModifiedBy>Fluctus</cp:lastModifiedBy>
  <cp:revision>1</cp:revision>
  <dcterms:created xsi:type="dcterms:W3CDTF">2026-06-24T00:52:13Z</dcterms:created>
  <dcterms:modified xsi:type="dcterms:W3CDTF">2026-06-24T00:52:13Z</dcterms:modified>
</cp:coreProperties>
</file>