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7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7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1.xlsx"/></Relationships>
</file>

<file path=ppt/charts/chart1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eist_op_den_Berg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7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Heist-op-den-Berg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HEIST-OP-DEN-BERG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Heist-op-den-Berg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5.701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Heist-op-den-Berg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€ 8,55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€ 17,10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5.701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€ 8,55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5.701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€ 17,10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Heist-op-den-Berg,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 parkings · 5.701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johanmmk.github.io/gemeenten/Kaart_bedrijfsparkings_Heist_op_den_Berg.html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Heist-op-den-Berg.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2.927 auto’s op 80 slimme parkings in Heist-op-den-Berg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HEOUT 70 (70 kV), 9.8 km van Heist-op-den-Berg.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Heist-op-den-Berg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HEOUT 70 (70 kV) — dichtste kopstation bij Heist-op-den-Berg, op ± 9.8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Heist-op-den-Berg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Heist-op-den-Berg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Heist-op-den-Berg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Heist-op-den-Berg</dc:title>
  <dc:subject>PptxGenJS Presentation</dc:subject>
  <dc:creator>Fluctus</dc:creator>
  <cp:lastModifiedBy>Fluctus</cp:lastModifiedBy>
  <cp:revision>1</cp:revision>
  <dcterms:created xsi:type="dcterms:W3CDTF">2026-06-24T00:39:16Z</dcterms:created>
  <dcterms:modified xsi:type="dcterms:W3CDTF">2026-06-24T00:39:16Z</dcterms:modified>
</cp:coreProperties>
</file>