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154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5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54.xlsx"/></Relationships>
</file>

<file path=ppt/charts/chart15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45</c:v>
                </c:pt>
                <c:pt idx="1">
                  <c:v>69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Grimbergen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154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Grimbergen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GRIMBERGEN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Grimbergen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11.871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Grimbergen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+ 183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11.871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333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€ 17,81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€ 35,61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11.871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€ 17,81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11.871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€ 35,61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Grimbergen,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333 parkings · 11.871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johanmmk.github.io/gemeenten/Kaart_bedrijfsparkings_Grimbergen.html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6" name="Shape 11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0" name="Text 14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Grimbergen.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4.443 auto’s op 150 slimme parkings in Grimbergen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45% naar 69%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BUDA 36 (36 kV), 5.1 km van Grimbergen (laagste load van de cluster &lt;5 km).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Grimbergen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BUDA 36 (36 kV) — dichtste kopstation bij Grimbergen, op ± 5.1 km (laagste load van de cluster &lt;5 km). Flex ≈ 4 MW (11 kW/wagen + 10 kW batterij) op 20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Grimbergen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+53%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Grimbergen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+53%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Grimbergen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Grimbergen</dc:title>
  <dc:subject>PptxGenJS Presentation</dc:subject>
  <dc:creator>Fluctus</dc:creator>
  <cp:lastModifiedBy>Fluctus</cp:lastModifiedBy>
  <cp:revision>1</cp:revision>
  <dcterms:created xsi:type="dcterms:W3CDTF">2026-06-24T00:24:54Z</dcterms:created>
  <dcterms:modified xsi:type="dcterms:W3CDTF">2026-06-24T00:24:54Z</dcterms:modified>
</cp:coreProperties>
</file>