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4.xlsx"/></Relationships>
</file>

<file path=ppt/charts/chart1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rimberg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Grimbergen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GRIMBERGEN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Grimbergen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11.871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Grimbergen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11.871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€ 17,81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€ 35,61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€ 17,81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11.871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€ 35,61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Grimbergen,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333 parkings · 11.871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johanmmk.github.io/gemeenten/Kaart_bedrijfsparkings_Grimbergen.html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Grimbergen.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4.443 auto’s op 150 slimme parkings in Grimbergen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45%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BUDA 36 (36 kV), 5.1 km van Grimbergen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Grimbergen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BUDA 36 (36 kV) — dichtste kopstation bij Grimbergen, op ± 5.1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Grimbergen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Grimbergen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Grimbergen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Grimbergen</dc:title>
  <dc:subject>PptxGenJS Presentation</dc:subject>
  <dc:creator>Fluctus</dc:creator>
  <cp:lastModifiedBy>Fluctus</cp:lastModifiedBy>
  <cp:revision>1</cp:revision>
  <dcterms:created xsi:type="dcterms:W3CDTF">2026-06-25T01:28:26Z</dcterms:created>
  <dcterms:modified xsi:type="dcterms:W3CDTF">2026-06-25T01:28:26Z</dcterms:modified>
</cp:coreProperties>
</file>