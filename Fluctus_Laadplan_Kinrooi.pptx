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2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5.xlsx"/></Relationships>
</file>

<file path=ppt/charts/chart2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Kinrooi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2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Kinrooi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KINROOI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Kinrooi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2.293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Kinrooi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2.293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€ 6,88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2.293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2.293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€ 6,88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Kinrooi,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parkings · 2.293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johanmmk.github.io/gemeenten/Kaart_bedrijfsparkings_Kinrooi.html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Kinrooi.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999 auto’s op 37 slimme parkings in Kinrooi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MAASE 70 (70 kV), 7.6 km van Kinrooi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Kinrooi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MAASE 70 (70 kV) — dichtste kopstation bij Kinrooi, op ± 7.6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Kinrooi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Kinrooi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Kinrooi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Kinrooi</dc:title>
  <dc:subject>PptxGenJS Presentation</dc:subject>
  <dc:creator>Fluctus</dc:creator>
  <cp:lastModifiedBy>Fluctus</cp:lastModifiedBy>
  <cp:revision>1</cp:revision>
  <dcterms:created xsi:type="dcterms:W3CDTF">2026-06-24T00:55:26Z</dcterms:created>
  <dcterms:modified xsi:type="dcterms:W3CDTF">2026-06-24T00:55:26Z</dcterms:modified>
</cp:coreProperties>
</file>