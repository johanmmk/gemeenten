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v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667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Bever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€ 1,00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Bever,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parkings · 667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johanmmk.github.io/gemeenten/Kaart_bedrijfsparkings_Bever.html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Bever.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 auto’s op 7 slimme parkings in Bever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55%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DEUXA 70 (70 kV), 5.6 km van Bever.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Bever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DEUXA 70 (70 kV) — dichtste kopstation bij Bever, op ± 5.6 km. Flex ≈ 5.9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Bever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Bever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Bever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Bever</dc:title>
  <dc:subject>PptxGenJS Presentation</dc:subject>
  <dc:creator>Fluctus</dc:creator>
  <cp:lastModifiedBy>Fluctus</cp:lastModifiedBy>
  <cp:revision>1</cp:revision>
  <dcterms:created xsi:type="dcterms:W3CDTF">2026-06-25T00:12:32Z</dcterms:created>
  <dcterms:modified xsi:type="dcterms:W3CDTF">2026-06-25T00:12:32Z</dcterms:modified>
</cp:coreProperties>
</file>