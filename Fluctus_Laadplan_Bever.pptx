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5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2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5.xlsx"/></Relationships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35</c:v>
                </c:pt>
                <c:pt idx="1">
                  <c:v>55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Bever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25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Bever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BEVER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Bever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667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Bever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+ 11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667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€ 1,00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€ 2,00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667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€ 1,00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667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€ 2,00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Bever,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 parkings · 667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johanmmk.github.io/gemeenten/Kaart_bedrijfsparkings_Bever.html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Bever.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281 auto’s op 7 slimme parkings in Bever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35% naar 55%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DEUXA 70 (70 kV), 5.6 km van Bever.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Bever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DEUXA 70 (70 kV) — dichtste kopstation bij Bever, op ± 5.6 km. Flex ≈ 5.9 MW (11 kW/wagen + 10 kW batterij) op 50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Bever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+57%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Bever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+57%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Bever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Bever</dc:title>
  <dc:subject>PptxGenJS Presentation</dc:subject>
  <dc:creator>Fluctus</dc:creator>
  <cp:lastModifiedBy>Fluctus</cp:lastModifiedBy>
  <cp:revision>1</cp:revision>
  <dcterms:created xsi:type="dcterms:W3CDTF">2026-06-23T22:48:08Z</dcterms:created>
  <dcterms:modified xsi:type="dcterms:W3CDTF">2026-06-23T22:48:08Z</dcterms:modified>
</cp:coreProperties>
</file>