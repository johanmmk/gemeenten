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7.xlsx"/></Relationships>
</file>

<file path=ppt/charts/chart1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alte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Haaltert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HAALTERT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Haaltert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Haaltert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€ 7,29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€ 14,59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Haaltert,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parkings · 4.862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johanmmk.github.io/gemeenten/Kaart_bedrijfsparkings_Haaltert.html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Haaltert.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476 auto’s op 24 slimme parkings in Haaltert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NINOV 70 (70 kV), 4.8 km van Haaltert.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Haaltert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NINOV 70 (70 kV) — dichtste kopstation bij Haaltert, op ± 4.8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Haaltert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Haaltert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Haaltert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Haaltert</dc:title>
  <dc:subject>PptxGenJS Presentation</dc:subject>
  <dc:creator>Fluctus</dc:creator>
  <cp:lastModifiedBy>Fluctus</cp:lastModifiedBy>
  <cp:revision>1</cp:revision>
  <dcterms:created xsi:type="dcterms:W3CDTF">2026-06-24T00:29:02Z</dcterms:created>
  <dcterms:modified xsi:type="dcterms:W3CDTF">2026-06-24T00:29:02Z</dcterms:modified>
</cp:coreProperties>
</file>