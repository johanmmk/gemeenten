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0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0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7.xlsx"/></Relationships>
</file>

<file path=ppt/charts/chart5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nderlu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0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Anderlues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ANDERLUES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Anderlues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2.590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Anderlues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2.590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€ 3,88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€ 7,77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2.590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€ 3,88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2.590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€ 7,77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Anderlues,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parkings · 2.590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johanmmk.github.io/gemeenten/Kaart_bedrijfsparkings_Anderlues.html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Anderlues.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963 auto’s op 39 slimme parkings in Anderlues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LOBBE 70 (70 kV), 5 km van Anderlues.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Anderlues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LOBBE 70 (70 kV) — dichtste kopstation bij Anderlues, op ± 5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Anderlues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Anderlues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Anderlues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Anderlues</dc:title>
  <dc:subject>PptxGenJS Presentation</dc:subject>
  <dc:creator>Fluctus</dc:creator>
  <cp:lastModifiedBy>Fluctus</cp:lastModifiedBy>
  <cp:revision>1</cp:revision>
  <dcterms:created xsi:type="dcterms:W3CDTF">2026-06-25T03:59:15Z</dcterms:created>
  <dcterms:modified xsi:type="dcterms:W3CDTF">2026-06-25T03:59:15Z</dcterms:modified>
</cp:coreProperties>
</file>