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4.xlsx"/></Relationships>
</file>

<file path=ppt/charts/chart1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roidchape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Froidchapelle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FROIDCHAPELLE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Froidchapelle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Froidchapelle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Froidchapelle,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parkings · 523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johanmmk.github.io/gemeenten/Kaart_bedrijfsparkings_Froidchapelle.html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Froidchapelle.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 auto’s op 10 slimme parkings in Froidchapelle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PLATE150 (150 kV), 4 km van Froidchapelle.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Froidchapelle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PLATE150 (150 kV) — dichtste kopstation bij Froidchapelle, op ± 4 km. Flex ≈ 4.7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Froidchapelle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Froidchapelle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Froidchapelle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Froidchapelle</dc:title>
  <dc:subject>PptxGenJS Presentation</dc:subject>
  <dc:creator>Fluctus</dc:creator>
  <cp:lastModifiedBy>Fluctus</cp:lastModifiedBy>
  <cp:revision>1</cp:revision>
  <dcterms:created xsi:type="dcterms:W3CDTF">2026-06-25T01:08:40Z</dcterms:created>
  <dcterms:modified xsi:type="dcterms:W3CDTF">2026-06-25T01:08:40Z</dcterms:modified>
</cp:coreProperties>
</file>