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7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7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7.xlsx"/></Relationships>
</file>

<file path=ppt/charts/chart2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onderze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7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Londerzeel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LONDERZEEL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Londerzeel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4.461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Londerzeel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4.461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€ 6,69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€ 13,38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4.461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€ 6,69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4.461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€ 13,38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Londerzeel,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 parkings · 4.461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johanmmk.github.io/gemeenten/Kaart_bedrijfsparkings_Londerzeel.html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Londerzeel.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2.163 auto’s op 69 slimme parkings in Londerzeel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MALDR 70 (70 kV), 1.8 km van Londerzeel.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Londerzeel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MALDR 70 (70 kV) — dichtste kopstation bij Londerzeel, op ± 1.8 km.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Londerzeel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Londerzeel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Londerzeel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Londerzeel</dc:title>
  <dc:subject>PptxGenJS Presentation</dc:subject>
  <dc:creator>Fluctus</dc:creator>
  <cp:lastModifiedBy>Fluctus</cp:lastModifiedBy>
  <cp:revision>1</cp:revision>
  <dcterms:created xsi:type="dcterms:W3CDTF">2026-06-25T02:26:45Z</dcterms:created>
  <dcterms:modified xsi:type="dcterms:W3CDTF">2026-06-25T02:26:45Z</dcterms:modified>
</cp:coreProperties>
</file>