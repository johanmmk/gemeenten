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2.xlsx"/></Relationships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stinn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Estinnes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ESTINNES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Estinnes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4.061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Estinnes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Estinnes,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parkings · 4.061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johanmmk.github.io/gemeenten/Kaart_bedrijfsparkings_Estinnes.html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Estinnes.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645 auto’s op 17 slimme parkings in Estinnes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51%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HARMI150 (150 kV), 7.2 km van Estinnes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Estinnes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HARMI150 (150 kV) — dichtste kopstation bij Estinnes, op ± 7.2 km (laagste load van de cluster &lt;5 km). Flex ≈ 13.5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Estinnes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Estinnes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Estinnes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Estinnes</dc:title>
  <dc:subject>PptxGenJS Presentation</dc:subject>
  <dc:creator>Fluctus</dc:creator>
  <cp:lastModifiedBy>Fluctus</cp:lastModifiedBy>
  <cp:revision>1</cp:revision>
  <dcterms:created xsi:type="dcterms:W3CDTF">2026-06-23T23:51:51Z</dcterms:created>
  <dcterms:modified xsi:type="dcterms:W3CDTF">2026-06-23T23:51:51Z</dcterms:modified>
</cp:coreProperties>
</file>