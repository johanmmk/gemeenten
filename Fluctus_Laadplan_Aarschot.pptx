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2.xlsx"/></Relationships>
</file>

<file path=ppt/charts/chart4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rscho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Aarschot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AARSCHOT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Aarschot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Aarschot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Aarschot,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parkings · 4.041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johanmmk.github.io/gemeenten/Kaart_bedrijfsparkings_Aarschot.html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Aarschot.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2.466 auto’s op 87 slimme parkings in Aarschot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AARSC 70 (70 kV), 1.9 km van Aarschot.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Aarschot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AARSC 70 (70 kV) — dichtste kopstation bij Aarschot, op ± 1.9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Aarschot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Aarschot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Aarschot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Aarschot</dc:title>
  <dc:subject>PptxGenJS Presentation</dc:subject>
  <dc:creator>Fluctus</dc:creator>
  <cp:lastModifiedBy>Fluctus</cp:lastModifiedBy>
  <cp:revision>1</cp:revision>
  <dcterms:created xsi:type="dcterms:W3CDTF">2026-06-25T03:41:41Z</dcterms:created>
  <dcterms:modified xsi:type="dcterms:W3CDTF">2026-06-25T03:41:41Z</dcterms:modified>
</cp:coreProperties>
</file>