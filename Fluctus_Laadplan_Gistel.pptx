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4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4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9.xlsx"/></Relationships>
</file>

<file path=ppt/charts/chart14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71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Gistel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49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Gistel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GISTEL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Gistel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4.015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Gistel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+ 75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4.015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€ 6,02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€ 12,04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4.015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€ 6,02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4.015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€ 12,04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Gistel,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 parkings · 4.015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johanmmk.github.io/gemeenten/Kaart_bedrijfsparkings_Gistel.html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Gistel.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1.068 auto’s op 36 slimme parkings in Gistel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50% naar 71%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GISTE 36 (36 kV), 1.5 km van Gistel.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Gistel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GISTE 36 (36 kV) — dichtste kopstation bij Gistel, op ± 1.5 km. Flex ≈ 4 MW (11 kW/wagen + 10 kW batterij) op 20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Gistel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+42%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Gistel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+42%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Gistel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Gistel</dc:title>
  <dc:subject>PptxGenJS Presentation</dc:subject>
  <dc:creator>Fluctus</dc:creator>
  <cp:lastModifiedBy>Fluctus</cp:lastModifiedBy>
  <cp:revision>1</cp:revision>
  <dcterms:created xsi:type="dcterms:W3CDTF">2026-06-25T01:27:11Z</dcterms:created>
  <dcterms:modified xsi:type="dcterms:W3CDTF">2026-06-25T01:27:11Z</dcterms:modified>
</cp:coreProperties>
</file>