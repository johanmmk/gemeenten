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chart2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Kasterle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2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Kasterlee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KASTERLEE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Kasterlee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5.146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Kasterlee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€ 15,44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€ 15,44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Kasterlee,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parkings · 5.146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johanmmk.github.io/gemeenten/Kaart_bedrijfsparkings_Kasterlee.html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Kasterlee.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1.251 auto’s op 35 slimme parkings in Kasterlee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TURNH 70 (70 kV), 7.3 km van Kasterlee.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Kasterlee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TURNH 70 (70 kV) — dichtste kopstation bij Kasterlee, op ± 7.3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Kasterlee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Kasterlee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Kasterlee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Kasterlee</dc:title>
  <dc:subject>PptxGenJS Presentation</dc:subject>
  <dc:creator>Fluctus</dc:creator>
  <cp:lastModifiedBy>Fluctus</cp:lastModifiedBy>
  <cp:revision>1</cp:revision>
  <dcterms:created xsi:type="dcterms:W3CDTF">2026-06-24T00:53:38Z</dcterms:created>
  <dcterms:modified xsi:type="dcterms:W3CDTF">2026-06-24T00:53:38Z</dcterms:modified>
</cp:coreProperties>
</file>