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rugg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Brugge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BRUGGE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Brugge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22.913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Brugge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+ 135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22.913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€ 34,37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€ 68,74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22.913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€ 34,37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22.913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€ 68,74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Brugge,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525 parkings · 22.913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johanmmk.github.io/gemeenten/Kaart_bedrijfsparkings_Brugge.html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Brugge.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17.551 auto’s op 390 slimme parkings in Brugge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36%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BRUGG150 (150 kV), 2.7 km van Brugge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Brugge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BRUGG150 (150 kV) — dichtste kopstation bij Brugge, op ± 2.7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Brugge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Brugge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Brugge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Brugge</dc:title>
  <dc:subject>PptxGenJS Presentation</dc:subject>
  <dc:creator>Fluctus</dc:creator>
  <cp:lastModifiedBy>Fluctus</cp:lastModifiedBy>
  <cp:revision>1</cp:revision>
  <dcterms:created xsi:type="dcterms:W3CDTF">2026-06-23T22:57:36Z</dcterms:created>
  <dcterms:modified xsi:type="dcterms:W3CDTF">2026-06-23T22:57:36Z</dcterms:modified>
</cp:coreProperties>
</file>