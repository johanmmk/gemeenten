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5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5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8.xlsx"/></Relationships>
</file>

<file path=ppt/charts/chart3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Perwij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5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Perwijs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PERWIJS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Perwijs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1.091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Perwijs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€ 3,27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€ 3,27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Perwijs,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parkings · 1.091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johanmmk.github.io/gemeenten/Kaart_bedrijfsparkings_Perwijs.html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Perwijs.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1.091 auto’s op 41 slimme parkings in Perwijs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LEUZE 70 (70 kV), 12.4 km van Perwijs.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Perwijs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LEUZE 70 (70 kV) — dichtste kopstation bij Perwijs, op ± 12.4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Perwijs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Perwijs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Perwijs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Perwijs</dc:title>
  <dc:subject>PptxGenJS Presentation</dc:subject>
  <dc:creator>Fluctus</dc:creator>
  <cp:lastModifiedBy>Fluctus</cp:lastModifiedBy>
  <cp:revision>1</cp:revision>
  <dcterms:created xsi:type="dcterms:W3CDTF">2026-06-25T03:11:51Z</dcterms:created>
  <dcterms:modified xsi:type="dcterms:W3CDTF">2026-06-25T03:11:51Z</dcterms:modified>
</cp:coreProperties>
</file>