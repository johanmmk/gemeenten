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</c:v>
                </c:pt>
                <c:pt idx="1">
                  <c:v>68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ering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Beringen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BERINGEN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Beringen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15.383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Beringen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+ 229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15.383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€ 23,07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€ 46,15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15.383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€ 23,07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15.383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€ 46,15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Beringen,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454 parkings · 15.383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johanmmk.github.io/gemeenten/Kaart_bedrijfsparkings_Beringen.html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Beringen.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6.449 auto’s op 225 slimme parkings in Beringen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41% naar 68%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BERIN150 (150 kV), 0.9 km van Beringen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Beringen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BERIN150 (150 kV) — dichtste kopstation bij Beringen, op ± 0.9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Beringen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Beringen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Beringen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Beringen</dc:title>
  <dc:subject>PptxGenJS Presentation</dc:subject>
  <dc:creator>Fluctus</dc:creator>
  <cp:lastModifiedBy>Fluctus</cp:lastModifiedBy>
  <cp:revision>1</cp:revision>
  <dcterms:created xsi:type="dcterms:W3CDTF">2026-06-25T00:03:32Z</dcterms:created>
  <dcterms:modified xsi:type="dcterms:W3CDTF">2026-06-25T00:03:32Z</dcterms:modified>
</cp:coreProperties>
</file>