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5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3.xlsx"/></Relationships>
</file>

<file path=ppt/charts/chart1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rav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5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GRAVEN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Graven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2.394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Graven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2.394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€ 3,59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€ 7,18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€ 3,59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€ 7,18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Graven,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parkings · 2.394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johanmmk.github.io/gemeenten/Kaart_bedrijfsparkings_Graven.html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Graven.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2.394 auto’s op 78 slimme parkings in Graven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BIERG 36 (36 kV), 7.4 km van Graven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Graven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BIERG 36 (36 kV) — dichtste kopstation bij Graven, op ± 7.4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Graven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Graven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Graven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Graven</dc:title>
  <dc:subject>PptxGenJS Presentation</dc:subject>
  <dc:creator>Fluctus</dc:creator>
  <cp:lastModifiedBy>Fluctus</cp:lastModifiedBy>
  <cp:revision>1</cp:revision>
  <dcterms:created xsi:type="dcterms:W3CDTF">2026-06-25T01:27:54Z</dcterms:created>
  <dcterms:modified xsi:type="dcterms:W3CDTF">2026-06-25T01:27:54Z</dcterms:modified>
</cp:coreProperties>
</file>