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8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8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3.xlsx"/></Relationships>
</file>

<file path=ppt/charts/chart18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32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erstapp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8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Herstappe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HERSTAPPE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Herstappe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216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Herstappe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€ 0,32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€ 0,65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€ 0,32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€ 0,65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Herstappe,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parkings · 216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johanmmk.github.io/gemeenten/Kaart_bedrijfsparkings_Herstappe.html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Herstappe.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auto’s op 0 slimme parkings in Herstappe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32%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FOOZ 70 (70 kV), 4.4 km van Herstappe.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Herstappe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FOOZ 70 (70 kV) — dichtste kopstation bij Herstappe, op ± 4.4 km. Flex ≈ 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Herstappe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Herstappe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Herstappe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Herstappe</dc:title>
  <dc:subject>PptxGenJS Presentation</dc:subject>
  <dc:creator>Fluctus</dc:creator>
  <cp:lastModifiedBy>Fluctus</cp:lastModifiedBy>
  <cp:revision>1</cp:revision>
  <dcterms:created xsi:type="dcterms:W3CDTF">2026-06-24T00:42:47Z</dcterms:created>
  <dcterms:modified xsi:type="dcterms:W3CDTF">2026-06-24T00:42:47Z</dcterms:modified>
</cp:coreProperties>
</file>