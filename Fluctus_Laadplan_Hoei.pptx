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0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0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3.xlsx"/></Relationships>
</file>

<file path=ppt/charts/chart20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Hoei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0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Hoei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HOEI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Hoei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4.321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Hoei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4.321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€ 6,48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€ 12,96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4.321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€ 6,48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4.321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€ 12,96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Hoei,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123 parkings · 4.321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johanmmk.github.io/gemeenten/Kaart_bedrijfsparkings_Hoei.html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Hoei.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4.321 auto’s op 123 slimme parkings in Hoei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33%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AMPSI 70 (70 kV), 6.2 km van Hoei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Hoei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AMPSI 70 (70 kV) — dichtste kopstation bij Hoei, op ± 6.2 km (laagste load van de cluster &lt;5 km).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Hoei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Hoei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Hoei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Hoei</dc:title>
  <dc:subject>PptxGenJS Presentation</dc:subject>
  <dc:creator>Fluctus</dc:creator>
  <cp:lastModifiedBy>Fluctus</cp:lastModifiedBy>
  <cp:revision>1</cp:revision>
  <dcterms:created xsi:type="dcterms:W3CDTF">2026-06-24T00:48:53Z</dcterms:created>
  <dcterms:modified xsi:type="dcterms:W3CDTF">2026-06-24T00:48:53Z</dcterms:modified>
</cp:coreProperties>
</file>