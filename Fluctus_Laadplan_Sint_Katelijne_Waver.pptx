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0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0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7.xlsx"/></Relationships>
</file>

<file path=ppt/charts/chart4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Katelijne_Wav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0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Sint-Katelijne-Waver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SINT-KATELIJNE-WAVER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Sint-Katelijne-Waver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8.562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Sint-Katelijne-Waver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+ 166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8.562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€ 12,84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€ 25,69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€ 12,84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€ 25,69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Sint-Katelijne-Waver,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 parkings · 8.562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johanmmk.github.io/gemeenten/Kaart_bedrijfsparkings_Sint_Katelijne_Waver.html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Sint-Katelijne-Waver.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1.927 auto’s op 48 slimme parkings in Sint-Katelijne-Waver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LINT 150 (150 kV), 6.5 km van Sint-Katelijne-Waver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Sint-Katelijne-Waver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LINT 150 (150 kV) — dichtste kopstation bij Sint-Katelijne-Waver, op ± 6.5 km (laagste load van de cluster &lt;5 km). Flex ≈ 40.5 MW (11 kW/wagen + 10 kW batterij) op 238.5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Sint-Katelijne-Waver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Sint-Katelijne-Waver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Sint-Katelijne-Waver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Sint-Katelijne-Waver</dc:title>
  <dc:subject>PptxGenJS Presentation</dc:subject>
  <dc:creator>Fluctus</dc:creator>
  <cp:lastModifiedBy>Fluctus</cp:lastModifiedBy>
  <cp:revision>1</cp:revision>
  <dcterms:created xsi:type="dcterms:W3CDTF">2026-06-24T02:18:11Z</dcterms:created>
  <dcterms:modified xsi:type="dcterms:W3CDTF">2026-06-24T02:18:11Z</dcterms:modified>
</cp:coreProperties>
</file>