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3.xlsx"/></Relationships>
</file>

<file path=ppt/charts/chart2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ndele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Lendelede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LENDELEDE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Lendelede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5.109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Lendelede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Lendelede,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parkings · 5.109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johanmmk.github.io/gemeenten/Kaart_bedrijfsparkings_Lendelede.html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Lendelede.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638 auto’s op 23 slimme parkings in Lendelede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IZGEM150 (150 kV), 1.5 km van Lendelede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Lendelede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IZGEM150 (150 kV) — dichtste kopstation bij Lendelede, op ± 1.5 km (laagste load van de cluster &lt;5 km). Flex ≈ 13.4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Lendelede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Lendelede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Lendelede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Lendelede</dc:title>
  <dc:subject>PptxGenJS Presentation</dc:subject>
  <dc:creator>Fluctus</dc:creator>
  <cp:lastModifiedBy>Fluctus</cp:lastModifiedBy>
  <cp:revision>1</cp:revision>
  <dcterms:created xsi:type="dcterms:W3CDTF">2026-06-25T02:18:41Z</dcterms:created>
  <dcterms:modified xsi:type="dcterms:W3CDTF">2026-06-25T02:18:41Z</dcterms:modified>
</cp:coreProperties>
</file>