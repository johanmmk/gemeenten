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4.xlsx"/></Relationships>
</file>

<file path=ppt/charts/chart2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nak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Lanaken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LANAKEN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Lanaken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4.770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Lanaken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Lanaken,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parkings · 4.770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johanmmk.github.io/gemeenten/Kaart_bedrijfsparkings_Lanaken.html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Lanaken.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1.834 auto’s op 74 slimme parkings in Lanaken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LANAK150 (150 kV), 0.7 km van Lanaken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Lanaken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LANAK150 (150 kV) — dichtste kopstation bij Lanaken, op ± 0.7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Lanaken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Lanaken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Lanaken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Lanaken</dc:title>
  <dc:subject>PptxGenJS Presentation</dc:subject>
  <dc:creator>Fluctus</dc:creator>
  <cp:lastModifiedBy>Fluctus</cp:lastModifiedBy>
  <cp:revision>1</cp:revision>
  <dcterms:created xsi:type="dcterms:W3CDTF">2026-06-25T02:15:52Z</dcterms:created>
  <dcterms:modified xsi:type="dcterms:W3CDTF">2026-06-25T02:15:52Z</dcterms:modified>
</cp:coreProperties>
</file>