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3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53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32.xlsx"/></Relationships>
</file>

<file path=ppt/charts/chart5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35</c:v>
                </c:pt>
                <c:pt idx="1">
                  <c:v>65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Walcourt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532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Walcourt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WALCOURT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Walcourt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2.289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Walcourt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+ 24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2.289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€ 3,43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€ 6,87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2.289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€ 3,43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2.289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€ 6,87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Walcourt,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 parkings · 2.289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johanmmk.github.io/gemeenten/Kaart_bedrijfsparkings_Walcourt.html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Walcourt.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1.361 auto’s op 37 slimme parkings in Walcourt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35% naar 65%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THYCH 70 (70 kV), 1.8 km van Walcourt.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Walcourt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THYCH 70 (70 kV) — dichtste kopstation bij Walcourt, op ± 1.8 km.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Walcourt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+86%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Walcourt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+86%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Walcourt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Walcourt</dc:title>
  <dc:subject>PptxGenJS Presentation</dc:subject>
  <dc:creator>Fluctus</dc:creator>
  <cp:lastModifiedBy>Fluctus</cp:lastModifiedBy>
  <cp:revision>1</cp:revision>
  <dcterms:created xsi:type="dcterms:W3CDTF">2026-06-24T04:22:35Z</dcterms:created>
  <dcterms:modified xsi:type="dcterms:W3CDTF">2026-06-24T04:22:35Z</dcterms:modified>
</cp:coreProperties>
</file>