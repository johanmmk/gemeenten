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4.xlsx"/></Relationships>
</file>

<file path=ppt/charts/chart5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lcou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Walcourt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WALCOURT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Walcourt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Walcourt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Walcourt,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parkings · 2.289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johanmmk.github.io/gemeenten/Kaart_bedrijfsparkings_Walcourt.html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Walcourt.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1.361 auto’s op 37 slimme parkings in Walcourt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THYCH 70 (70 kV), 1.8 km van Walcourt.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Walcourt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THYCH 70 (70 kV) — dichtste kopstation bij Walcourt, op ± 1.8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Walcourt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Walcourt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Walcourt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Walcourt</dc:title>
  <dc:subject>PptxGenJS Presentation</dc:subject>
  <dc:creator>Fluctus</dc:creator>
  <cp:lastModifiedBy>Fluctus</cp:lastModifiedBy>
  <cp:revision>1</cp:revision>
  <dcterms:created xsi:type="dcterms:W3CDTF">2026-06-25T04:27:30Z</dcterms:created>
  <dcterms:modified xsi:type="dcterms:W3CDTF">2026-06-25T04:27:30Z</dcterms:modified>
</cp:coreProperties>
</file>