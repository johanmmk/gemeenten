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7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7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75.xlsx"/></Relationships>
</file>

<file path=ppt/charts/chart47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int_Lambrechts_Woluw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7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Sint-Lambrechts-Woluwe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SINT-LAMBRECHTS-WOLUWE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Sint-Lambrechts-Woluwe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32.329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Sint-Lambrechts-Woluwe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32.329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€ 48,49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€ 96,99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32.329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€ 48,49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32.329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€ 96,99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Sint-Lambrechts-Woluwe,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701 parkings · 32.329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johanmmk.github.io/gemeenten/Kaart_bedrijfsparkings_Sint_Lambrechts_Woluwe.html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Sint-Lambrechts-Woluwe.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32.329 auto’s op 701 slimme parkings in Sint-Lambrechts-Woluwe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JOSAP 36 (36 kV), 3.3 km van Sint-Lambrechts-Woluwe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Sint-Lambrechts-Woluwe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JOSAP 36 (36 kV) — dichtste kopstation bij Sint-Lambrechts-Woluwe, op ± 3.3 km (laagste load van de cluster &lt;5 km).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Sint-Lambrechts-Woluwe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Sint-Lambrechts-Woluwe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Sint-Lambrechts-Woluwe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Sint-Lambrechts-Woluwe</dc:title>
  <dc:subject>PptxGenJS Presentation</dc:subject>
  <dc:creator>Fluctus</dc:creator>
  <cp:lastModifiedBy>Fluctus</cp:lastModifiedBy>
  <cp:revision>1</cp:revision>
  <dcterms:created xsi:type="dcterms:W3CDTF">2026-06-24T03:21:46Z</dcterms:created>
  <dcterms:modified xsi:type="dcterms:W3CDTF">2026-06-24T03:21:46Z</dcterms:modified>
</cp:coreProperties>
</file>