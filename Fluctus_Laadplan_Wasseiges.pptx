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3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39.xlsx"/></Relationships>
</file>

<file path=ppt/charts/chart5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34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Wasseiges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39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Wasseiges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WASSEIGES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Wasseiges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479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Wasseiges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+ 10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€ 0,72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€ 1,44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€ 0,72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€ 1,44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Wasseiges,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parkings · 479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johanmmk.github.io/gemeenten/Kaart_bedrijfsparkings_Wasseiges.html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Wasseiges.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 auto’s op 5 slimme parkings in Wasseiges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34%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HANNU150 (150 kV), 7.9 km van Wasseiges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Wasseiges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HANNU150 (150 kV) — dichtste kopstation bij Wasseiges, op ± 7.9 km (laagste load van de cluster &lt;5 km). Flex ≈ 2.2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Wasseiges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Wasseiges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Wasseiges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Wasseiges</dc:title>
  <dc:subject>PptxGenJS Presentation</dc:subject>
  <dc:creator>Fluctus</dc:creator>
  <cp:lastModifiedBy>Fluctus</cp:lastModifiedBy>
  <cp:revision>1</cp:revision>
  <dcterms:created xsi:type="dcterms:W3CDTF">2026-06-25T04:30:52Z</dcterms:created>
  <dcterms:modified xsi:type="dcterms:W3CDTF">2026-06-25T04:30:52Z</dcterms:modified>
</cp:coreProperties>
</file>