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0.xlsx"/></Relationships>
</file>

<file path=ppt/charts/chart5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tte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ATTERT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Attert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Attert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Attert,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parkings · 1.087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johanmmk.github.io/gemeenten/Kaart_bedrijfsparkings_Attert.html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Attert.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auto’s op 3 slimme parkings in Attert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HEINS220 (220 kV), 5.4 km van Attert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Attert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HEINS220 (220 kV) — dichtste kopstation bij Attert, op ± 5.4 km (laagste load van de cluster &lt;5 km). Flex ≈ 0.9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Attert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Attert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Attert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Attert</dc:title>
  <dc:subject>PptxGenJS Presentation</dc:subject>
  <dc:creator>Fluctus</dc:creator>
  <cp:lastModifiedBy>Fluctus</cp:lastModifiedBy>
  <cp:revision>1</cp:revision>
  <dcterms:created xsi:type="dcterms:W3CDTF">2026-06-24T04:14:00Z</dcterms:created>
  <dcterms:modified xsi:type="dcterms:W3CDTF">2026-06-24T04:14:00Z</dcterms:modified>
</cp:coreProperties>
</file>