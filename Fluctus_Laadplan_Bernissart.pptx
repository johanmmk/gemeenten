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nissa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Bernissart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BERNISSART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Bernissart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Bernissart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Bernissart,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parkings · 3.994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johanmmk.github.io/gemeenten/Kaart_bedrijfsparkings_Bernissart.html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Bernissart.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auto’s op 19 slimme parkings in Bernissart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QUEVA 70 (70 kV), 4.1 km van Bernissart.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Bernissart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QUEVA 70 (70 kV) — dichtste kopstation bij Bernissart, op ± 4.1 km. Flex ≈ 7.3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Bernissart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Bernissart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Bernissart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Bernissart</dc:title>
  <dc:subject>PptxGenJS Presentation</dc:subject>
  <dc:creator>Fluctus</dc:creator>
  <cp:lastModifiedBy>Fluctus</cp:lastModifiedBy>
  <cp:revision>1</cp:revision>
  <dcterms:created xsi:type="dcterms:W3CDTF">2026-06-25T00:09:48Z</dcterms:created>
  <dcterms:modified xsi:type="dcterms:W3CDTF">2026-06-25T00:09:48Z</dcterms:modified>
</cp:coreProperties>
</file>