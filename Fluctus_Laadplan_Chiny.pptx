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hin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CHINY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Chiny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770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Chiny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€ 2,31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Chiny,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parkings · 770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johanmmk.github.io/gemeenten/Kaart_bedrijfsparkings_Chiny.html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Chiny.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 auto’s op 8 slimme parkings in Chiny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CHINY 70 (70 kV), 3.5 km van Chiny.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Chiny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CHINY 70 (70 kV) — dichtste kopstation bij Chiny, op ± 3.5 km. Flex ≈ 2.5 MW (11 kW/wagen + 10 kW batterij) op 12.6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Chiny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Chiny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Chiny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Chiny</dc:title>
  <dc:subject>PptxGenJS Presentation</dc:subject>
  <dc:creator>Fluctus</dc:creator>
  <cp:lastModifiedBy>Fluctus</cp:lastModifiedBy>
  <cp:revision>1</cp:revision>
  <dcterms:created xsi:type="dcterms:W3CDTF">2026-06-23T23:14:11Z</dcterms:created>
  <dcterms:modified xsi:type="dcterms:W3CDTF">2026-06-23T23:14:11Z</dcterms:modified>
</cp:coreProperties>
</file>