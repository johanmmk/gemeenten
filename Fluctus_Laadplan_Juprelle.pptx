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1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5.xlsx"/></Relationships>
</file>

<file path=ppt/charts/chart2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44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Juprel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1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Juprelle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JUPRELLE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Juprelle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8.111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Juprelle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+ 185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€ 12,17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€ 24,33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€ 12,17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€ 24,33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Juprelle,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 parkings · 8.111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johanmmk.github.io/gemeenten/Kaart_bedrijfsparkings_Juprelle.html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Juprelle.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536 auto’s op 20 slimme parkings in Juprelle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44%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ANS 150 (150 kV), 6.8 km van Juprelle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Juprelle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ANS 150 (150 kV) — dichtste kopstation bij Juprelle, op ± 6.8 km (laagste load van de cluster &lt;5 km). Flex ≈ 11.3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Juprelle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Juprelle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Juprelle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Juprelle</dc:title>
  <dc:subject>PptxGenJS Presentation</dc:subject>
  <dc:creator>Fluctus</dc:creator>
  <cp:lastModifiedBy>Fluctus</cp:lastModifiedBy>
  <cp:revision>1</cp:revision>
  <dcterms:created xsi:type="dcterms:W3CDTF">2026-06-25T02:07:03Z</dcterms:created>
  <dcterms:modified xsi:type="dcterms:W3CDTF">2026-06-25T02:07:03Z</dcterms:modified>
</cp:coreProperties>
</file>