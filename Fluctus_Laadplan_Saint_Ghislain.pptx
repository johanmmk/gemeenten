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0.xlsx"/></Relationships>
</file>

<file path=ppt/charts/chart3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int_Ghisla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Saint-Ghislain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SAINT-GHISLAIN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Saint-Ghislain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12.277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Saint-Ghislain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€ 36,83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€ 36,83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Saint-Ghislain,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 parkings · 12.277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johanmmk.github.io/gemeenten/Kaart_bedrijfsparkings_Saint_Ghislain.html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Saint-Ghislain.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4.321 auto’s op 136 slimme parkings in Saint-Ghislain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BAUDO 70 (70 kV), 2.8 km van Saint-Ghislain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Saint-Ghislain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BAUDO 70 (70 kV) — dichtste kopstation bij Saint-Ghislain, op ± 2.8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Saint-Ghislain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Saint-Ghislain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Saint-Ghislain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Saint-Ghislain</dc:title>
  <dc:subject>PptxGenJS Presentation</dc:subject>
  <dc:creator>Fluctus</dc:creator>
  <cp:lastModifiedBy>Fluctus</cp:lastModifiedBy>
  <cp:revision>1</cp:revision>
  <dcterms:created xsi:type="dcterms:W3CDTF">2026-06-24T02:04:08Z</dcterms:created>
  <dcterms:modified xsi:type="dcterms:W3CDTF">2026-06-24T02:04:08Z</dcterms:modified>
</cp:coreProperties>
</file>