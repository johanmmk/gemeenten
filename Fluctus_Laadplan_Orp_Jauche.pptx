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3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9.xlsx"/></Relationships>
</file>

<file path=ppt/charts/chart3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rp_Jauch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3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Orp-Jauche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ORP-JAUCHE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Orp-Jauche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1.015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Orp-Jauche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Orp-Jauche,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parkings · 1.015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johanmmk.github.io/gemeenten/Kaart_bedrijfsparkings_Orp_Jauche.html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Orp-Jauche.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 auto’s op 9 slimme parkings in Orp-Jauche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HANNU150 (150 kV), 9.6 km van Orp-Jauche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Orp-Jauche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HANNU150 (150 kV) — dichtste kopstation bij Orp-Jauche, op ± 9.6 km (laagste load van de cluster &lt;5 km). Flex ≈ 6.2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Orp-Jauche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Orp-Jauche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Orp-Jauche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Orp-Jauche</dc:title>
  <dc:subject>PptxGenJS Presentation</dc:subject>
  <dc:creator>Fluctus</dc:creator>
  <cp:lastModifiedBy>Fluctus</cp:lastModifiedBy>
  <cp:revision>1</cp:revision>
  <dcterms:created xsi:type="dcterms:W3CDTF">2026-06-24T01:49:47Z</dcterms:created>
  <dcterms:modified xsi:type="dcterms:W3CDTF">2026-06-24T01:49:47Z</dcterms:modified>
</cp:coreProperties>
</file>