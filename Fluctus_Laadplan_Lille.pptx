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9.xlsx"/></Relationships>
</file>

<file path=ppt/charts/chart2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30.495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30.495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€ 45,74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€ 91,48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€ 45,74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€ 91,48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853 parkings · 30.495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14.234 auto’s op 428 slimme parkings in Lille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HEREN 70 (70 kV), 8.3 km van Lille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HEREN 70 (70 kV) — dichtste kopstation bij Lille, op ± 8.3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Lille</dc:title>
  <dc:subject>PptxGenJS Presentation</dc:subject>
  <dc:creator>Fluctus</dc:creator>
  <cp:lastModifiedBy>Fluctus</cp:lastModifiedBy>
  <cp:revision>1</cp:revision>
  <dcterms:created xsi:type="dcterms:W3CDTF">2026-06-24T01:22:03Z</dcterms:created>
  <dcterms:modified xsi:type="dcterms:W3CDTF">2026-06-24T01:22:03Z</dcterms:modified>
</cp:coreProperties>
</file>