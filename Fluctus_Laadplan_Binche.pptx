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38</c:v>
                </c:pt>
                <c:pt idx="1">
                  <c:v>66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inch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Binche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BINCHE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Binche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6.896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Binche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+ 98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6.896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€ 10,34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€ 20,69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6.896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€ 10,34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6.896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€ 20,69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Binche,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216 parkings · 6.896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johanmmk.github.io/gemeenten/Kaart_bedrijfsparkings_Binche.html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Binche.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2.856 auto’s op 118 slimme parkings in Binche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38% naar 66%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VHAIN150 (150 kV), 10 km van Binche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Binche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VHAIN150 (150 kV) — dichtste kopstation bij Binche, op ± 10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Binche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Binche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Binche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Binche</dc:title>
  <dc:subject>PptxGenJS Presentation</dc:subject>
  <dc:creator>Fluctus</dc:creator>
  <cp:lastModifiedBy>Fluctus</cp:lastModifiedBy>
  <cp:revision>1</cp:revision>
  <dcterms:created xsi:type="dcterms:W3CDTF">2026-06-25T00:15:25Z</dcterms:created>
  <dcterms:modified xsi:type="dcterms:W3CDTF">2026-06-25T00:15:25Z</dcterms:modified>
</cp:coreProperties>
</file>