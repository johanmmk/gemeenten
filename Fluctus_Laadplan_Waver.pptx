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4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4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40.xlsx"/></Relationships>
</file>

<file path=ppt/charts/chart5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Waver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4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WAVER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Waver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6.705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Waver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6.705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€ 10,06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€ 20,11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6.705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€ 10,06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6.705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€ 20,11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Waver,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parkings · 6.705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johanmmk.github.io/gemeenten/Kaart_bedrijfsparkings_Waver.html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Waver.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6.705 auto’s op 200 slimme parkings in Waver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BIERG 36 (36 kV), 1.6 km van Waver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Waver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BIERG 36 (36 kV) — dichtste kopstation bij Waver, op ± 1.6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Waver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Waver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Waver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Waver</dc:title>
  <dc:subject>PptxGenJS Presentation</dc:subject>
  <dc:creator>Fluctus</dc:creator>
  <cp:lastModifiedBy>Fluctus</cp:lastModifiedBy>
  <cp:revision>1</cp:revision>
  <dcterms:created xsi:type="dcterms:W3CDTF">2026-06-24T04:29:49Z</dcterms:created>
  <dcterms:modified xsi:type="dcterms:W3CDTF">2026-06-24T04:29:49Z</dcterms:modified>
</cp:coreProperties>
</file>