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7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7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8.xlsx"/></Relationships>
</file>

<file path=ppt/charts/chart37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42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Rijkevors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7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Rijkevorsel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RIJKEVORSEL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Rijkevorsel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3.486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Rijkevorsel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3.486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€ 5,23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€ 10,46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3.486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€ 5,23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3.486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€ 10,46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Rijkevorsel,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 parkings · 3.486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johanmmk.github.io/gemeenten/Kaart_bedrijfsparkings_Rijkevorsel.html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Rijkevorsel.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1.434 auto’s op 54 slimme parkings in Rijkevorsel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42% naar 68%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HOOGS 36 (36 kV), 2.9 km van Rijkevorsel.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Rijkevorsel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HOOGS 36 (36 kV) — dichtste kopstation bij Rijkevorsel, op ± 2.9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Rijkevorsel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Rijkevorsel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Rijkevorsel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Rijkevorsel</dc:title>
  <dc:subject>PptxGenJS Presentation</dc:subject>
  <dc:creator>Fluctus</dc:creator>
  <cp:lastModifiedBy>Fluctus</cp:lastModifiedBy>
  <cp:revision>1</cp:revision>
  <dcterms:created xsi:type="dcterms:W3CDTF">2026-06-24T01:59:08Z</dcterms:created>
  <dcterms:modified xsi:type="dcterms:W3CDTF">2026-06-24T01:59:08Z</dcterms:modified>
</cp:coreProperties>
</file>