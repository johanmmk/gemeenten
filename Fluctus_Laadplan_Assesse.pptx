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0.xlsx"/></Relationships>
</file>

<file path=ppt/charts/chart5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sses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ASSESSE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Assesse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Assesse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Assesse,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parkings · 3.539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johanmmk.github.io/gemeenten/Kaart_bedrijfsparkings_Assesse.html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Assesse.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 auto’s op 13 slimme parkings in Assesse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FLORE 70 (70 kV), 6 km van Assesse.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Assesse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FLORE 70 (70 kV) — dichtste kopstation bij Assesse, op ± 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Assesse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Assesse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Assesse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Assesse</dc:title>
  <dc:subject>PptxGenJS Presentation</dc:subject>
  <dc:creator>Fluctus</dc:creator>
  <cp:lastModifiedBy>Fluctus</cp:lastModifiedBy>
  <cp:revision>1</cp:revision>
  <dcterms:created xsi:type="dcterms:W3CDTF">2026-06-25T04:17:32Z</dcterms:created>
  <dcterms:modified xsi:type="dcterms:W3CDTF">2026-06-25T04:17:32Z</dcterms:modified>
</cp:coreProperties>
</file>