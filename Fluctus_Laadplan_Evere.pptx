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1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5.xlsx"/></Relationships>
</file>

<file path=ppt/charts/chart1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Ever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1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EVERE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Evere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11.350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Evere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+ 232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11.350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€ 17,02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€ 34,05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11.350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€ 17,02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11.350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€ 34,05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Evere,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269 parkings · 11.350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johanmmk.github.io/gemeenten/Kaart_bedrijfsparkings_Evere.html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Evere.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1.920 auto’s op 37 slimme parkings in Evere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JOSAP 36 (36 kV), 1.4 km van Evere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Evere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JOSAP 36 (36 kV) — dichtste kopstation bij Evere, op ± 1.4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Evere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Evere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Evere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Evere</dc:title>
  <dc:subject>PptxGenJS Presentation</dc:subject>
  <dc:creator>Fluctus</dc:creator>
  <cp:lastModifiedBy>Fluctus</cp:lastModifiedBy>
  <cp:revision>1</cp:revision>
  <dcterms:created xsi:type="dcterms:W3CDTF">2026-06-23T23:53:28Z</dcterms:created>
  <dcterms:modified xsi:type="dcterms:W3CDTF">2026-06-23T23:53:28Z</dcterms:modified>
</cp:coreProperties>
</file>