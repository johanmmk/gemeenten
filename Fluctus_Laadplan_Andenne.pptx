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3.xlsx"/></Relationships>
</file>

<file path=ppt/charts/chart5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de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ANDENNE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Andenne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4.411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Andenne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Andenne,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parkings · 4.411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johanmmk.github.io/gemeenten/Kaart_bedrijfsparkings_Andenne.html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Andenne.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2.252 auto’s op 58 slimme parkings in Andenne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SEILL 70 (70 kV), 4 km van Andenne.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Andenne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SEILL 70 (70 kV) — dichtste kopstation bij Andenne, op ± 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Andenne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Andenne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Andenne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Andenne</dc:title>
  <dc:subject>PptxGenJS Presentation</dc:subject>
  <dc:creator>Fluctus</dc:creator>
  <cp:lastModifiedBy>Fluctus</cp:lastModifiedBy>
  <cp:revision>1</cp:revision>
  <dcterms:created xsi:type="dcterms:W3CDTF">2026-06-24T03:48:36Z</dcterms:created>
  <dcterms:modified xsi:type="dcterms:W3CDTF">2026-06-24T03:48:36Z</dcterms:modified>
</cp:coreProperties>
</file>