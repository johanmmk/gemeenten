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6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3.xlsx"/></Relationships>
</file>

<file path=ppt/charts/chart6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Chatele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6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Châtelet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CHÂTELET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Châtelet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12.134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Châtelet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+ 244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12.134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€ 18,20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€ 36,40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12.134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€ 18,20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12.134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€ 36,40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Châtelet,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307 parkings · 12.134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johanmmk.github.io/gemeenten/Kaart_bedrijfsparkings_Chatelet.html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Châtelet.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2.336 auto’s op 63 slimme parkings in Châtelet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MONTI150 (150 kV), 4.1 km van Châtelet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Châtelet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MONTI150 (150 kV) — dichtste kopstation bij Châtelet, op ± 4.1 km (laagste load van de cluster &lt;5 km).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Châtelet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Châtelet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Châtelet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Châtelet</dc:title>
  <dc:subject>PptxGenJS Presentation</dc:subject>
  <dc:creator>Fluctus</dc:creator>
  <cp:lastModifiedBy>Fluctus</cp:lastModifiedBy>
  <cp:revision>1</cp:revision>
  <dcterms:created xsi:type="dcterms:W3CDTF">2026-06-23T23:07:52Z</dcterms:created>
  <dcterms:modified xsi:type="dcterms:W3CDTF">2026-06-23T23:07:52Z</dcterms:modified>
</cp:coreProperties>
</file>