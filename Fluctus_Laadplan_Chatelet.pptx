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hatele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Châtelet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CHÂTELET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Châtelet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12.094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Châtelet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+ 243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€ 18,14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€ 36,28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€ 18,14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€ 36,28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Châtelet,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306 parkings · 12.094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johanmmk.github.io/gemeenten/Kaart_bedrijfsparkings_Chatelet.html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Châtelet.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2.336 auto’s op 63 slimme parkings in Châtelet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MONTI150 (150 kV), 4.1 km van Châtelet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Châtelet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MONTI150 (150 kV) — dichtste kopstation bij Châtelet, op ± 4.1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Châtelet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Châtelet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Châtelet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Châtelet</dc:title>
  <dc:subject>PptxGenJS Presentation</dc:subject>
  <dc:creator>Fluctus</dc:creator>
  <cp:lastModifiedBy>Fluctus</cp:lastModifiedBy>
  <cp:revision>1</cp:revision>
  <dcterms:created xsi:type="dcterms:W3CDTF">2026-06-25T00:34:26Z</dcterms:created>
  <dcterms:modified xsi:type="dcterms:W3CDTF">2026-06-25T00:34:26Z</dcterms:modified>
</cp:coreProperties>
</file>