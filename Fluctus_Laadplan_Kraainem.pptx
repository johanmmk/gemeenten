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3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6.xlsx"/></Relationships>
</file>

<file path=ppt/charts/chart2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raain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3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Kraainem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KRAAINEM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Kraainem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6.683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Kraainem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6.683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€ 10,02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€ 20,05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6.683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€ 10,02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6.683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€ 20,05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Kraainem,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 parkings · 6.683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johanmmk.github.io/gemeenten/Kaart_bedrijfsparkings_Kraainem.html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Kraainem.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895 auto’s op 24 slimme parkings in Kraainem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JOSAP 36 (36 kV), 5.5 km van Kraainem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Kraainem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JOSAP 36 (36 kV) — dichtste kopstation bij Kraainem, op ± 5.5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Kraainem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Kraainem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Kraainem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Kraainem</dc:title>
  <dc:subject>PptxGenJS Presentation</dc:subject>
  <dc:creator>Fluctus</dc:creator>
  <cp:lastModifiedBy>Fluctus</cp:lastModifiedBy>
  <cp:revision>1</cp:revision>
  <dcterms:created xsi:type="dcterms:W3CDTF">2026-06-25T02:13:07Z</dcterms:created>
  <dcterms:modified xsi:type="dcterms:W3CDTF">2026-06-25T02:13:07Z</dcterms:modified>
</cp:coreProperties>
</file>