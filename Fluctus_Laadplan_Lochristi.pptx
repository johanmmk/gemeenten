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8.xlsx"/></Relationships>
</file>

<file path=ppt/charts/chart5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christi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Lochristi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LOCHRISTI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Lochristi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10.084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Lochristi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10.084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€ 30,25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€ 30,25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Lochristi,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 parkings · 10.084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johanmmk.github.io/gemeenten/Kaart_bedrijfsparkings_Lochristi.html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Lochristi.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2.323 auto’s op 68 slimme parkings in Lochristi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KLUDO150 (150 kV), 6.8 km van Lochristi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Lochristi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KLUDO150 (150 kV) — dichtste kopstation bij Lochristi, op ± 6.8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Lochristi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Lochristi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Lochristi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Lochristi</dc:title>
  <dc:subject>PptxGenJS Presentation</dc:subject>
  <dc:creator>Fluctus</dc:creator>
  <cp:lastModifiedBy>Fluctus</cp:lastModifiedBy>
  <cp:revision>1</cp:revision>
  <dcterms:created xsi:type="dcterms:W3CDTF">2026-06-24T04:44:07Z</dcterms:created>
  <dcterms:modified xsi:type="dcterms:W3CDTF">2026-06-24T04:44:07Z</dcterms:modified>
</cp:coreProperties>
</file>