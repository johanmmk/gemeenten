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4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4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41.xlsx"/></Relationships>
</file>

<file path=ppt/charts/chart14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</c:v>
                </c:pt>
                <c:pt idx="1">
                  <c:v>63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Gembloux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41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Gembloux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GEMBLOUX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Gembloux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4.802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Gembloux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+ 44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4.802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171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€ 7,20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€ 14,41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4.802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€ 7,20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4.802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€ 14,41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Gembloux,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171 parkings · 4.802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johanmmk.github.io/gemeenten/Kaart_bedrijfsparkings_Gembloux.html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Gembloux.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3.172 auto’s op 127 slimme parkings in Gembloux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31% naar 63%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GEMBL 70 (70 kV), 4.5 km van Gembloux.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Gembloux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GEMBL 70 (70 kV) — dichtste kopstation bij Gembloux, op ± 4.5 km. Flex ≈ 4.5 MW (11 kW/wagen + 10 kW batterij) op 22.7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Gembloux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+103%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Gembloux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+103%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Gembloux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Gembloux</dc:title>
  <dc:subject>PptxGenJS Presentation</dc:subject>
  <dc:creator>Fluctus</dc:creator>
  <cp:lastModifiedBy>Fluctus</cp:lastModifiedBy>
  <cp:revision>1</cp:revision>
  <dcterms:created xsi:type="dcterms:W3CDTF">2026-06-25T01:12:40Z</dcterms:created>
  <dcterms:modified xsi:type="dcterms:W3CDTF">2026-06-25T01:12:40Z</dcterms:modified>
</cp:coreProperties>
</file>