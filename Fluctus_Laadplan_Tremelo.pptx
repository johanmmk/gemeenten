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2.xlsx"/></Relationships>
</file>

<file path=ppt/charts/chart4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remelo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Tremelo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TREMELO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Tremelo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1.650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Tremelo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€ 2,48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Tremelo,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parkings · 1.650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johanmmk.github.io/gemeenten/Kaart_bedrijfsparkings_Tremelo.html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Tremelo.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 auto’s op 14 slimme parkings in Tremelo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45%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WILSE150 (150 kV), 10.3 km van Tremelo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Tremelo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WILSE150 (150 kV) — dichtste kopstation bij Tremelo, op ± 10.3 km (laagste load van de cluster &lt;5 km). Flex ≈ 9.1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Tremelo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Tremelo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Tremelo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Tremelo</dc:title>
  <dc:subject>PptxGenJS Presentation</dc:subject>
  <dc:creator>Fluctus</dc:creator>
  <cp:lastModifiedBy>Fluctus</cp:lastModifiedBy>
  <cp:revision>1</cp:revision>
  <dcterms:created xsi:type="dcterms:W3CDTF">2026-06-24T02:49:53Z</dcterms:created>
  <dcterms:modified xsi:type="dcterms:W3CDTF">2026-06-24T02:49:53Z</dcterms:modified>
</cp:coreProperties>
</file>