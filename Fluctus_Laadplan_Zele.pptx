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8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8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5.xlsx"/></Relationships>
</file>

<file path=ppt/charts/chart4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31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e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8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ZELE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Zele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7.548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Zele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+ 190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7.548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€ 22,64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7.548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€ 11,32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7.548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€ 22,64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Zele,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 parkings · 7.548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johanmmk.github.io/gemeenten/Kaart_bedrijfsparkings_Zele.html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Zele.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Zele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31%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ZELEI 36 (36 kV), 1.9 km van Zele.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Zele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ZELEI 36 (36 kV) — dichtste kopstation bij Zele, op ± 1.9 km. Flex ≈ 0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Zele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Zele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Zele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Zele</dc:title>
  <dc:subject>PptxGenJS Presentation</dc:subject>
  <dc:creator>Fluctus</dc:creator>
  <cp:lastModifiedBy>Fluctus</cp:lastModifiedBy>
  <cp:revision>1</cp:revision>
  <dcterms:created xsi:type="dcterms:W3CDTF">2026-06-24T03:30:37Z</dcterms:created>
  <dcterms:modified xsi:type="dcterms:W3CDTF">2026-06-24T03:30:37Z</dcterms:modified>
</cp:coreProperties>
</file>