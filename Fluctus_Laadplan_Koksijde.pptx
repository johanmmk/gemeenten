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3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0.xlsx"/></Relationships>
</file>

<file path=ppt/charts/chart2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58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Koksij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3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Koksijde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KOKSIJDE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Koksijde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5.566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Koksijde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+ 105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5.566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€ 8,35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€ 16,70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5.566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€ 8,35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5.566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€ 16,70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Koksijde,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 parkings · 5.566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johanmmk.github.io/gemeenten/Kaart_bedrijfsparkings_Koksijde.html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Koksijde.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1.284 auto’s op 31 slimme parkings in Koksijde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58%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KOKSI150 (150 kV), 1.7 km van Koksijde.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Koksijde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KOKSI150 (150 kV) — dichtste kopstation bij Koksijde, op ± 1.7 km. Flex ≈ 27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Koksijde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Koksijde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Koksijde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Koksijde</dc:title>
  <dc:subject>PptxGenJS Presentation</dc:subject>
  <dc:creator>Fluctus</dc:creator>
  <cp:lastModifiedBy>Fluctus</cp:lastModifiedBy>
  <cp:revision>1</cp:revision>
  <dcterms:created xsi:type="dcterms:W3CDTF">2026-06-24T00:56:52Z</dcterms:created>
  <dcterms:modified xsi:type="dcterms:W3CDTF">2026-06-24T00:56:52Z</dcterms:modified>
</cp:coreProperties>
</file>