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5.xlsx"/></Relationships>
</file>

<file path=ppt/charts/chart3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osterze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Oosterzele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OOSTERZELE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Oosterzele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2.810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Oosterzele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Oosterzele,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parkings · 2.810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johanmmk.github.io/gemeenten/Kaart_bedrijfsparkings_Oosterzele.html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Oosterzele.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426 auto’s op 17 slimme parkings in Oosterzele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KWATW 36 (36 kV), 6.3 km van Oosterzele.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Oosterzele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KWATW 36 (36 kV) — dichtste kopstation bij Oosterzele, op ± 6.3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Oosterzele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Oosterzele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Oosterzele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Oosterzele</dc:title>
  <dc:subject>PptxGenJS Presentation</dc:subject>
  <dc:creator>Fluctus</dc:creator>
  <cp:lastModifiedBy>Fluctus</cp:lastModifiedBy>
  <cp:revision>1</cp:revision>
  <dcterms:created xsi:type="dcterms:W3CDTF">2026-06-25T02:48:55Z</dcterms:created>
  <dcterms:modified xsi:type="dcterms:W3CDTF">2026-06-25T02:48:55Z</dcterms:modified>
</cp:coreProperties>
</file>