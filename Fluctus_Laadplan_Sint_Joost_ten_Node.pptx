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9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9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94.xlsx"/></Relationships>
</file>

<file path=ppt/charts/chart39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63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Sint_Joost_ten_Nod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394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Sint-Joost-ten-Node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SINT-JOOST-TEN-NODE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Sint-Joost-ten-Node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40.843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Sint-Joost-ten-Node</a:t>
            </a:r>
            <a:pPr indent="0" marL="0">
              <a:buNone/>
            </a:pP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40.843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904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€ 61,26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€ 122,53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40.843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€ 61,26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40.843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€ 122,53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Sint-Joost-ten-Node,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904 parkings · 40.843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johanmmk.github.io/gemeenten/Kaart_bedrijfsparkings_Sint_Joost_ten_Node.html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Sint-Joost-ten-Node.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40.843 auto’s op 904 slimme parkings in Sint-Joost-ten-Node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31% naar 63%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JOSAP 36 (36 kV), 1.8 km van Sint-Joost-ten-Node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Sint-Joost-ten-Node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JOSAP 36 (36 kV) — dichtste kopstation bij Sint-Joost-ten-Node, op ± 1.8 km (laagste load van de cluster &lt;5 km). Flex ≈ 4 MW (11 kW/wagen + 10 kW batterij) op 20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Sint-Joost-ten-Node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Sint-Joost-ten-Node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Sint-Joost-ten-Node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Sint-Joost-ten-Node</dc:title>
  <dc:subject>PptxGenJS Presentation</dc:subject>
  <dc:creator>Fluctus</dc:creator>
  <cp:lastModifiedBy>Fluctus</cp:lastModifiedBy>
  <cp:revision>1</cp:revision>
  <dcterms:created xsi:type="dcterms:W3CDTF">2026-06-25T03:23:42Z</dcterms:created>
  <dcterms:modified xsi:type="dcterms:W3CDTF">2026-06-25T03:23:42Z</dcterms:modified>
</cp:coreProperties>
</file>