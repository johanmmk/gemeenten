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3.xlsx"/></Relationships>
</file>

<file path=ppt/charts/chart39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Joost_ten_No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Sint-Joost-ten-Node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SINT-JOOST-TEN-NODE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Sint-Joost-ten-Node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40.843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Sint-Joost-ten-Node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40.843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€ 61,26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€ 122,53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40.843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€ 61,26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40.843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€ 122,53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Sint-Joost-ten-Node,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904 parkings · 40.843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johanmmk.github.io/gemeenten/Kaart_bedrijfsparkings_Sint_Joost_ten_Node.html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Sint-Joost-ten-Node.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40.843 auto’s op 904 slimme parkings in Sint-Joost-ten-Node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1.8 km van Sint-Joost-ten-Node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Sint-Joost-ten-Node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Sint-Joost-ten-Node, op ± 1.8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Sint-Joost-ten-Node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Sint-Joost-ten-Node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Sint-Joost-ten-Node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Sint-Joost-ten-Node</dc:title>
  <dc:subject>PptxGenJS Presentation</dc:subject>
  <dc:creator>Fluctus</dc:creator>
  <cp:lastModifiedBy>Fluctus</cp:lastModifiedBy>
  <cp:revision>1</cp:revision>
  <dcterms:created xsi:type="dcterms:W3CDTF">2026-06-24T02:06:18Z</dcterms:created>
  <dcterms:modified xsi:type="dcterms:W3CDTF">2026-06-24T02:06:18Z</dcterms:modified>
</cp:coreProperties>
</file>