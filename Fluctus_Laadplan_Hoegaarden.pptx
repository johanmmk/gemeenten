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88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8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88.xlsx"/></Relationships>
</file>

<file path=ppt/charts/chart18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33</c:v>
                </c:pt>
                <c:pt idx="1">
                  <c:v>43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Hoegaarden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88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Hoegaarden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HOEGAARDEN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Hoegaarden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1.707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Hoegaarden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+ 31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1.707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€ 2,56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€ 5,12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1.707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€ 2,56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1.707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€ 5,12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Hoegaarden,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parkings · 1.707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johanmmk.github.io/gemeenten/Kaart_bedrijfsparkings_Hoegaarden.html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Hoegaarden.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491 auto’s op 29 slimme parkings in Hoegaarden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33% naar 43%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TIENE150 (150 kV), 6.1 km van Hoegaarden.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Hoegaarden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TIENE150 (150 kV) — dichtste kopstation bij Hoegaarden, op ± 6.1 km. Flex ≈ 10.3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Hoegaarden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Hoegaarden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Hoegaarden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Hoegaarden</dc:title>
  <dc:subject>PptxGenJS Presentation</dc:subject>
  <dc:creator>Fluctus</dc:creator>
  <cp:lastModifiedBy>Fluctus</cp:lastModifiedBy>
  <cp:revision>1</cp:revision>
  <dcterms:created xsi:type="dcterms:W3CDTF">2026-06-24T00:44:22Z</dcterms:created>
  <dcterms:modified xsi:type="dcterms:W3CDTF">2026-06-24T00:44:22Z</dcterms:modified>
</cp:coreProperties>
</file>