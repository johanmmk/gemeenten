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8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8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8.xlsx"/></Relationships>
</file>

<file path=ppt/charts/chart18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43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Hoegaard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88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Hoegaarden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HOEGAARDEN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Hoegaarden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2.045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Hoegaarden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€ 3,07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€ 6,13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€ 3,07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2.045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€ 6,13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Hoegaarden,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69 parkings · 2.045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johanmmk.github.io/gemeenten/Kaart_bedrijfsparkings_Hoegaarden.html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Hoegaarden.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491 auto’s op 29 slimme parkings in Hoegaarden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43%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TIENE150 (150 kV), 6.1 km van Hoegaarden.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Hoegaarden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TIENE150 (150 kV) — dichtste kopstation bij Hoegaarden, op ± 6.1 km. Flex ≈ 10.3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Hoegaarden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Hoegaarden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Hoegaarden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Hoegaarden</dc:title>
  <dc:subject>PptxGenJS Presentation</dc:subject>
  <dc:creator>Fluctus</dc:creator>
  <cp:lastModifiedBy>Fluctus</cp:lastModifiedBy>
  <cp:revision>1</cp:revision>
  <dcterms:created xsi:type="dcterms:W3CDTF">2026-06-25T01:49:58Z</dcterms:created>
  <dcterms:modified xsi:type="dcterms:W3CDTF">2026-06-25T01:49:58Z</dcterms:modified>
</cp:coreProperties>
</file>