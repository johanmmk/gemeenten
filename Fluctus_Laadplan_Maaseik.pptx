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8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5.xlsx"/></Relationships>
</file>

<file path=ppt/charts/chart2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asei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8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Maaseik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MAASEIK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Maaseik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3.628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Maaseik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3.628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Maaseik,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parkings · 3.628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johanmmk.github.io/gemeenten/Kaart_bedrijfsparkings_Maaseik.html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Maaseik.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1.488 auto’s op 53 slimme parkings in Maaseik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MAASE 70 (70 kV), 4.5 km van Maaseik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Maaseik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MAASE 70 (70 kV) — dichtste kopstation bij Maaseik, op ± 4.5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Maaseik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Maaseik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Maaseik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Maaseik</dc:title>
  <dc:subject>PptxGenJS Presentation</dc:subject>
  <dc:creator>Fluctus</dc:creator>
  <cp:lastModifiedBy>Fluctus</cp:lastModifiedBy>
  <cp:revision>1</cp:revision>
  <dcterms:created xsi:type="dcterms:W3CDTF">2026-06-25T02:29:58Z</dcterms:created>
  <dcterms:modified xsi:type="dcterms:W3CDTF">2026-06-25T02:29:58Z</dcterms:modified>
</cp:coreProperties>
</file>