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0.xlsx"/></Relationships>
</file>

<file path=ppt/charts/chart4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iroinva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Viroinval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VIROINVAL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Viroinval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2.097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Viroinval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2.097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2.097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2.097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Viroinval,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parkings · 2.097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johanmmk.github.io/gemeenten/Kaart_bedrijfsparkings_Viroinval.html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Viroinval.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 auto’s op 14 slimme parkings in Viroinval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COUVI 70 (70 kV), 9.8 km van Viroinval.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Viroinval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COUVI 70 (70 kV) — dichtste kopstation bij Viroinval, op ± 9.8 km. Flex ≈ 6.5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Viroinval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Viroinval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Viroinval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Viroinval</dc:title>
  <dc:subject>PptxGenJS Presentation</dc:subject>
  <dc:creator>Fluctus</dc:creator>
  <cp:lastModifiedBy>Fluctus</cp:lastModifiedBy>
  <cp:revision>1</cp:revision>
  <dcterms:created xsi:type="dcterms:W3CDTF">2026-06-24T03:10:38Z</dcterms:created>
  <dcterms:modified xsi:type="dcterms:W3CDTF">2026-06-24T03:10:38Z</dcterms:modified>
</cp:coreProperties>
</file>