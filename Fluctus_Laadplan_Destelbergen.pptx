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8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8.xlsx"/></Relationships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estelberg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8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Destelbergen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DESTELBERGEN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Destelbergen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10.485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Destelbergen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+ 240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10.485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€ 15,73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€ 31,45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10.485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€ 15,73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10.485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€ 31,45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Destelbergen,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 parkings · 10.485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johanmmk.github.io/gemeenten/Kaart_bedrijfsparkings_Destelbergen.html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Destelbergen.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1.070 auto’s op 39 slimme parkings in Destelbergen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FLORA 36 (36 kV), 4.8 km van Destelbergen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Destelbergen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FLORA 36 (36 kV) — dichtste kopstation bij Destelbergen, op ± 4.8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Destelbergen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Destelbergen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Destelbergen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Destelbergen</dc:title>
  <dc:subject>PptxGenJS Presentation</dc:subject>
  <dc:creator>Fluctus</dc:creator>
  <cp:lastModifiedBy>Fluctus</cp:lastModifiedBy>
  <cp:revision>1</cp:revision>
  <dcterms:created xsi:type="dcterms:W3CDTF">2026-06-25T00:48:07Z</dcterms:created>
  <dcterms:modified xsi:type="dcterms:W3CDTF">2026-06-25T00:48:07Z</dcterms:modified>
</cp:coreProperties>
</file>