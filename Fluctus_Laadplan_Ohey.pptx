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3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0.xlsx"/></Relationships>
</file>

<file path=ppt/charts/chart3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51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hey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30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Ohey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OHEY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Ohey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588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Ohey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588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€ 0,88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€ 1,76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€ 0,88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588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€ 1,76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Ohey,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parkings · 588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johanmmk.github.io/gemeenten/Kaart_bedrijfsparkings_Ohey.html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Ohey.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 auto’s op 15 slimme parkings in Ohey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51%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FLORE 70 (70 kV), 8 km van Ohey.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Ohey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FLORE 70 (70 kV) — dichtste kopstation bij Ohey, op ± 8 km. Flex ≈ 5.3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Ohey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+59%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Ohey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+59%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Ohey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Ohey</dc:title>
  <dc:subject>PptxGenJS Presentation</dc:subject>
  <dc:creator>Fluctus</dc:creator>
  <cp:lastModifiedBy>Fluctus</cp:lastModifiedBy>
  <cp:revision>1</cp:revision>
  <dcterms:created xsi:type="dcterms:W3CDTF">2026-06-24T01:47:05Z</dcterms:created>
  <dcterms:modified xsi:type="dcterms:W3CDTF">2026-06-24T01:47:05Z</dcterms:modified>
</cp:coreProperties>
</file>