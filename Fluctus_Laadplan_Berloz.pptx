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rloz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Berloz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BERLOZ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Berloz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1.008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Berloz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Berloz,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parkings · 1.008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johanmmk.github.io/gemeenten/Kaart_bedrijfsparkings_Berloz.html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Berloz.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Berloz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SAIVE 70 (70 kV), 4.7 km van Berloz.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Berloz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SAIVE 70 (70 kV) — dichtste kopstation bij Berloz, op ± 4.7 km. Flex ≈ 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Berloz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Berloz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Berloz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Berloz</dc:title>
  <dc:subject>PptxGenJS Presentation</dc:subject>
  <dc:creator>Fluctus</dc:creator>
  <cp:lastModifiedBy>Fluctus</cp:lastModifiedBy>
  <cp:revision>1</cp:revision>
  <dcterms:created xsi:type="dcterms:W3CDTF">2026-06-23T22:45:09Z</dcterms:created>
  <dcterms:modified xsi:type="dcterms:W3CDTF">2026-06-23T22:45:09Z</dcterms:modified>
</cp:coreProperties>
</file>