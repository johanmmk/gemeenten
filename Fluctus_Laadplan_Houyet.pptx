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9.xlsx"/></Relationships>
</file>

<file path=ppt/charts/chart19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uye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Houyet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HOUYET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Houyet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2.999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Houyet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+ 26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€ 4,50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€ 9,00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€ 4,50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2.999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€ 9,00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Houyet,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parkings · 2.999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johanmmk.github.io/gemeenten/Kaart_bedrijfsparkings_Houyet.html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Houyet.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1.059 auto’s op 11 slimme parkings in Houyet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ACHEN 70 (70 kV), 9.5 km van Houyet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Houyet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ACHEN 70 (70 kV) — dichtste kopstation bij Houyet, op ± 9.5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Houyet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Houyet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Houyet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Houyet</dc:title>
  <dc:subject>PptxGenJS Presentation</dc:subject>
  <dc:creator>Fluctus</dc:creator>
  <cp:lastModifiedBy>Fluctus</cp:lastModifiedBy>
  <cp:revision>1</cp:revision>
  <dcterms:created xsi:type="dcterms:W3CDTF">2026-06-25T01:57:27Z</dcterms:created>
  <dcterms:modified xsi:type="dcterms:W3CDTF">2026-06-25T01:57:27Z</dcterms:modified>
</cp:coreProperties>
</file>