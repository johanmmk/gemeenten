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5.xlsx"/></Relationships>
</file>

<file path=ppt/charts/chart1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ze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Herzele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HERZELE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Herzele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3.874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Herzele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Herzele,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parkings · 3.874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johanmmk.github.io/gemeenten/Kaart_bedrijfsparkings_Herzele.html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Herzele.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562 auto’s op 17 slimme parkings in Herzele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ZOTGM 70 (70 kV), 5.3 km van Herzele.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Herzele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ZOTGM 70 (70 kV) — dichtste kopstation bij Herzele, op ± 5.3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Herzele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Herzele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Herzele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Herzele</dc:title>
  <dc:subject>PptxGenJS Presentation</dc:subject>
  <dc:creator>Fluctus</dc:creator>
  <cp:lastModifiedBy>Fluctus</cp:lastModifiedBy>
  <cp:revision>1</cp:revision>
  <dcterms:created xsi:type="dcterms:W3CDTF">2026-06-24T00:43:43Z</dcterms:created>
  <dcterms:modified xsi:type="dcterms:W3CDTF">2026-06-24T00:43:43Z</dcterms:modified>
</cp:coreProperties>
</file>