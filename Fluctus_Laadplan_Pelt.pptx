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3.xlsx"/></Relationships>
</file>

<file path=ppt/charts/chart3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el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Pelt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5.921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Pelt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5.921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€ 17,76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€ 17,76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Pelt,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 parkings · 5.921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johanmmk.github.io/gemeenten/Kaart_bedrijfsparkings_Pelt.html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Pelt.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2.797 auto’s op 91 slimme parkings in Pelt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OVERP150 (150 kV), 4.3 km van Pelt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Pelt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OVERP150 (150 kV) — dichtste kopstation bij Pelt, op ± 4.3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Pelt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Pelt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Pelt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Pelt</dc:title>
  <dc:subject>PptxGenJS Presentation</dc:subject>
  <dc:creator>Fluctus</dc:creator>
  <cp:lastModifiedBy>Fluctus</cp:lastModifiedBy>
  <cp:revision>1</cp:revision>
  <dcterms:created xsi:type="dcterms:W3CDTF">2026-06-24T01:53:50Z</dcterms:created>
  <dcterms:modified xsi:type="dcterms:W3CDTF">2026-06-24T01:53:50Z</dcterms:modified>
</cp:coreProperties>
</file>