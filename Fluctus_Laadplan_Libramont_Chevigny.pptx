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2.xlsx"/></Relationships>
</file>

<file path=ppt/charts/chart2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bramont_Chevign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Libramont-Chevigny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LIBRAMONT-CHEVIGNY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Libramont-Chevigny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Libramont-Chevigny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Libramont-Chevigny,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parkings · 2.687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johanmmk.github.io/gemeenten/Kaart_bedrijfsparkings_Libramont_Chevigny.html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Libramont-Chevigny.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2.407 auto’s op 83 slimme parkings in Libramont-Chevigny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NEUFC 70 (70 kV), 10 km van Libramont-Chevigny.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Libramont-Chevigny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NEUFC 70 (70 kV) — dichtste kopstation bij Libramont-Chevigny, op ± 10 km. Flex ≈ 8.3 MW (11 kW/wagen + 10 kW batterij) op 41.6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Libramont-Chevigny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Libramont-Chevigny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Libramont-Chevigny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Libramont-Chevigny</dc:title>
  <dc:subject>PptxGenJS Presentation</dc:subject>
  <dc:creator>Fluctus</dc:creator>
  <cp:lastModifiedBy>Fluctus</cp:lastModifiedBy>
  <cp:revision>1</cp:revision>
  <dcterms:created xsi:type="dcterms:W3CDTF">2026-06-25T02:21:16Z</dcterms:created>
  <dcterms:modified xsi:type="dcterms:W3CDTF">2026-06-25T02:21:16Z</dcterms:modified>
</cp:coreProperties>
</file>