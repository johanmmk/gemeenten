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1.xlsx"/></Relationships>
</file>

<file path=ppt/charts/chart5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uban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Aubange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AUBANGE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Aubange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5.087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Aubange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€ 15,26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€ 15,26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Aubange,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parkings · 5.087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johanmmk.github.io/gemeenten/Kaart_bedrijfsparkings_Aubange.html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Aubange.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1.733 auto’s op 50 slimme parkings in Aubange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AUBAN220 (220 kV), 1.3 km van Aubange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Aubange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AUBAN220 (220 kV) — dichtste kopstation bij Aubange, op ± 1.3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Aubange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Aubange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Aubange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Aubange</dc:title>
  <dc:subject>PptxGenJS Presentation</dc:subject>
  <dc:creator>Fluctus</dc:creator>
  <cp:lastModifiedBy>Fluctus</cp:lastModifiedBy>
  <cp:revision>1</cp:revision>
  <dcterms:created xsi:type="dcterms:W3CDTF">2026-06-24T04:14:08Z</dcterms:created>
  <dcterms:modified xsi:type="dcterms:W3CDTF">2026-06-24T04:14:08Z</dcterms:modified>
</cp:coreProperties>
</file>