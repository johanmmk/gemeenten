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9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2.xlsx"/></Relationships>
</file>

<file path=ppt/charts/chart2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nha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9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MANHAY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Manhay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607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Manhay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€ 0,91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€ 0,91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Manhay,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parkings · 607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johanmmk.github.io/gemeenten/Kaart_bedrijfsparkings_Manhay.html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Manhay.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 auto’s op 8 slimme parkings in Manhay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MARCO 70 (70 kV), 11.7 km van Manhay.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Manhay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MARCO 70 (70 kV) — dichtste kopstation bij Manhay, op ± 11.7 km. Flex ≈ 4.8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Manhay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Manhay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Manhay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Manhay</dc:title>
  <dc:subject>PptxGenJS Presentation</dc:subject>
  <dc:creator>Fluctus</dc:creator>
  <cp:lastModifiedBy>Fluctus</cp:lastModifiedBy>
  <cp:revision>1</cp:revision>
  <dcterms:created xsi:type="dcterms:W3CDTF">2026-06-25T02:32:07Z</dcterms:created>
  <dcterms:modified xsi:type="dcterms:W3CDTF">2026-06-25T02:32:07Z</dcterms:modified>
</cp:coreProperties>
</file>