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60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6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60.xlsx"/></Relationships>
</file>

<file path=ppt/charts/chart26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Leuze_en_Hainaut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60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Leuze-en-Hainaut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LEUZE-EN-HAINAUT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Leuze-en-Hainaut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3.289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Leuze-en-Hainaut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+ 41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3.289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€ 4,93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€ 9,87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3.289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€ 4,93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3.289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€ 9,87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Leuze-en-Hainaut,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 parkings · 3.289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johanmmk.github.io/gemeenten/Kaart_bedrijfsparkings_Leuze_en_Hainaut.html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Leuze-en-Hainaut.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1.693 auto’s op 44 slimme parkings in Leuze-en-Hainaut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LIGNE 70 (70 kV), 6.2 km van Leuze-en-Hainaut.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Leuze-en-Hainaut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LIGNE 70 (70 kV) — dichtste kopstation bij Leuze-en-Hainaut, op ± 6.2 km.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Leuze-en-Hainaut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Leuze-en-Hainaut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Leuze-en-Hainaut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Leuze-en-Hainaut</dc:title>
  <dc:subject>PptxGenJS Presentation</dc:subject>
  <dc:creator>Fluctus</dc:creator>
  <cp:lastModifiedBy>Fluctus</cp:lastModifiedBy>
  <cp:revision>1</cp:revision>
  <dcterms:created xsi:type="dcterms:W3CDTF">2026-06-24T01:16:16Z</dcterms:created>
  <dcterms:modified xsi:type="dcterms:W3CDTF">2026-06-24T01:16:16Z</dcterms:modified>
</cp:coreProperties>
</file>