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69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6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9.xlsx"/></Relationships>
</file>

<file path=ppt/charts/chart16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37</c:v>
                </c:pt>
                <c:pt idx="1">
                  <c:v>66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Hechtel_Eksel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69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Hechtel-Eksel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HECHTEL-EKSEL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Hechtel-Eksel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2.970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Hechtel-Eksel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+ 50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2.970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€ 4,46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€ 8,91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2.970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€ 4,46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2.970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€ 8,91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Hechtel-Eksel,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 parkings · 2.970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johanmmk.github.io/gemeenten/Kaart_bedrijfsparkings_Hechtel_Eksel.html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Hechtel-Eksel.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940 auto’s op 47 slimme parkings in Hechtel-Eksel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37% naar 66%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HECHT 70 (70 kV), 2 km van Hechtel-Eksel.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Hechtel-Eksel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HECHT 70 (70 kV) — dichtste kopstation bij Hechtel-Eksel, op ± 2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Hechtel-Eksel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+78%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Hechtel-Eksel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+78%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Hechtel-Eksel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Hechtel-Eksel</dc:title>
  <dc:subject>PptxGenJS Presentation</dc:subject>
  <dc:creator>Fluctus</dc:creator>
  <cp:lastModifiedBy>Fluctus</cp:lastModifiedBy>
  <cp:revision>1</cp:revision>
  <dcterms:created xsi:type="dcterms:W3CDTF">2026-06-24T00:37:16Z</dcterms:created>
  <dcterms:modified xsi:type="dcterms:W3CDTF">2026-06-24T00:37:16Z</dcterms:modified>
</cp:coreProperties>
</file>