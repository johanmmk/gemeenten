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9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9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5.xlsx"/></Relationships>
</file>

<file path=ppt/charts/chart29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artelang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9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Martelange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MARTELANGE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Martelange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Martelange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Martelange,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parkings · 671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johanmmk.github.io/gemeenten/Kaart_bedrijfsparkings_Martelange.html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Martelange.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 auto’s op 5 slimme parkings in Martelange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43% naar 49%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ARLON 70 (70 kV), 17.5 km van Martelange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Martelange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ARLON 70 (70 kV) — dichtste kopstation bij Martelange, op ± 17.5 km (laagste load van de cluster &lt;5 km). Flex ≈ 2.4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Martelange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Martelange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Martelange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Martelange</dc:title>
  <dc:subject>PptxGenJS Presentation</dc:subject>
  <dc:creator>Fluctus</dc:creator>
  <cp:lastModifiedBy>Fluctus</cp:lastModifiedBy>
  <cp:revision>1</cp:revision>
  <dcterms:created xsi:type="dcterms:W3CDTF">2026-06-25T02:33:05Z</dcterms:created>
  <dcterms:modified xsi:type="dcterms:W3CDTF">2026-06-25T02:33:05Z</dcterms:modified>
</cp:coreProperties>
</file>