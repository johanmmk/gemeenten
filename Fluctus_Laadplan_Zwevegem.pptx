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8.446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€ 12,67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€ 25,34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243 parkings · 8.446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7.8 km van Zwevegem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Zwevegem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2026-06-24T21:54:57Z</dcterms:created>
  <dcterms:modified xsi:type="dcterms:W3CDTF">2026-06-24T21:54:57Z</dcterms:modified>
</cp:coreProperties>
</file>