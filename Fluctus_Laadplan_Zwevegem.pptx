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Zwevegem.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3.455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3.455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geschikte bedrijfsparkings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€ 5,18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€ 10,37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3.455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€ 5,18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3.455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€ 10,37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559552"/>
            <a:ext cx="5221224" cy="365760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Volledige gemeente · gemeentegrens in Fluctus-blauw · interactieve kaart via de link.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 parkings · 3.455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3.455 auto’s op 132 slimme parkings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65099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RUIEN 70 (70 kV), 7.9 km van Zwevegem (laagste load van de cluster &lt;5 km).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040880" y="228600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0408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Zwevegem, op ± 7.9 km (laagste load van de cluster &lt;5 km). Flex ≈ 12 MW (11 kW/wagen + 10 kW batterij) op 60 MW firm capacity.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2026-06-23T08:08:57Z</dcterms:created>
  <dcterms:modified xsi:type="dcterms:W3CDTF">2026-06-23T08:08:57Z</dcterms:modified>
</cp:coreProperties>
</file>