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559552"/>
            <a:ext cx="5221224" cy="36576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gemeente · gemeentegrens in Fluctus-blauw · interactieve kaart via de link.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7.9 km van Zwevegem (laagste load van de cluster &lt;5 km).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7.9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2026-06-23T07:48:06Z</dcterms:created>
  <dcterms:modified xsi:type="dcterms:W3CDTF">2026-06-23T07:48:06Z</dcterms:modified>
</cp:coreProperties>
</file>