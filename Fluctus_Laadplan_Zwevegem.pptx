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2.134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HAREL 36 (36 kV), 7.1 km van Zwevegem (laagste load van de cluster &lt;5 km).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HAREL 36 (36 kV) — dichtste kopstation bij Zwevegem, op ± 7.1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2026-06-23T13:05:07Z</dcterms:created>
  <dcterms:modified xsi:type="dcterms:W3CDTF">2026-06-23T13:05:07Z</dcterms:modified>
</cp:coreProperties>
</file>