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8.xlsx"/></Relationships>
</file>

<file path=ppt/charts/chart49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7.8 km van Zwevegem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7.8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Zwevegem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Zwevegem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2026-06-25T03:56:15Z</dcterms:created>
  <dcterms:modified xsi:type="dcterms:W3CDTF">2026-06-25T03:56:15Z</dcterms:modified>
</cp:coreProperties>
</file>