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</c:v>
                </c:pt>
                <c:pt idx="1">
                  <c:v>65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4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Zwevegem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9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84124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laadplan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Zwevegem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658368" y="443484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laden, lagere netkosten, sterker net — uitgewerkt voor Zwevegem.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658368" y="525780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37667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32180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 Geen van beide benut de aansluiting waar ze al sterk is.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040880" y="1965960"/>
            <a:ext cx="4507992" cy="3611880"/>
          </a:xfrm>
          <a:prstGeom prst="roundRect">
            <a:avLst>
              <a:gd name="adj" fmla="val 2532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7315200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81621" y="2406701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8092440" y="2286000"/>
            <a:ext cx="3291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7315200" y="3154680"/>
            <a:ext cx="39776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4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400" dirty="0"/>
          </a:p>
        </p:txBody>
      </p:sp>
      <p:sp>
        <p:nvSpPr>
          <p:cNvPr id="14" name="Text 10"/>
          <p:cNvSpPr/>
          <p:nvPr/>
        </p:nvSpPr>
        <p:spPr>
          <a:xfrm>
            <a:off x="7315200" y="4800600"/>
            <a:ext cx="3977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buNone/>
            </a:pPr>
            <a:r>
              <a:rPr lang="en-US" sz="140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400" dirty="0"/>
          </a:p>
        </p:txBody>
      </p:sp>
      <p:sp>
        <p:nvSpPr>
          <p:cNvPr id="15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ZWEVEGEM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Zwevegem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2.134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Zwevegem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2.134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geschikte bedrijfsparkings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€ 3,20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€ 6,40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2.134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€ 3,20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2.134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€ 6,40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Zwevegem,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559552"/>
            <a:ext cx="5221224" cy="365760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Volledige gemeente · gemeentegrens in Fluctus-blauw · interactieve kaart via de link.</a:t>
            </a:r>
            <a:endParaRPr lang="en-US" sz="95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80 parkings · 2.134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johanmmk.github.io/gemeenten/Kaart_bedrijfsparkings_Zwevegem.html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379476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Alle laadoplossingen, batterijen en aansluiting — steeds op maat.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</a:t>
            </a:r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(operationeel) of </a:t>
            </a:r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pPr indent="0" marL="0">
              <a:lnSpc>
                <a:spcPct val="104000"/>
              </a:lnSpc>
              <a:spcAft>
                <a:spcPts val="700"/>
              </a:spcAft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150" dirty="0"/>
          </a:p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voor entiteiten met aanbesteding.</a:t>
            </a:r>
            <a:endParaRPr lang="en-US" sz="1150" dirty="0"/>
          </a:p>
        </p:txBody>
      </p:sp>
      <p:sp>
        <p:nvSpPr>
          <p:cNvPr id="22" name="Shape 17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24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26" name="Text 20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27" name="Text 21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28" name="Text 22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29" name="Text 23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Zwevegem.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691640"/>
          </a:xfrm>
          <a:prstGeom prst="roundRect">
            <a:avLst>
              <a:gd name="adj" fmla="val 5405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20624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7266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114800"/>
            <a:ext cx="475488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2.134 auto’s op 80 slimme parkings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34% naar 65%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650992"/>
            <a:ext cx="6126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RUIEN 70 (70 kV), 7.9 km van Zwevegem (laagste load van de cluster &lt;5 km).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Zwevegem</a:t>
            </a:r>
            <a:endParaRPr lang="en-US" sz="14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7040880" y="2286000"/>
          <a:ext cx="4572000" cy="2834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 8"/>
          <p:cNvSpPr/>
          <p:nvPr/>
        </p:nvSpPr>
        <p:spPr>
          <a:xfrm>
            <a:off x="7040880" y="525780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95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RUIEN 70 (70 kV) — dichtste kopstation bij Zwevegem, op ± 7.9 km (laagste load van de cluster &lt;5 km). Flex ≈ 12 MW (11 kW/wagen + 10 kW batterij) op 60 MW firm capacity.</a:t>
            </a:r>
            <a:endParaRPr lang="en-US" sz="950" dirty="0"/>
          </a:p>
        </p:txBody>
      </p:sp>
      <p:sp>
        <p:nvSpPr>
          <p:cNvPr id="13" name="Text 9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Zwevegem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Zwevegem</dc:title>
  <dc:subject>PptxGenJS Presentation</dc:subject>
  <dc:creator>Fluctus</dc:creator>
  <cp:lastModifiedBy>Fluctus</cp:lastModifiedBy>
  <cp:revision>1</cp:revision>
  <dcterms:created xsi:type="dcterms:W3CDTF">2026-06-23T08:57:48Z</dcterms:created>
  <dcterms:modified xsi:type="dcterms:W3CDTF">2026-06-23T08:57:48Z</dcterms:modified>
</cp:coreProperties>
</file>