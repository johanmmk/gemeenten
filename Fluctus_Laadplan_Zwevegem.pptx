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3977640"/>
            <a:ext cx="8686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net.
</a:t>
            </a:r>
            <a:pPr indent="0" marL="0">
              <a:lnSpc>
                <a:spcPct val="112000"/>
              </a:lnSpc>
              <a:buNone/>
            </a:pPr>
            <a:r>
              <a:rPr lang="en-US" sz="1500" i="1" dirty="0">
                <a:solidFill>
                  <a:srgbClr val="9FB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kijken verder dan laden alleen: ook de impact van elektrische mobiliteit op de kost per kilometer én op de lokale congestie in Zwevegem.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8.446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+ 163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 parkings · 8.446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in Zwevegem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48640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HAREL 36 (36 kV), 7.1 km van Zwevegem (laagste load van de cluster &lt;5 km). · v4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1206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HAREL 36 (36 kV) — dichtste kopstation bij Zwevegem, op ± 7.1 km (laagste load van de cluster &lt;5 km). Flex ≈ 12 MW (11 kW/wagen + 10 kW batterij) op 60 MW firm capacity.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640080" y="5943600"/>
            <a:ext cx="10908792" cy="457200"/>
          </a:xfrm>
          <a:prstGeom prst="roundRect">
            <a:avLst>
              <a:gd name="adj" fmla="val 16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822960" y="5961888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 voor bedrijven en gezinnen in Zwevegem met </a:t>
            </a:r>
            <a:pPr algn="ctr" indent="0" marL="0">
              <a:buNone/>
            </a:pPr>
            <a:r>
              <a:rPr lang="en-US" sz="14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4770" y="2597810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47472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3268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93268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Zwevegem drastisch.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60857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90118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3266" y="2597810"/>
            <a:ext cx="373075" cy="373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43216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490118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490118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857707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6968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1762" y="2597810"/>
            <a:ext cx="373075" cy="37307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411712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5"/>
          <p:cNvSpPr/>
          <p:nvPr/>
        </p:nvSpPr>
        <p:spPr>
          <a:xfrm>
            <a:off x="886968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886968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2026-06-23T14:13:04Z</dcterms:created>
  <dcterms:modified xsi:type="dcterms:W3CDTF">2026-06-23T14:13:04Z</dcterms:modified>
</cp:coreProperties>
</file>