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johanmmk.github.io/gemeenten/Kaart_bedrijfsparkings_Zwevegem.html" TargetMode="External"/><Relationship Id="rId2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laadplan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Zwevegem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658368" y="4434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laden, lagere netkosten, sterker net — uitgewerkt voor Zwevegem.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" y="525780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37667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32180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 Geen van beide benut de aansluiting waar ze al sterk is.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040880" y="1965960"/>
            <a:ext cx="4507992" cy="3611880"/>
          </a:xfrm>
          <a:prstGeom prst="roundRect">
            <a:avLst>
              <a:gd name="adj" fmla="val 2532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0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621" y="240670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092440" y="2286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7315200" y="315468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315200" y="480060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buNone/>
            </a:pPr>
            <a:r>
              <a:rPr lang="en-US" sz="140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ZWEVEGEM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Zwevegem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1.046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Zwevegem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geschikte bedrijfsparkings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€ 1,57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€ 3,14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€ 1,57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€ 3,14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Zwevegem,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EAF0F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46093" y="450159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46093" y="450159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8825" y="484580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8825" y="484580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8033" y="491071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8033" y="49107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01025" y="487151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01025" y="487151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388417" y="486532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8417" y="486532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362038" y="483934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62038" y="483934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21023" y="475982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21023" y="47598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73599" y="480756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73599" y="480756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03285" y="480139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03285" y="480139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160932" y="547725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60932" y="54772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825675" y="480837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25675" y="480837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354679" y="449755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54679" y="449755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343179" y="448238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43179" y="44823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333456" y="447357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333456" y="447357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449418" y="449365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49418" y="449365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308502" y="444917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08502" y="44491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344231" y="445111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44231" y="445111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10" y="442761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10" y="44276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0907" y="442706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330907" y="44270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923544" y="282290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23544" y="28229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170446" y="288404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170446" y="28840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91489" y="215798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91489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36109" y="403069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36109" y="403069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917970" y="411116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917970" y="4111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1906531" y="292110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906531" y="292110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748998" y="242371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748998" y="242371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628632" y="449764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28632" y="44976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972124" y="280883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72124" y="280883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152480" y="545415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152480" y="54541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103742" y="285499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3742" y="28549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1125368" y="286700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125368" y="286700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2750561" y="243646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750561" y="2436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3567296" y="486138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567296" y="486138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1432660" y="242709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432660" y="242709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3516738" y="410978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516738" y="410978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1157600" y="286724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157600" y="286724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926839" y="260262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26839" y="26026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907783" y="280722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07783" y="280722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1068023" y="283223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1068023" y="2832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1076731" y="286758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076731" y="2867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1088086" y="284463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1088086" y="284463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5422392" y="405415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422392" y="40541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970094" y="260554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970094" y="26055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3288519" y="4081261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288519" y="408126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93" name="Text 91"/>
          <p:cNvSpPr/>
          <p:nvPr/>
        </p:nvSpPr>
        <p:spPr>
          <a:xfrm>
            <a:off x="868680" y="5605272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Schematische spreiding — interactieve kaart via de link.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parkings · 1.046 plaatsen</a:t>
            </a:r>
            <a:endParaRPr lang="en-US" sz="2200" dirty="0"/>
          </a:p>
        </p:txBody>
      </p:sp>
      <p:sp>
        <p:nvSpPr>
          <p:cNvPr id="95" name="Text 93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6" name="Text 94">
            <a:hlinkClick r:id="rId1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johanmmk.github.io/gemeenten/Kaart_bedrijfsparkings_Zwevegem.html</a:t>
            </a:r>
            <a:endParaRPr lang="en-US" sz="1150" dirty="0"/>
          </a:p>
        </p:txBody>
      </p:sp>
      <p:sp>
        <p:nvSpPr>
          <p:cNvPr id="97" name="Shape 95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9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99" name="Text 96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00" name="Shape 97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0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02" name="Text 98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03" name="Shape 99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0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05" name="Text 100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06" name="Text 10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107" name="Text 10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379476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laadoplossingen, batterijen en aansluiting — steeds op maat.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(operationeel) of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voor entiteiten met aanbesteding.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Zwevegem.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691640"/>
          </a:xfrm>
          <a:prstGeom prst="roundRect">
            <a:avLst>
              <a:gd name="adj" fmla="val 5405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20624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7266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11480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1.046 auto’s op 44 slimme parkings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Zwevegem</a:t>
            </a:r>
            <a:endParaRPr lang="en-US" sz="14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040880" y="2286000"/>
          <a:ext cx="45720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/>
          <p:nvPr/>
        </p:nvSpPr>
        <p:spPr>
          <a:xfrm>
            <a:off x="7040880" y="525780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RUIEN 70 (70 kV) — dichtste kopstation bij Zwevegem, op ± 7.9 km (laagste load van de cluster &lt;5 km). Flex ≈ 12 MW (11 kW/wagen + 10 kW batterij) op 60 MW firm capacity.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Zwevegem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Zwevegem</dc:title>
  <dc:subject>PptxGenJS Presentation</dc:subject>
  <dc:creator>Fluctus</dc:creator>
  <cp:lastModifiedBy>Fluctus</cp:lastModifiedBy>
  <cp:revision>1</cp:revision>
  <dcterms:created xsi:type="dcterms:W3CDTF">2026-06-22T20:33:26Z</dcterms:created>
  <dcterms:modified xsi:type="dcterms:W3CDTF">2026-06-22T20:33:26Z</dcterms:modified>
</cp:coreProperties>
</file>