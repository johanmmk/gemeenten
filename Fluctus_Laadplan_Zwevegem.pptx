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8.446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+ 163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 parkings · 8.446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in Zwevegem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7.8 km van Zwevegem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Zwevegem, op ± 7.8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Zwevegem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Zwevegem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2026-06-24T22:59:24Z</dcterms:created>
  <dcterms:modified xsi:type="dcterms:W3CDTF">2026-06-24T22:59:24Z</dcterms:modified>
</cp:coreProperties>
</file>