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34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9.858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9.858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€ 14,79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€ 29,57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9.858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€ 14,79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9.858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€ 29,57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254 parkings · 9.858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Zwevegem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34%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7.8 km van Zwevegem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7.8 km (laagste load van de cluster &lt;5 km). Flex ≈ 0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Zwevegem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Zwevegem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2026-06-24T23:26:54Z</dcterms:created>
  <dcterms:modified xsi:type="dcterms:W3CDTF">2026-06-24T23:26:54Z</dcterms:modified>
</cp:coreProperties>
</file>