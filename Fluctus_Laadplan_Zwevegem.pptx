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Zwevegem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Zwevegem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ZWEVEGEM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Zwevegem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8.446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Zwevegem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+ 163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8.446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€ 12,67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€ 25,34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8.446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€ 12,67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8.446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€ 25,34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Zwevegem,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 parkings · 8.446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johanmmk.github.io/gemeenten/Kaart_bedrijfsparkings_Zwevegem.html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Zwevegem.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2.134 auto’s op 80 slimme parkings in Zwevegem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RUIEN 70 (70 kV), 7.8 km van Zwevegem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Zwevegem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RUIEN 70 (70 kV) — dichtste kopstation bij Zwevegem, op ± 7.8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Zwevegem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Zwevegem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Zwevegem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Zwevegem</dc:title>
  <dc:subject>PptxGenJS Presentation</dc:subject>
  <dc:creator>Fluctus</dc:creator>
  <cp:lastModifiedBy>Fluctus</cp:lastModifiedBy>
  <cp:revision>1</cp:revision>
  <dcterms:created xsi:type="dcterms:W3CDTF">2026-06-24T20:17:24Z</dcterms:created>
  <dcterms:modified xsi:type="dcterms:W3CDTF">2026-06-24T20:17:24Z</dcterms:modified>
</cp:coreProperties>
</file>