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7.1 km van Zwevegem (laagste load van de cluster &lt;5 km).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Zwevegem, op ± 7.1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2026-06-23T11:17:34Z</dcterms:created>
  <dcterms:modified xsi:type="dcterms:W3CDTF">2026-06-23T11:17:34Z</dcterms:modified>
</cp:coreProperties>
</file>