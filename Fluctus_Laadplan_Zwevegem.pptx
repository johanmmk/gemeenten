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</c:v>
                </c:pt>
                <c:pt idx="1">
                  <c:v>71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8.419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€ 25,26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€ 25,26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559552"/>
            <a:ext cx="5221224" cy="365760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gemeente · gemeentegrens in Fluctus-blauw · interactieve kaart via de link.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 parkings · 8.419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8.419 auto’s op 132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49% naar 71%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AVLGM380 (380 kV), 6.6 km van Zwevegem.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AVLGM380 (380 kV) — dichtste kopstation bij Zwevegem, op ± 6.6 km. Flex ≈ 60 MW (11 kW/wagen + 10 kW batterij) op 300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2026-06-23T07:30:02Z</dcterms:created>
  <dcterms:modified xsi:type="dcterms:W3CDTF">2026-06-23T07:30:02Z</dcterms:modified>
</cp:coreProperties>
</file>