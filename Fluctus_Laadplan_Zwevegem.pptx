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Zwevegem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4.710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60115" y="24675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60115" y="24675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24253" y="45318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4253" y="45318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78486" y="48486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78486" y="4848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777692" y="24404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77692" y="24404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55627" y="24617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55627" y="24617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382580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82580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399985" y="21598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99985" y="21598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59838" y="22624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59838" y="22624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20818" y="22883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20818" y="22883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870" y="22928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37870" y="22928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68418" y="22716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8418" y="22716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77796" y="49084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77796" y="4908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10687" y="48723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0687" y="48723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9700" y="48666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99700" y="48666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076712" y="48427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76712" y="48427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8114" y="47695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8114" y="4769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99641" y="48134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99641" y="4813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025511" y="48077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5511" y="48077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480751" y="48141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80751" y="48141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070299" y="45280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70299" y="45280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060277" y="45141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60277" y="45141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051804" y="45060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51804" y="45060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52860" y="45244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52860" y="4524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030058" y="44835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30058" y="44835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061194" y="44853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61194" y="4485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016644" y="44636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16644" y="44636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049583" y="44631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49583" y="44631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951674" y="29865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951674" y="29865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166838" y="30428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166838" y="30428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141262" y="40983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141262" y="40983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23544" y="26144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3544" y="2614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312103" y="26920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312103" y="26920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324373" y="22129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324373" y="2212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808303" y="30769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08303" y="30769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4309036" y="45281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09036" y="45281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903172" y="23851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03172" y="23851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1994009" y="29735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994009" y="29735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108708" y="30160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108708" y="30160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2127554" y="30271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127554" y="30271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255585" y="48629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255585" y="48629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2395345" y="26221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395345" y="26221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4211526" y="41711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211526" y="41711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4117256" y="405196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7256" y="4051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152584" y="257883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152584" y="25788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2152117" y="302516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152117" y="30251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1951019" y="278156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951019" y="27815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2112913" y="250721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112913" y="25072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1934412" y="296991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934412" y="29699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4763939" y="26612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763939" y="26612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2074055" y="299293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74055" y="2992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081643" y="302547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081643" y="30254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2091538" y="30043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091538" y="30043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846946" y="419812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846946" y="41981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5422392" y="29822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422392" y="2982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4245992" y="407878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45992" y="407878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669793" y="25049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69793" y="2504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038425" y="24751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038425" y="24751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1988713" y="278425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988713" y="27842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3967123" y="393412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67123" y="3934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2046395" y="250550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046395" y="25055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053977" y="23594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53977" y="23594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1318007" y="22887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318007" y="2288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3092594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92594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2635580" y="330304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635580" y="33030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1563153" y="241822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563153" y="24182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2250622" y="244088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250622" y="24408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100" dirty="0"/>
          </a:p>
        </p:txBody>
      </p:sp>
      <p:sp>
        <p:nvSpPr>
          <p:cNvPr id="137" name="Shape 135"/>
          <p:cNvSpPr/>
          <p:nvPr/>
        </p:nvSpPr>
        <p:spPr>
          <a:xfrm>
            <a:off x="4374779" y="246300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374779" y="24630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1100" dirty="0"/>
          </a:p>
        </p:txBody>
      </p:sp>
      <p:sp>
        <p:nvSpPr>
          <p:cNvPr id="139" name="Shape 137"/>
          <p:cNvSpPr/>
          <p:nvPr/>
        </p:nvSpPr>
        <p:spPr>
          <a:xfrm>
            <a:off x="2065382" y="232088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065382" y="232088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</a:t>
            </a:r>
            <a:endParaRPr lang="en-US" sz="1100" dirty="0"/>
          </a:p>
        </p:txBody>
      </p:sp>
      <p:sp>
        <p:nvSpPr>
          <p:cNvPr id="141" name="Shape 139"/>
          <p:cNvSpPr/>
          <p:nvPr/>
        </p:nvSpPr>
        <p:spPr>
          <a:xfrm>
            <a:off x="3999092" y="440940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999092" y="440940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1100" dirty="0"/>
          </a:p>
        </p:txBody>
      </p:sp>
      <p:sp>
        <p:nvSpPr>
          <p:cNvPr id="143" name="Shape 141"/>
          <p:cNvSpPr/>
          <p:nvPr/>
        </p:nvSpPr>
        <p:spPr>
          <a:xfrm>
            <a:off x="3999713" y="413688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999713" y="4136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4160993" y="407637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160993" y="40763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</a:t>
            </a:r>
            <a:endParaRPr lang="en-US" sz="1100" dirty="0"/>
          </a:p>
        </p:txBody>
      </p:sp>
      <p:sp>
        <p:nvSpPr>
          <p:cNvPr id="147" name="Shape 145"/>
          <p:cNvSpPr/>
          <p:nvPr/>
        </p:nvSpPr>
        <p:spPr>
          <a:xfrm>
            <a:off x="2964891" y="329203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964891" y="32920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</a:t>
            </a:r>
            <a:endParaRPr lang="en-US" sz="1100" dirty="0"/>
          </a:p>
        </p:txBody>
      </p:sp>
      <p:sp>
        <p:nvSpPr>
          <p:cNvPr id="149" name="Shape 147"/>
          <p:cNvSpPr/>
          <p:nvPr/>
        </p:nvSpPr>
        <p:spPr>
          <a:xfrm>
            <a:off x="2105197" y="239753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105197" y="23975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1100" dirty="0"/>
          </a:p>
        </p:txBody>
      </p:sp>
      <p:sp>
        <p:nvSpPr>
          <p:cNvPr id="151" name="Shape 149"/>
          <p:cNvSpPr/>
          <p:nvPr/>
        </p:nvSpPr>
        <p:spPr>
          <a:xfrm>
            <a:off x="1663334" y="219685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663334" y="21968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53" name="Shape 151"/>
          <p:cNvSpPr/>
          <p:nvPr/>
        </p:nvSpPr>
        <p:spPr>
          <a:xfrm>
            <a:off x="4013405" y="472260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013405" y="472260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55" name="Shape 153"/>
          <p:cNvSpPr/>
          <p:nvPr/>
        </p:nvSpPr>
        <p:spPr>
          <a:xfrm>
            <a:off x="2484778" y="276043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2484778" y="27604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3933019" y="457832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3933019" y="45783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59" name="Shape 157"/>
          <p:cNvSpPr/>
          <p:nvPr/>
        </p:nvSpPr>
        <p:spPr>
          <a:xfrm>
            <a:off x="2401176" y="212790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401176" y="212790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61" name="Shape 159"/>
          <p:cNvSpPr/>
          <p:nvPr/>
        </p:nvSpPr>
        <p:spPr>
          <a:xfrm>
            <a:off x="1263591" y="244406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263591" y="24440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63" name="Shape 161"/>
          <p:cNvSpPr/>
          <p:nvPr/>
        </p:nvSpPr>
        <p:spPr>
          <a:xfrm>
            <a:off x="2145199" y="242110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2145199" y="242110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65" name="Text 163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66" name="Text 16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4.710 plaatsen</a:t>
            </a:r>
            <a:endParaRPr lang="en-US" sz="2200" dirty="0"/>
          </a:p>
        </p:txBody>
      </p:sp>
      <p:sp>
        <p:nvSpPr>
          <p:cNvPr id="167" name="Text 16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68" name="Text 166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69" name="Shape 16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71" name="Text 16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72" name="Shape 16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74" name="Text 17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5" name="Shape 17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77" name="Text 17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78" name="Text 17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79" name="Text 17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4.710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2026-06-22T21:01:09Z</dcterms:created>
  <dcterms:modified xsi:type="dcterms:W3CDTF">2026-06-22T21:01:09Z</dcterms:modified>
</cp:coreProperties>
</file>