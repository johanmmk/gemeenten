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KOOST 70 (70 kV), 3.8 km van Zwevegem.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KOOST 70 (70 kV) — dichtste kopstation bij Zwevegem, op ± 3.8 km. Flex ≈ 10 MW (11 kW/wagen + 10 kW batterij) op 50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2026-06-23T12:49:36Z</dcterms:created>
  <dcterms:modified xsi:type="dcterms:W3CDTF">2026-06-23T12:49:36Z</dcterms:modified>
</cp:coreProperties>
</file>