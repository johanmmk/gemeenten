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laadplan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58368" y="4434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laden, lagere netkosten, sterker net — uitgewerkt voor Zwevegem.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525780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37667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3218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 Geen van beide benut de aansluiting waar ze al sterk is.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040880" y="1965960"/>
            <a:ext cx="4507992" cy="3611880"/>
          </a:xfrm>
          <a:prstGeom prst="roundRect">
            <a:avLst>
              <a:gd name="adj" fmla="val 2532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621" y="24067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09244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315200" y="31546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315200" y="48006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buNone/>
            </a:pPr>
            <a:r>
              <a:rPr lang="en-US" sz="140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2.134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Zwevegem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geschikte bedrijfsparkings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parkings · 2.134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379476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laadoplossingen, batterijen en aansluiting — steeds op maat.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(operationeel) of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voor entiteiten met aanbesteding.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691640"/>
          </a:xfrm>
          <a:prstGeom prst="roundRect">
            <a:avLst>
              <a:gd name="adj" fmla="val 5405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2062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726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11480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auto’s op 80 slimme parkings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65099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KOOST 70 (70 kV), 3.8 km van Zwevegem.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040880" y="2286000"/>
          <a:ext cx="45720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7040880" y="525780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KOOST 70 (70 kV) — dichtste kopstation bij Zwevegem, op ± 3.8 km. Flex ≈ 10 MW (11 kW/wagen + 10 kW batterij) op 50 MW firm capacity.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2026-06-23T09:21:37Z</dcterms:created>
  <dcterms:modified xsi:type="dcterms:W3CDTF">2026-06-23T09:21:37Z</dcterms:modified>
</cp:coreProperties>
</file>