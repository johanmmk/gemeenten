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ohanmmk.github.io/gemeenten/Kaart_bedrijfsparkings_Zwevegem.html" TargetMode="Externa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1.416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1.416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geschikte bedrijfsparkings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€ 4,25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1.416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€ 4,25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EAF0F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60775" y="253158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60775" y="253158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250692" y="502276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50692" y="502276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65215" y="540514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65215" y="54051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010383" y="249887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10383" y="24988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982308" y="252457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82308" y="25245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80058" y="21579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8005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802205" y="21602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02205" y="21602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005606" y="228402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05606" y="22840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955956" y="231534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55956" y="23153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977653" y="232080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7653" y="23208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016523" y="229511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16523" y="229511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64337" y="547725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64337" y="5477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978946" y="543370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78946" y="543370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964966" y="5426827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64966" y="542682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935714" y="539797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35714" y="539797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001120" y="53096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01120" y="53096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37648" y="536266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37648" y="5362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70565" y="535581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0565" y="535581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449824" y="536356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49824" y="536356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927554" y="501827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27554" y="50182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914803" y="500141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14803" y="50014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904021" y="499163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04021" y="49916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032607" y="501394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2607" y="501394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76351" y="496452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76351" y="496452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15969" y="496668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15969" y="49666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59283" y="494057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59283" y="49405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901195" y="49399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01195" y="49399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231762" y="315789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231762" y="315789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2505542" y="322580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05542" y="322580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017850" y="44996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017850" y="44996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23544" y="2708858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23544" y="270885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417957" y="280250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417957" y="28025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705994" y="222433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705994" y="222433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3321759" y="326697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21759" y="32669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5231330" y="501837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231330" y="501837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2170047" y="2432085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170047" y="24320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2285631" y="314226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85631" y="314226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2431577" y="3193533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431577" y="31935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2455557" y="320688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455557" y="32068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5163317" y="542244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163317" y="542244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2796301" y="271817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2796301" y="271817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5107256" y="458749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107256" y="458749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2494285" y="3210192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494285" y="3210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2238402" y="2916214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38402" y="291621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2217272" y="3143511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217272" y="31435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2394956" y="317129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394956" y="3171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2404612" y="321056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404612" y="32105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2417203" y="3185069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417203" y="318506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2286366" y="291945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86366" y="291945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1442906" y="2329017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442906" y="232901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4865142" y="4566963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865142" y="456696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</a:t>
            </a:r>
            <a:endParaRPr lang="en-US" sz="1100" dirty="0"/>
          </a:p>
        </p:txBody>
      </p:sp>
      <p:sp>
        <p:nvSpPr>
          <p:cNvPr id="107" name="Shape 105"/>
          <p:cNvSpPr/>
          <p:nvPr/>
        </p:nvSpPr>
        <p:spPr>
          <a:xfrm>
            <a:off x="1383630" y="2524029"/>
            <a:ext cx="457200" cy="457200"/>
          </a:xfrm>
          <a:prstGeom prst="ellipse">
            <a:avLst/>
          </a:prstGeom>
          <a:solidFill>
            <a:srgbClr val="1F3864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383630" y="25240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1100" dirty="0"/>
          </a:p>
        </p:txBody>
      </p:sp>
      <p:sp>
        <p:nvSpPr>
          <p:cNvPr id="109" name="Text 107"/>
          <p:cNvSpPr/>
          <p:nvPr/>
        </p:nvSpPr>
        <p:spPr>
          <a:xfrm>
            <a:off x="868680" y="56052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spreiding — interactieve kaart via de link.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parkings · 1.416 plaatsen</a:t>
            </a:r>
            <a:endParaRPr lang="en-US" sz="2200" dirty="0"/>
          </a:p>
        </p:txBody>
      </p:sp>
      <p:sp>
        <p:nvSpPr>
          <p:cNvPr id="111" name="Text 109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112" name="Text 110">
            <a:hlinkClick r:id="rId1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13" name="Shape 111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15" name="Text 112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16" name="Shape 113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18" name="Text 114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19" name="Shape 115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21" name="Text 116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22" name="Text 11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123" name="Text 118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1.416 auto’s op 52 slimme parkings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Zwevegem, op ± 7.9 km (laagste load van de cluster &lt;5 km). Flex ≈ 12 MW (11 kW/wagen + 10 kW batterij) op 60 MW firm capacity.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2026-06-22T20:49:47Z</dcterms:created>
  <dcterms:modified xsi:type="dcterms:W3CDTF">2026-06-22T20:49:47Z</dcterms:modified>
</cp:coreProperties>
</file>