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2.xlsx"/></Relationships>
</file>

<file path=ppt/charts/chart4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72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tabro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Stabroek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STABROEK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Stabroek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5.622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Stabroek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Stabroek,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parkings · 5.622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johanmmk.github.io/gemeenten/Kaart_bedrijfsparkings_Stabroek.html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Stabroek.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764 auto’s op 23 slimme parkings in Stabroek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64% naar 72%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EKERE150 (150 kV), 5.5 km van Stabroek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Stabroek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EKERE150 (150 kV) — dichtste kopstation bij Stabroek, op ± 5.5 km (laagste load van de cluster &lt;5 km). Flex ≈ 16 MW (11 kW/wagen + 10 kW batterij) op 129.5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Stabroek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Stabroek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Stabroek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Stabroek</dc:title>
  <dc:subject>PptxGenJS Presentation</dc:subject>
  <dc:creator>Fluctus</dc:creator>
  <cp:lastModifiedBy>Fluctus</cp:lastModifiedBy>
  <cp:revision>1</cp:revision>
  <dcterms:created xsi:type="dcterms:W3CDTF">2026-06-24T02:30:00Z</dcterms:created>
  <dcterms:modified xsi:type="dcterms:W3CDTF">2026-06-24T02:30:00Z</dcterms:modified>
</cp:coreProperties>
</file>