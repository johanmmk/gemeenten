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2.xlsx"/></Relationships>
</file>

<file path=ppt/charts/chart3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cq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Pecq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PECQ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Pecq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2.295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Pecq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Pecq,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parkings · 2.295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johanmmk.github.io/gemeenten/Kaart_bedrijfsparkings_Pecq.html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Pecq.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502 auto’s op 17 slimme parkings in Pecq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TOURN 70 (70 kV), 7.3 km van Pecq.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Pecq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TOURN 70 (70 kV) — dichtste kopstation bij Pecq, op ± 7.3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Pecq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Pecq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Pecq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Pecq</dc:title>
  <dc:subject>PptxGenJS Presentation</dc:subject>
  <dc:creator>Fluctus</dc:creator>
  <cp:lastModifiedBy>Fluctus</cp:lastModifiedBy>
  <cp:revision>1</cp:revision>
  <dcterms:created xsi:type="dcterms:W3CDTF">2026-06-25T03:07:24Z</dcterms:created>
  <dcterms:modified xsi:type="dcterms:W3CDTF">2026-06-25T03:07:24Z</dcterms:modified>
</cp:coreProperties>
</file>