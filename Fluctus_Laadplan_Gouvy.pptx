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5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5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1.xlsx"/></Relationships>
</file>

<file path=ppt/charts/chart1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Gouvy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5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Gouvy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GOUVY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Gouvy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1.426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Gouvy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1.426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€ 2,14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€ 4,28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1.426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€ 2,14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1.426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€ 4,28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Gouvy,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 parkings · 1.426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johanmmk.github.io/gemeenten/Kaart_bedrijfsparkings_Gouvy.html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Gouvy.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676 auto’s op 29 slimme parkings in Gouvy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CIERR 70 (70 kV), 6.2 km van Gouvy.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Gouvy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CIERR 70 (70 kV) — dichtste kopstation bij Gouvy, op ± 6.2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Gouvy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Gouvy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Gouvy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Gouvy</dc:title>
  <dc:subject>PptxGenJS Presentation</dc:subject>
  <dc:creator>Fluctus</dc:creator>
  <cp:lastModifiedBy>Fluctus</cp:lastModifiedBy>
  <cp:revision>1</cp:revision>
  <dcterms:created xsi:type="dcterms:W3CDTF">2026-06-25T01:27:29Z</dcterms:created>
  <dcterms:modified xsi:type="dcterms:W3CDTF">2026-06-25T01:27:29Z</dcterms:modified>
</cp:coreProperties>
</file>