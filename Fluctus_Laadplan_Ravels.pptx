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7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7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3.xlsx"/></Relationships>
</file>

<file path=ppt/charts/chart37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Ravel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7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Ravels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RAVELS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Ravels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1.152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Ravels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Ravels,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parkings · 1.152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johanmmk.github.io/gemeenten/Kaart_bedrijfsparkings_Ravels.html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Ravels.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832 auto’s op 29 slimme parkings in Ravels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TURNH 70 (70 kV), 14.1 km van Ravels.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Ravels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TURNH 70 (70 kV) — dichtste kopstation bij Ravels, op ± 14.1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Ravels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Ravels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Ravels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Ravels</dc:title>
  <dc:subject>PptxGenJS Presentation</dc:subject>
  <dc:creator>Fluctus</dc:creator>
  <cp:lastModifiedBy>Fluctus</cp:lastModifiedBy>
  <cp:revision>1</cp:revision>
  <dcterms:created xsi:type="dcterms:W3CDTF">2026-06-25T03:16:50Z</dcterms:created>
  <dcterms:modified xsi:type="dcterms:W3CDTF">2026-06-25T03:16:50Z</dcterms:modified>
</cp:coreProperties>
</file>