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6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5.xlsx"/></Relationships>
</file>

<file path=ppt/charts/chart5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ongeren_Borglo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6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Tongeren-Borgloon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TONGEREN-BORGLOON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Tongeren-Borgloon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7.267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Tongeren-Borgloon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7.267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€ 10,90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€ 21,80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€ 10,90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€ 21,80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Tongeren-Borgloon,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 parkings · 7.267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johanmmk.github.io/gemeenten/Kaart_bedrijfsparkings_Tongeren_Borgloon.html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Tongeren-Borgloon.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4.259 auto’s op 149 slimme parkings in Tongeren-Borgloon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TONGE 70 (70 kV), 2.4 km van Tongeren-Borgloon.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Tongeren-Borgloon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TONGE 70 (70 kV) — dichtste kopstation bij Tongeren-Borgloon, op ± 2.4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Tongeren-Borgloon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Tongeren-Borgloon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Tongeren-Borgloon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Tongeren-Borgloon</dc:title>
  <dc:subject>PptxGenJS Presentation</dc:subject>
  <dc:creator>Fluctus</dc:creator>
  <cp:lastModifiedBy>Fluctus</cp:lastModifiedBy>
  <cp:revision>1</cp:revision>
  <dcterms:created xsi:type="dcterms:W3CDTF">2026-06-25T04:55:14Z</dcterms:created>
  <dcterms:modified xsi:type="dcterms:W3CDTF">2026-06-25T04:55:14Z</dcterms:modified>
</cp:coreProperties>
</file>