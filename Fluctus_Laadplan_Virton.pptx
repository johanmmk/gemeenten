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2.xlsx"/></Relationships>
</file>

<file path=ppt/charts/chart4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irt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VIRTON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Virton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1.730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Virton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€ 5,19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€ 5,19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Virton,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parkings · 1.730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johanmmk.github.io/gemeenten/Kaart_bedrijfsparkings_Virton.html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Virton.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1.234 auto’s op 31 slimme parkings in Virton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SMARD220 (220 kV), 5 km van Virton.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Virton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SMARD220 (220 kV) — dichtste kopstation bij Virton, op ± 5 km. Flex ≈ 25.9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Virton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Virton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Virton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Virton</dc:title>
  <dc:subject>PptxGenJS Presentation</dc:subject>
  <dc:creator>Fluctus</dc:creator>
  <cp:lastModifiedBy>Fluctus</cp:lastModifiedBy>
  <cp:revision>1</cp:revision>
  <dcterms:created xsi:type="dcterms:W3CDTF">2026-06-25T03:44:24Z</dcterms:created>
  <dcterms:modified xsi:type="dcterms:W3CDTF">2026-06-25T03:44:24Z</dcterms:modified>
</cp:coreProperties>
</file>