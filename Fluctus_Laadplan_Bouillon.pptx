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8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3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8.xlsx"/></Relationships>
</file>

<file path=ppt/charts/chart3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31</c:v>
                </c:pt>
                <c:pt idx="1">
                  <c:v>63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johanmmk.github.io/gemeenten/Kaart_bedrijfsparkings_Bouillon.html" TargetMode="External"/><Relationship Id="rId2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38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Bouillon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BOUILLON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Bouillon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912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Bouillon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+ 6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912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€ 1,37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€ 2,74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912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€ 1,37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912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€ 2,74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Bouillon,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EAF0FA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390930" y="2193968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90930" y="21939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332124" y="2211410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32124" y="221141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392108" y="2198657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92108" y="219865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366527" y="2212496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66527" y="22124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391376" y="2197382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91376" y="219738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379102" y="2210032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79102" y="22100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391767" y="2181482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91767" y="218148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380765" y="2209230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80765" y="220923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390666" y="2180805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90666" y="218080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392168" y="2181632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92168" y="21816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376911" y="2209858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76911" y="220985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331462" y="2209252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31462" y="22092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391437" y="2199938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91437" y="219993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391738" y="2195846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91738" y="219584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392170" y="2193661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92170" y="2193661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383847" y="2157984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83847" y="21579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379516" y="2170590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379516" y="217059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300496" y="2159347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00496" y="215934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271636" y="2161882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271636" y="216188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350903" y="2132093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350903" y="213209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422392" y="2146914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422392" y="214691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356518" y="2130615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356518" y="213061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313815" y="2147081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313815" y="214708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5327461" y="2136265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327461" y="2136265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5327586" y="2136533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327586" y="213653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5234359" y="2121961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234359" y="212196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859536" y="5413248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59536" y="5413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5289993" y="2079601"/>
            <a:ext cx="457200" cy="457200"/>
          </a:xfrm>
          <a:prstGeom prst="ellipse">
            <a:avLst/>
          </a:prstGeom>
          <a:solidFill>
            <a:srgbClr val="1F386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289993" y="2079601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116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868680" y="5605272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Schematische spreiding — interactieve kaart via de link.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parkings · 912 plaatsen</a:t>
            </a:r>
            <a:endParaRPr lang="en-US" sz="2200" dirty="0"/>
          </a:p>
        </p:txBody>
      </p:sp>
      <p:sp>
        <p:nvSpPr>
          <p:cNvPr id="63" name="Text 61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64" name="Text 62">
            <a:hlinkClick r:id="rId1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johanmmk.github.io/gemeenten/Kaart_bedrijfsparkings_Bouillon.html</a:t>
            </a:r>
            <a:endParaRPr lang="en-US" sz="1150" dirty="0"/>
          </a:p>
        </p:txBody>
      </p:sp>
      <p:sp>
        <p:nvSpPr>
          <p:cNvPr id="65" name="Shape 63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6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67" name="Text 64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68" name="Shape 65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69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70" name="Text 66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71" name="Shape 67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72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73" name="Text 68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74" name="Text 69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75" name="Text 70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Bouillon.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674 auto’s op 22 slimme parkings in Bouillon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31% naar 63%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FAYSV 70 (70 kV), 8.2 km van Bouillon.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Bouillon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FAYSV 70 (70 kV) — dichtste kopstation bij Bouillon, op ± 8.2 km. Flex ≈ 5.2 MW (11 kW/wagen + 10 kW batterij) op 26.1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Bouillon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+103%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Bouillon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+103%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Bouillon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Bouillon</dc:title>
  <dc:subject>PptxGenJS Presentation</dc:subject>
  <dc:creator>Fluctus</dc:creator>
  <cp:lastModifiedBy>Fluctus</cp:lastModifiedBy>
  <cp:revision>1</cp:revision>
  <dcterms:created xsi:type="dcterms:W3CDTF">2026-06-23T22:54:27Z</dcterms:created>
  <dcterms:modified xsi:type="dcterms:W3CDTF">2026-06-23T22:54:27Z</dcterms:modified>
</cp:coreProperties>
</file>