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5.xlsx"/></Relationships>
</file>

<file path=ppt/charts/chart3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epinst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Pepinster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PEPINSTER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Pepinster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2.670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Pepinster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€ 8,01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€ 8,01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Pepinster,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parkings · 2.670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johanmmk.github.io/gemeenten/Kaart_bedrijfsparkings_Pepinster.html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Pepinster.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auto’s op 14 slimme parkings in Pepinster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52%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PEPIN 70 (70 kV), 0.4 km van Pepinster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Pepinster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PEPIN 70 (70 kV) — dichtste kopstation bij Pepinster, op ± 0.4 km (laagste load van de cluster &lt;5 km). Flex ≈ 7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Pepinster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Pepinster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Pepinster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Pepinster</dc:title>
  <dc:subject>PptxGenJS Presentation</dc:subject>
  <dc:creator>Fluctus</dc:creator>
  <cp:lastModifiedBy>Fluctus</cp:lastModifiedBy>
  <cp:revision>1</cp:revision>
  <dcterms:created xsi:type="dcterms:W3CDTF">2026-06-24T01:54:10Z</dcterms:created>
  <dcterms:modified xsi:type="dcterms:W3CDTF">2026-06-24T01:54:10Z</dcterms:modified>
</cp:coreProperties>
</file>