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7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7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0.xlsx"/></Relationships>
</file>

<file path=ppt/charts/chart3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56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amilli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7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Ramillies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RAMILLIES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Ramillies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3.608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Ramillies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3.608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€ 10,82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€ 10,82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Ramillies,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parkings · 3.608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johanmmk.github.io/gemeenten/Kaart_bedrijfsparkings_Ramillies.html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Ramillies.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338 auto’s op 12 slimme parkings in Ramillies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56%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LEUZE 70 (70 kV), 12.3 km van Ramillies.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Ramillies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LEUZE 70 (70 kV) — dichtste kopstation bij Ramillies, op ± 12.3 km. Flex ≈ 7.1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Ramillies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Ramillies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Ramillies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Ramillies</dc:title>
  <dc:subject>PptxGenJS Presentation</dc:subject>
  <dc:creator>Fluctus</dc:creator>
  <cp:lastModifiedBy>Fluctus</cp:lastModifiedBy>
  <cp:revision>1</cp:revision>
  <dcterms:created xsi:type="dcterms:W3CDTF">2026-06-24T01:57:47Z</dcterms:created>
  <dcterms:modified xsi:type="dcterms:W3CDTF">2026-06-24T01:57:47Z</dcterms:modified>
</cp:coreProperties>
</file>