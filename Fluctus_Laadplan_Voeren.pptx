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4.xlsx"/></Relationships>
</file>

<file path=ppt/charts/chart4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oe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Voeren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VOEREN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Voeren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748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Voeren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Voeren,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parkings · 748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johanmmk.github.io/gemeenten/Kaart_bedrijfsparkings_Voeren.html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Voeren.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 auto’s op 27 slimme parkings in Voeren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LIXHE150 (150 kV), 8.7 km van Voeren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Voeren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LIXHE150 (150 kV) — dichtste kopstation bij Voeren, op ± 8.7 km (laagste load van de cluster &lt;5 km). Flex ≈ 15.7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Voeren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Voeren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Voeren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Voeren</dc:title>
  <dc:subject>PptxGenJS Presentation</dc:subject>
  <dc:creator>Fluctus</dc:creator>
  <cp:lastModifiedBy>Fluctus</cp:lastModifiedBy>
  <cp:revision>1</cp:revision>
  <dcterms:created xsi:type="dcterms:W3CDTF">2026-06-24T03:13:06Z</dcterms:created>
  <dcterms:modified xsi:type="dcterms:W3CDTF">2026-06-24T03:13:06Z</dcterms:modified>
</cp:coreProperties>
</file>