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5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8.xlsx"/></Relationships>
</file>

<file path=ppt/charts/chart4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illers_la_Vi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5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Villers-la-Ville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VILLERS-LA-VILLE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Villers-la-Ville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751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Villers-la-Ville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Villers-la-Ville,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parkings · 751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johanmmk.github.io/gemeenten/Kaart_bedrijfsparkings_Villers_la_Ville.html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Villers-la-Ville.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373 auto’s op 14 slimme parkings in Villers-la-Ville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CHASS 70 (70 kV), 3.6 km van Villers-la-Ville.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Villers-la-Ville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CHASS 70 (70 kV) — dichtste kopstation bij Villers-la-Ville, op ± 3.6 km. Flex ≈ 7.8 MW (11 kW/wagen + 10 kW batterij) op 47.2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Villers-la-Ville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Villers-la-Ville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Villers-la-Ville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Villers-la-Ville</dc:title>
  <dc:subject>PptxGenJS Presentation</dc:subject>
  <dc:creator>Fluctus</dc:creator>
  <cp:lastModifiedBy>Fluctus</cp:lastModifiedBy>
  <cp:revision>1</cp:revision>
  <dcterms:created xsi:type="dcterms:W3CDTF">2026-06-25T03:43:49Z</dcterms:created>
  <dcterms:modified xsi:type="dcterms:W3CDTF">2026-06-25T03:43:49Z</dcterms:modified>
</cp:coreProperties>
</file>