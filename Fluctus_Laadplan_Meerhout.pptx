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7.xlsx"/></Relationships>
</file>

<file path=ppt/charts/chart2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er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MEERHOUT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Meerhout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4.156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Meerhout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Meerhout,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parkings · 4.156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johanmmk.github.io/gemeenten/Kaart_bedrijfsparkings_Meerhout.html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Meerhout.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1.070 auto’s op 34 slimme parkings in Meerhout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MEERH150 (150 kV), 2.6 km van Meerhout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Meerhout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MEERH150 (150 kV) — dichtste kopstation bij Meerhout, op ± 2.6 km (laagste load van de cluster &lt;5 km). Flex ≈ 22.5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Meerhout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Meerhout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Meerhout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Meerhout</dc:title>
  <dc:subject>PptxGenJS Presentation</dc:subject>
  <dc:creator>Fluctus</dc:creator>
  <cp:lastModifiedBy>Fluctus</cp:lastModifiedBy>
  <cp:revision>1</cp:revision>
  <dcterms:created xsi:type="dcterms:W3CDTF">2026-06-25T02:33:32Z</dcterms:created>
  <dcterms:modified xsi:type="dcterms:W3CDTF">2026-06-25T02:33:32Z</dcterms:modified>
</cp:coreProperties>
</file>