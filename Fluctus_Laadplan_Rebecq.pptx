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7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3.xlsx"/></Relationships>
</file>

<file path=ppt/charts/chart3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ebecq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7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Rebecq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REBECQ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Rebecq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2.483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Rebecq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2.483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€ 3,72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€ 3,72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2.483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Rebecq,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parkings · 2.483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johanmmk.github.io/gemeenten/Kaart_bedrijfsparkings_Rebecq.html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Rebecq.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707 auto’s op 23 slimme parkings in Rebecq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HOVES 70 (70 kV), 6.5 km van Rebecq.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Rebecq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HOVES 70 (70 kV) — dichtste kopstation bij Rebecq, op ± 6.5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Rebecq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Rebecq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Rebecq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Rebecq</dc:title>
  <dc:subject>PptxGenJS Presentation</dc:subject>
  <dc:creator>Fluctus</dc:creator>
  <cp:lastModifiedBy>Fluctus</cp:lastModifiedBy>
  <cp:revision>1</cp:revision>
  <dcterms:created xsi:type="dcterms:W3CDTF">2026-06-24T01:58:17Z</dcterms:created>
  <dcterms:modified xsi:type="dcterms:W3CDTF">2026-06-24T01:58:17Z</dcterms:modified>
</cp:coreProperties>
</file>