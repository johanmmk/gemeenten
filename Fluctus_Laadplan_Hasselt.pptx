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5.xlsx"/></Relationships>
</file>

<file path=ppt/charts/chart5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ssel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Hasselt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HASSELT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Hasselt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16.721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Hasselt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€ 50,16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€ 50,16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Hasselt,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parkings · 16.721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johanmmk.github.io/gemeenten/Kaart_bedrijfsparkings_Hasselt.html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Hasselt.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10.967 auto’s op 375 slimme parkings in Hasselt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GODSH 70 (70 kV), 3.2 km van Hasselt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Hasselt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GODSH 70 (70 kV) — dichtste kopstation bij Hasselt, op ± 3.2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Hasselt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Hasselt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Hasselt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Hasselt</dc:title>
  <dc:subject>PptxGenJS Presentation</dc:subject>
  <dc:creator>Fluctus</dc:creator>
  <cp:lastModifiedBy>Fluctus</cp:lastModifiedBy>
  <cp:revision>1</cp:revision>
  <dcterms:created xsi:type="dcterms:W3CDTF">2026-06-24T04:49:18Z</dcterms:created>
  <dcterms:modified xsi:type="dcterms:W3CDTF">2026-06-24T04:49:18Z</dcterms:modified>
</cp:coreProperties>
</file>