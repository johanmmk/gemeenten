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9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9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2.xlsx"/></Relationships>
</file>

<file path=ppt/charts/chart3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int_Gilli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9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Sint-Gillis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SINT-GILLIS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Sint-Gillis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38.963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Sint-Gillis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38.963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€ 58,44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€ 116,89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38.963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€ 58,44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38.963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€ 116,89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Sint-Gillis,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890 parkings · 38.963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johanmmk.github.io/gemeenten/Kaart_bedrijfsparkings_Sint_Gillis.html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Sint-Gillis.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38.963 auto’s op 890 slimme parkings in Sint-Gillis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QDEME 36 (36 kV), 2.1 km van Sint-Gillis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Sint-Gillis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QDEME 36 (36 kV) — dichtste kopstation bij Sint-Gillis, op ± 2.1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Sint-Gillis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Sint-Gillis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Sint-Gillis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Sint-Gillis</dc:title>
  <dc:subject>PptxGenJS Presentation</dc:subject>
  <dc:creator>Fluctus</dc:creator>
  <cp:lastModifiedBy>Fluctus</cp:lastModifiedBy>
  <cp:revision>1</cp:revision>
  <dcterms:created xsi:type="dcterms:W3CDTF">2026-06-25T03:22:51Z</dcterms:created>
  <dcterms:modified xsi:type="dcterms:W3CDTF">2026-06-25T03:22:51Z</dcterms:modified>
</cp:coreProperties>
</file>