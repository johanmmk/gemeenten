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1.xlsx"/></Relationships>
</file>

<file path=ppt/charts/chart3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assog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Nassogne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NASSOGNE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Nassogne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905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Nassogne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Nassogne,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parkings · 905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johanmmk.github.io/gemeenten/Kaart_bedrijfsparkings_Nassogne.html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Nassogne.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 auto’s op 8 slimme parkings in Nassogne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45%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ON___ 70 (70 kV), 6.7 km van Nassogne.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Nassogne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ON___ 70 (70 kV) — dichtste kopstation bij Nassogne, op ± 6.7 km. Flex ≈ 4.1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Nassogne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Nassogne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Nassogne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Nassogne</dc:title>
  <dc:subject>PptxGenJS Presentation</dc:subject>
  <dc:creator>Fluctus</dc:creator>
  <cp:lastModifiedBy>Fluctus</cp:lastModifiedBy>
  <cp:revision>1</cp:revision>
  <dcterms:created xsi:type="dcterms:W3CDTF">2026-06-24T01:40:43Z</dcterms:created>
  <dcterms:modified xsi:type="dcterms:W3CDTF">2026-06-24T01:40:43Z</dcterms:modified>
</cp:coreProperties>
</file>