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4.xlsx"/></Relationships>
</file>

<file path=ppt/charts/chart2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Icht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Ichtegem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ICHTEGEM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Ichtegem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2.486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Ichtegem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2.486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€ 3,73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€ 3,73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Ichtegem,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parkings · 2.486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johanmmk.github.io/gemeenten/Kaart_bedrijfsparkings_Ichtegem.html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Ichtegem.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894 auto’s op 32 slimme parkings in Ichtegem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50% naar 71%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GISTE 36 (36 kV), 6.8 km van Ichtegem.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Ichtegem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GISTE 36 (36 kV) — dichtste kopstation bij Ichtegem, op ± 6.8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Ichtegem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Ichtegem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Ichtegem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Ichtegem</dc:title>
  <dc:subject>PptxGenJS Presentation</dc:subject>
  <dc:creator>Fluctus</dc:creator>
  <cp:lastModifiedBy>Fluctus</cp:lastModifiedBy>
  <cp:revision>1</cp:revision>
  <dcterms:created xsi:type="dcterms:W3CDTF">2026-06-24T00:49:06Z</dcterms:created>
  <dcterms:modified xsi:type="dcterms:W3CDTF">2026-06-24T00:49:06Z</dcterms:modified>
</cp:coreProperties>
</file>