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6.xlsx"/></Relationships>
</file>

<file path=ppt/charts/chart4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Tu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TUBEKE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Tubeke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5.578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Tubeke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5.578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€ 16,73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5.578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5.578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€ 16,73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Tubeke,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 parkings · 5.578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johanmmk.github.io/gemeenten/Kaart_bedrijfsparkings_Tubeke.html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Tubeke.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5.578 auto’s op 196 slimme parkings in Tubeke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OISQU150 (150 kV), 4 km van Tubeke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Tubeke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OISQU150 (150 kV) — dichtste kopstation bij Tubeke, op ± 4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Tubeke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Tubeke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Tubeke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Tubeke</dc:title>
  <dc:subject>PptxGenJS Presentation</dc:subject>
  <dc:creator>Fluctus</dc:creator>
  <cp:lastModifiedBy>Fluctus</cp:lastModifiedBy>
  <cp:revision>1</cp:revision>
  <dcterms:created xsi:type="dcterms:W3CDTF">2026-06-25T03:39:17Z</dcterms:created>
  <dcterms:modified xsi:type="dcterms:W3CDTF">2026-06-25T03:39:17Z</dcterms:modified>
</cp:coreProperties>
</file>