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8.xlsx"/></Relationships>
</file>

<file path=ppt/charts/chart4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ell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TELLIN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Tellin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604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Tellin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€ 1,81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Tellin,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parkings · 604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johanmmk.github.io/gemeenten/Kaart_bedrijfsparkings_Tellin.html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Tellin.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Tellin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ON___ 70 (70 kV), 10.9 km van Tellin.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Tellin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ON___ 70 (70 kV) — dichtste kopstation bij Tellin, op ± 10.9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Tellin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Tellin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Tellin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Tellin</dc:title>
  <dc:subject>PptxGenJS Presentation</dc:subject>
  <dc:creator>Fluctus</dc:creator>
  <cp:lastModifiedBy>Fluctus</cp:lastModifiedBy>
  <cp:revision>1</cp:revision>
  <dcterms:created xsi:type="dcterms:W3CDTF">2026-06-24T02:35:04Z</dcterms:created>
  <dcterms:modified xsi:type="dcterms:W3CDTF">2026-06-24T02:35:04Z</dcterms:modified>
</cp:coreProperties>
</file>