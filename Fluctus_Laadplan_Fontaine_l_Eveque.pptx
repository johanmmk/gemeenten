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5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2.xlsx"/></Relationships>
</file>

<file path=ppt/charts/chart5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38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Fontaine_l_Evequ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5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Fontaine-l'Évêque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FONTAINE-L'ÉVÊQUE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Fontaine-l'Évêque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3.554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Fontaine-l'Évêque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3.554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€ 5,33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€ 10,66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3.554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€ 5,33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3.554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€ 10,66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Fontaine-l'Évêque,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parkings · 3.554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johanmmk.github.io/gemeenten/Kaart_bedrijfsparkings_Fontaine_l_Eveque.html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Fontaine-l'Évêque.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Fontaine-l'Évêque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38% naar 38%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MONCE150 (150 kV), 3.9 km van Fontaine-l'Évêque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Fontaine-l'Évêque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MONCE150 (150 kV) — dichtste kopstation bij Fontaine-l'Évêque, op ± 3.9 km (laagste load van de cluster &lt;5 km). Flex ≈ 0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Fontaine-l'Évêque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Fontaine-l'Évêque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Fontaine-l'Évêque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Fontaine-l'Évêque</dc:title>
  <dc:subject>PptxGenJS Presentation</dc:subject>
  <dc:creator>Fluctus</dc:creator>
  <cp:lastModifiedBy>Fluctus</cp:lastModifiedBy>
  <cp:revision>1</cp:revision>
  <dcterms:created xsi:type="dcterms:W3CDTF">2026-06-24T04:39:50Z</dcterms:created>
  <dcterms:modified xsi:type="dcterms:W3CDTF">2026-06-24T04:39:50Z</dcterms:modified>
</cp:coreProperties>
</file>