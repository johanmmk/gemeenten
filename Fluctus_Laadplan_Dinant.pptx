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9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4.xlsx"/></Relationships>
</file>

<file path=ppt/charts/chart9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Dinan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9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Dinant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DINANT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Dinant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5.432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Dinant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+ 67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5.432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€ 8,15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€ 16,30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5.432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€ 8,15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5.432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€ 16,30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Dinant,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 parkings · 5.432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johanmmk.github.io/gemeenten/Kaart_bedrijfsparkings_Dinant.html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Dinant.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2.450 auto’s op 57 slimme parkings in Dinant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DORIN 70 (70 kV), 7.9 km van Dinant.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Dinant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DORIN 70 (70 kV) — dichtste kopstation bij Dinant, op ± 7.9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Dinant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Dinant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Dinant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Dinant</dc:title>
  <dc:subject>PptxGenJS Presentation</dc:subject>
  <dc:creator>Fluctus</dc:creator>
  <cp:lastModifiedBy>Fluctus</cp:lastModifiedBy>
  <cp:revision>1</cp:revision>
  <dcterms:created xsi:type="dcterms:W3CDTF">2026-06-25T00:50:17Z</dcterms:created>
  <dcterms:modified xsi:type="dcterms:W3CDTF">2026-06-25T00:50:17Z</dcterms:modified>
</cp:coreProperties>
</file>