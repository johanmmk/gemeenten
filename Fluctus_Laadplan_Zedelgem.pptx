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5.xlsx"/></Relationships>
</file>

<file path=ppt/charts/chart4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edel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Zedelgem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ZEDELGEM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Zedelgem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Zedelgem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Zedelgem,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parkings · 5.233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johanmmk.github.io/gemeenten/Kaart_bedrijfsparkings_Zedelgem.html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Zedelgem.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2.073 auto’s op 64 slimme parkings in Zedelgem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46% naar 70%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ZEDEL 36 (36 kV), 2.1 km van Zedelgem.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Zedelgem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ZEDEL 36 (36 kV) — dichtste kopstation bij Zedelgem, op ± 2.1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Zedelgem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Zedelgem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Zedelgem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Zedelgem</dc:title>
  <dc:subject>PptxGenJS Presentation</dc:subject>
  <dc:creator>Fluctus</dc:creator>
  <cp:lastModifiedBy>Fluctus</cp:lastModifiedBy>
  <cp:revision>1</cp:revision>
  <dcterms:created xsi:type="dcterms:W3CDTF">2026-06-25T03:51:26Z</dcterms:created>
  <dcterms:modified xsi:type="dcterms:W3CDTF">2026-06-25T03:51:26Z</dcterms:modified>
</cp:coreProperties>
</file>