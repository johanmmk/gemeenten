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1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7.xlsx"/></Relationships>
</file>

<file path=ppt/charts/chart4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43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omme_Leuz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1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Somme-Leuze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SOMME-LEUZE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Somme-Leuze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1.992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Somme-Leuze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1.992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€ 2,99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€ 5,98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1.992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€ 2,99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1.992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€ 5,98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Somme-Leuze,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parkings · 1.992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johanmmk.github.io/gemeenten/Kaart_bedrijfsparkings_Somme_Leuze.html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Somme-Leuze.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 auto’s op 7 slimme parkings in Somme-Leuze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43%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MARFA 70 (70 kV), 8.1 km van Somme-Leuze.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Somme-Leuze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MARFA 70 (70 kV) — dichtste kopstation bij Somme-Leuze, op ± 8.1 km. Flex ≈ 2.7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Somme-Leuze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Somme-Leuze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Somme-Leuze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Somme-Leuze</dc:title>
  <dc:subject>PptxGenJS Presentation</dc:subject>
  <dc:creator>Fluctus</dc:creator>
  <cp:lastModifiedBy>Fluctus</cp:lastModifiedBy>
  <cp:revision>1</cp:revision>
  <dcterms:created xsi:type="dcterms:W3CDTF">2026-06-24T02:25:20Z</dcterms:created>
  <dcterms:modified xsi:type="dcterms:W3CDTF">2026-06-24T02:25:20Z</dcterms:modified>
</cp:coreProperties>
</file>