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9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3.xlsx"/></Relationships>
</file>

<file path=ppt/charts/chart1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ogstrat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9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Hoogstraten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HOOGSTRATEN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Hoogstraten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2.881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Hoogstraten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2.881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€ 8,64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2.881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2.881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€ 8,64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Hoogstraten,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parkings · 2.881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johanmmk.github.io/gemeenten/Kaart_bedrijfsparkings_Hoogstraten.html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Hoogstraten.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2.087 auto’s op 64 slimme parkings in Hoogstraten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42% naar 68%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LOEWP 36 (36 kV), 4.7 km van Hoogstraten.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Hoogstraten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LOEWP 36 (36 kV) — dichtste kopstation bij Hoogstraten, op ± 4.7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Hoogstraten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Hoogstraten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Hoogstraten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Hoogstraten</dc:title>
  <dc:subject>PptxGenJS Presentation</dc:subject>
  <dc:creator>Fluctus</dc:creator>
  <cp:lastModifiedBy>Fluctus</cp:lastModifiedBy>
  <cp:revision>1</cp:revision>
  <dcterms:created xsi:type="dcterms:W3CDTF">2026-06-25T01:56:01Z</dcterms:created>
  <dcterms:modified xsi:type="dcterms:W3CDTF">2026-06-25T01:56:01Z</dcterms:modified>
</cp:coreProperties>
</file>