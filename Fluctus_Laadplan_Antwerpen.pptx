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0.xlsx"/></Relationships>
</file>

<file path=ppt/charts/chart5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ntwerp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Antwerpen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ANTWERPEN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Antwerpen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60.294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Antwerpen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+ 450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60.294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€ 90,44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€ 180,88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60.294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€ 90,44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60.294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€ 180,88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Antwerpen,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1324 parkings · 60.294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johanmmk.github.io/gemeenten/Kaart_bedrijfsparkings_Antwerpen.html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Antwerpen.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42.033 auto’s op 874 slimme parkings in Antwerpen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BURCH150 (150 kV), 4.3 km van Antwerpen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Antwerpen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BURCH150 (150 kV) — dichtste kopstation bij Antwerpen, op ± 4.3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Antwerpen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Antwerpen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Antwerpen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Antwerpen</dc:title>
  <dc:subject>PptxGenJS Presentation</dc:subject>
  <dc:creator>Fluctus</dc:creator>
  <cp:lastModifiedBy>Fluctus</cp:lastModifiedBy>
  <cp:revision>1</cp:revision>
  <dcterms:created xsi:type="dcterms:W3CDTF">2026-06-24T03:54:55Z</dcterms:created>
  <dcterms:modified xsi:type="dcterms:W3CDTF">2026-06-24T03:54:55Z</dcterms:modified>
</cp:coreProperties>
</file>