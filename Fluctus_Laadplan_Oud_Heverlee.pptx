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4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5.xlsx"/></Relationships>
</file>

<file path=ppt/charts/chart3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49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ud_Heverle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4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Oud-Heverlee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OUD-HEVERLEE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Oud-Heverlee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7.385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Oud-Heverlee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7.385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€ 11,08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€ 22,16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7.385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€ 11,08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7.385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€ 22,16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Oud-Heverlee,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 parkings · 7.385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johanmmk.github.io/gemeenten/Kaart_bedrijfsparkings_Oud_Heverlee.html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Oud-Heverlee.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 auto’s op 11 slimme parkings in Oud-Heverlee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49%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HEVRL 70 (70 kV), 4.7 km van Oud-Heverlee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Oud-Heverlee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HEVRL 70 (70 kV) — dichtste kopstation bij Oud-Heverlee, op ± 4.7 km (laagste load van de cluster &lt;5 km). Flex ≈ 4.2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Oud-Heverlee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Oud-Heverlee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Oud-Heverlee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Oud-Heverlee</dc:title>
  <dc:subject>PptxGenJS Presentation</dc:subject>
  <dc:creator>Fluctus</dc:creator>
  <cp:lastModifiedBy>Fluctus</cp:lastModifiedBy>
  <cp:revision>1</cp:revision>
  <dcterms:created xsi:type="dcterms:W3CDTF">2026-06-25T03:01:06Z</dcterms:created>
  <dcterms:modified xsi:type="dcterms:W3CDTF">2026-06-25T03:01:06Z</dcterms:modified>
</cp:coreProperties>
</file>