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8.xlsx"/></Relationships>
</file>

<file path=ppt/charts/chart1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12.571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 parkings · 12.571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6.257 auto’s op 164 slimme parkings in Geel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HEZE 150 (150 kV), 3.8 km van Geel.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HEZE 150 (150 kV) — dichtste kopstation bij Geel, op ± 3.8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Geel</dc:title>
  <dc:subject>PptxGenJS Presentation</dc:subject>
  <dc:creator>Fluctus</dc:creator>
  <cp:lastModifiedBy>Fluctus</cp:lastModifiedBy>
  <cp:revision>1</cp:revision>
  <dcterms:created xsi:type="dcterms:W3CDTF">2026-06-25T01:10:23Z</dcterms:created>
  <dcterms:modified xsi:type="dcterms:W3CDTF">2026-06-25T01:10:23Z</dcterms:modified>
</cp:coreProperties>
</file>