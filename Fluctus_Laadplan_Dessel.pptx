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ss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DESSEL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Dessel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Dessel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Dessel,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parkings · 1.899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johanmmk.github.io/gemeenten/Kaart_bedrijfsparkings_Dessel.html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Dessel.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905 auto’s op 29 slimme parkings in Dessel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52%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MOL 150 (150 kV), 2.1 km van Dessel.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Dessel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MOL 150 (150 kV) — dichtste kopstation bij Dessel, op ± 2.1 km. Flex ≈ 19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Dessel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Dessel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Dessel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Dessel</dc:title>
  <dc:subject>PptxGenJS Presentation</dc:subject>
  <dc:creator>Fluctus</dc:creator>
  <cp:lastModifiedBy>Fluctus</cp:lastModifiedBy>
  <cp:revision>1</cp:revision>
  <dcterms:created xsi:type="dcterms:W3CDTF">2026-06-23T23:35:24Z</dcterms:created>
  <dcterms:modified xsi:type="dcterms:W3CDTF">2026-06-23T23:35:24Z</dcterms:modified>
</cp:coreProperties>
</file>