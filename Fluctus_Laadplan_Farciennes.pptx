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1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8.xlsx"/></Relationships>
</file>

<file path=ppt/charts/chart1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Farcienne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1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Farciennes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FARCIENNES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Farciennes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4.248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Farciennes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+ 72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4.248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€ 6,37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€ 12,74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4.248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€ 6,37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4.248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€ 12,74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Farciennes,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 parkings · 4.248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johanmmk.github.io/gemeenten/Kaart_bedrijfsparkings_Farciennes.html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Farciennes.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1.319 auto’s op 31 slimme parkings in Farciennes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AUVEL 70 (70 kV), 5.8 km van Farciennes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Farciennes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AUVEL 70 (70 kV) — dichtste kopstation bij Farciennes, op ± 5.8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Farciennes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Farciennes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Farciennes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Farciennes</dc:title>
  <dc:subject>PptxGenJS Presentation</dc:subject>
  <dc:creator>Fluctus</dc:creator>
  <cp:lastModifiedBy>Fluctus</cp:lastModifiedBy>
  <cp:revision>1</cp:revision>
  <dcterms:created xsi:type="dcterms:W3CDTF">2026-06-25T00:59:56Z</dcterms:created>
  <dcterms:modified xsi:type="dcterms:W3CDTF">2026-06-25T00:59:56Z</dcterms:modified>
</cp:coreProperties>
</file>