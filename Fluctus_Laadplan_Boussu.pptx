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ussu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Boussu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BOUSSU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Boussu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9.706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Boussu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Boussu,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 parkings · 9.706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johanmmk.github.io/gemeenten/Kaart_bedrijfsparkings_Boussu.html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Boussu.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2.024 auto’s op 44 slimme parkings in Boussu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4.8 km van Boussu.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Boussu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Boussu, op ± 4.8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Boussu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Boussu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Boussu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Boussu</dc:title>
  <dc:subject>PptxGenJS Presentation</dc:subject>
  <dc:creator>Fluctus</dc:creator>
  <cp:lastModifiedBy>Fluctus</cp:lastModifiedBy>
  <cp:revision>1</cp:revision>
  <dcterms:created xsi:type="dcterms:W3CDTF">2026-06-23T22:54:35Z</dcterms:created>
  <dcterms:modified xsi:type="dcterms:W3CDTF">2026-06-23T22:54:35Z</dcterms:modified>
</cp:coreProperties>
</file>