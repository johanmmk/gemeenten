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lankenberg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Blankenberge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BLANKENBERGE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Blankenberge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4.137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Blankenberge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4.137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€ 12,41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4.137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€ 6,21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4.137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€ 12,41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Blankenberge,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105 parkings · 4.137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johanmmk.github.io/gemeenten/Kaart_bedrijfsparkings_Blankenberge.html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Blankenberge.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1.561 auto’s op 38 slimme parkings in Blankenberge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ZEEBR150 (150 kV), 4.5 km van Blankenberge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Blankenberge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ZEEBR150 (150 kV) — dichtste kopstation bij Blankenberge, op ± 4.5 km (laagste load van de cluster &lt;5 km). Flex ≈ 32.8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Blankenberge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Blankenberge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Blankenberge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Blankenberge</dc:title>
  <dc:subject>PptxGenJS Presentation</dc:subject>
  <dc:creator>Fluctus</dc:creator>
  <cp:lastModifiedBy>Fluctus</cp:lastModifiedBy>
  <cp:revision>1</cp:revision>
  <dcterms:created xsi:type="dcterms:W3CDTF">2026-06-25T00:15:38Z</dcterms:created>
  <dcterms:modified xsi:type="dcterms:W3CDTF">2026-06-25T00:15:38Z</dcterms:modified>
</cp:coreProperties>
</file>