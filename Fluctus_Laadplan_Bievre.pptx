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iev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Bièvre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BIÈVRE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Bièvre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1.287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Bièvre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Bièvre,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parkings · 1.287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johanmmk.github.io/gemeenten/Kaart_bedrijfsparkings_Bievre.html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Bièvre.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 auto’s op 15 slimme parkings in Bièvre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MOARD 70 (70 kV), 3.3 km van Bièvre.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Bièvre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MOARD 70 (70 kV) — dichtste kopstation bij Bièvre, op ± 3.3 km. Flex ≈ 5.1 MW (11 kW/wagen + 10 kW batterij) op 25.7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Bièvre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Bièvre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Bièvre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Bièvre</dc:title>
  <dc:subject>PptxGenJS Presentation</dc:subject>
  <dc:creator>Fluctus</dc:creator>
  <cp:lastModifiedBy>Fluctus</cp:lastModifiedBy>
  <cp:revision>1</cp:revision>
  <dcterms:created xsi:type="dcterms:W3CDTF">2026-06-25T00:14:27Z</dcterms:created>
  <dcterms:modified xsi:type="dcterms:W3CDTF">2026-06-25T00:14:27Z</dcterms:modified>
</cp:coreProperties>
</file>