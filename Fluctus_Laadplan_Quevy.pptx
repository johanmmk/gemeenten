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6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8.xlsx"/></Relationships>
</file>

<file path=ppt/charts/chart3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47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Quev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6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Quévy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QUÉVY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Quévy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3.895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Quévy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3.895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3.895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3.895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€ 11,69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Quévy,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parkings · 3.895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johanmmk.github.io/gemeenten/Kaart_bedrijfsparkings_Quevy.html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Quévy.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461 auto’s op 22 slimme parkings in Quévy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39% naar 47%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HARMI150 (150 kV), 6.1 km van Quévy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Quévy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HARMI150 (150 kV) — dichtste kopstation bij Quévy, op ± 6.1 km (laagste load van de cluster &lt;5 km). Flex ≈ 9.7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Quévy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Quévy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Quévy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Quévy</dc:title>
  <dc:subject>PptxGenJS Presentation</dc:subject>
  <dc:creator>Fluctus</dc:creator>
  <cp:lastModifiedBy>Fluctus</cp:lastModifiedBy>
  <cp:revision>1</cp:revision>
  <dcterms:created xsi:type="dcterms:W3CDTF">2026-06-25T03:15:35Z</dcterms:created>
  <dcterms:modified xsi:type="dcterms:W3CDTF">2026-06-25T03:15:35Z</dcterms:modified>
</cp:coreProperties>
</file>