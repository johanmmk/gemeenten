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9.xlsx"/></Relationships>
</file>

<file path=ppt/charts/chart3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uss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MUSSON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Musson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727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Musson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Musson,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parkings · 727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johanmmk.github.io/gemeenten/Kaart_bedrijfsparkings_Musson.html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Musson.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auto’s op 3 slimme parkings in Musson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AUBAN220 (220 kV), 8.8 km van Musson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Musson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AUBAN220 (220 kV) — dichtste kopstation bij Musson, op ± 8.8 km (laagste load van de cluster &lt;5 km). Flex ≈ 1.2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Musson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Musson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Musson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Musson</dc:title>
  <dc:subject>PptxGenJS Presentation</dc:subject>
  <dc:creator>Fluctus</dc:creator>
  <cp:lastModifiedBy>Fluctus</cp:lastModifiedBy>
  <cp:revision>1</cp:revision>
  <dcterms:created xsi:type="dcterms:W3CDTF">2026-06-25T02:40:06Z</dcterms:created>
  <dcterms:modified xsi:type="dcterms:W3CDTF">2026-06-25T02:40:06Z</dcterms:modified>
</cp:coreProperties>
</file>