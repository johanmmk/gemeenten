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6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6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8.xlsx"/></Relationships>
</file>

<file path=ppt/charts/chart4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esterlo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6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Westerlo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WESTERLO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Westerlo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9.215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Westerlo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+ 155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9.215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€ 13,82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€ 27,64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9.215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€ 13,82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9.215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€ 27,64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Westerlo,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 parkings · 9.215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johanmmk.github.io/gemeenten/Kaart_bedrijfsparkings_Westerlo.html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Westerlo.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3.264 auto’s op 64 slimme parkings in Westerlo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40% naar 67%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HEZE 150 (150 kV), 5.9 km van Westerlo.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Westerlo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HEZE 150 (150 kV) — dichtste kopstation bij Westerlo, op ± 5.9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Westerlo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Westerlo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Westerlo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Westerlo</dc:title>
  <dc:subject>PptxGenJS Presentation</dc:subject>
  <dc:creator>Fluctus</dc:creator>
  <cp:lastModifiedBy>Fluctus</cp:lastModifiedBy>
  <cp:revision>1</cp:revision>
  <dcterms:created xsi:type="dcterms:W3CDTF">2026-06-25T03:46:07Z</dcterms:created>
  <dcterms:modified xsi:type="dcterms:W3CDTF">2026-06-25T03:46:07Z</dcterms:modified>
</cp:coreProperties>
</file>