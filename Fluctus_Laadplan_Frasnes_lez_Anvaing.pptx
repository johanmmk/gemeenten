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3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3.xlsx"/></Relationships>
</file>

<file path=ppt/charts/chart1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Frasnes_lez_Anvaing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3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Frasnes-lez-Anvaing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FRASNES-LEZ-ANVAING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Frasnes-lez-Anvaing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3.592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Frasnes-lez-Anvaing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3.592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€ 5,39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€ 10,78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3.592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€ 5,39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3.592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€ 10,78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Frasnes-lez-Anvaing,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parkings · 3.592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johanmmk.github.io/gemeenten/Kaart_bedrijfsparkings_Frasnes_lez_Anvaing.html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Frasnes-lez-Anvaing.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auto’s op 0 slimme parkings in Frasnes-lez-Anvaing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LIGNE 70 (70 kV), 8.8 km van Frasnes-lez-Anvaing.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Frasnes-lez-Anvaing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LIGNE 70 (70 kV) — dichtste kopstation bij Frasnes-lez-Anvaing, op ± 8.8 km. Flex ≈ 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Frasnes-lez-Anvaing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Frasnes-lez-Anvaing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Frasnes-lez-Anvaing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Frasnes-lez-Anvaing</dc:title>
  <dc:subject>PptxGenJS Presentation</dc:subject>
  <dc:creator>Fluctus</dc:creator>
  <cp:lastModifiedBy>Fluctus</cp:lastModifiedBy>
  <cp:revision>1</cp:revision>
  <dcterms:created xsi:type="dcterms:W3CDTF">2026-06-24T00:06:14Z</dcterms:created>
  <dcterms:modified xsi:type="dcterms:W3CDTF">2026-06-24T00:06:14Z</dcterms:modified>
</cp:coreProperties>
</file>