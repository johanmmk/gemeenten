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6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6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6.xlsx"/></Relationships>
</file>

<file path=ppt/charts/chart16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arelbek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6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Harelbeke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HARELBEKE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Harelbeke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19.477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Harelbeke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+ 414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19.477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€ 29,22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€ 58,43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19.477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€ 29,22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19.477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€ 58,43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Harelbeke,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506 parkings · 19.477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johanmmk.github.io/gemeenten/Kaart_bedrijfsparkings_Harelbeke.html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Harelbeke.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2.928 auto’s op 92 slimme parkings in Harelbeke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HAREL 36 (36 kV), 0.7 km van Harelbeke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Harelbeke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HAREL 36 (36 kV) — dichtste kopstation bij Harelbeke, op ± 0.7 km (laagste load van de cluster &lt;5 km). Flex ≈ 12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Harelbeke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Harelbeke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Harelbeke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Harelbeke</dc:title>
  <dc:subject>PptxGenJS Presentation</dc:subject>
  <dc:creator>Fluctus</dc:creator>
  <cp:lastModifiedBy>Fluctus</cp:lastModifiedBy>
  <cp:revision>1</cp:revision>
  <dcterms:created xsi:type="dcterms:W3CDTF">2026-06-24T00:35:48Z</dcterms:created>
  <dcterms:modified xsi:type="dcterms:W3CDTF">2026-06-24T00:35:48Z</dcterms:modified>
</cp:coreProperties>
</file>