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oisch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Doische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DOISCHE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Doische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1.269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Doische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Doische,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parkings · 1.269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johanmmk.github.io/gemeenten/Kaart_bedrijfsparkings_Doische.html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Doische.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auto’s op 1 slimme parkings in Doische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HASTI 70 (70 kV), 10.9 km van Doische.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Doische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HASTI 70 (70 kV) — dichtste kopstation bij Doische, op ± 10.9 km. Flex ≈ 0.3 MW (11 kW/wagen + 10 kW batterij) op 34.7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Doische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Doische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Doische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Doische</dc:title>
  <dc:subject>PptxGenJS Presentation</dc:subject>
  <dc:creator>Fluctus</dc:creator>
  <cp:lastModifiedBy>Fluctus</cp:lastModifiedBy>
  <cp:revision>1</cp:revision>
  <dcterms:created xsi:type="dcterms:W3CDTF">2026-06-25T00:51:34Z</dcterms:created>
  <dcterms:modified xsi:type="dcterms:W3CDTF">2026-06-25T00:51:34Z</dcterms:modified>
</cp:coreProperties>
</file>