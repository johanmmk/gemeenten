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35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Bertem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3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Bertem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BERTEM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Bertem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3.867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Bertem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+ 94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3.867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107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€ 5,80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€ 11,60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3.867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€ 5,80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3.867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€ 11,60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Bertem,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107 parkings · 3.867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johanmmk.github.io/gemeenten/Kaart_bedrijfsparkings_Bertem.html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Bertem.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456 auto’s op 13 slimme parkings in Bertem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35%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GASTH 70 (70 kV), 5.4 km van Bertem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Bertem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GASTH 70 (70 kV) — dichtste kopstation bij Bertem, op ± 5.4 km (laagste load van de cluster &lt;5 km). Flex ≈ 9.6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Bertem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+83%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Bertem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+83%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Bertem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Bertem</dc:title>
  <dc:subject>PptxGenJS Presentation</dc:subject>
  <dc:creator>Fluctus</dc:creator>
  <cp:lastModifiedBy>Fluctus</cp:lastModifiedBy>
  <cp:revision>1</cp:revision>
  <dcterms:created xsi:type="dcterms:W3CDTF">2026-06-25T00:10:43Z</dcterms:created>
  <dcterms:modified xsi:type="dcterms:W3CDTF">2026-06-25T00:10:43Z</dcterms:modified>
</cp:coreProperties>
</file>