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ohanmmk.github.io/gemeenten/Kaart_bedrijfsparkings_Beloeil.html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Beloeil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BELOEIL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Beloeil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2.105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Beloeil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Beloeil,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EAF0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50003" y="46210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50003" y="4621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19919" y="527148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9919" y="527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74052" y="52697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052" y="52697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94699" y="44621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4699" y="44621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84181" y="53136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4181" y="53136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77665" y="52417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7665" y="52417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05435" y="48208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5435" y="482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60780" y="42701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0780" y="42701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1690" y="39147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1690" y="39147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29878" y="48381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29878" y="48381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69157" y="378214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69157" y="37821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2707" y="49932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2707" y="49932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15137" y="39076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15137" y="39076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88483" y="38981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8483" y="38981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04912" y="48645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4912" y="48645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19040" y="37868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9040" y="37868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70979" y="54730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0979" y="54730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2689" y="54643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2689" y="54643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81680" y="54772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1680" y="5477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27864" y="49650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27864" y="49650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0638" y="53068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0638" y="53068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26281" y="45645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26281" y="45645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203495" y="449571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3495" y="44957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318435" y="52322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18435" y="52322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585919" y="50825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85919" y="50825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125538" y="46214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5538" y="46214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800552" y="47510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00552" y="47510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340190" y="368732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40190" y="368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991542" y="526432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91542" y="52643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603997" y="370954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03997" y="37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189273" y="453109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89273" y="45310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240053" y="450466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40053" y="45046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107705" y="457502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7705" y="45750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218589" y="390605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18589" y="390605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625432" y="394882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625432" y="39488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287371" y="451864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287371" y="45186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119917" y="430341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19917" y="4303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408618" y="438277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408618" y="43827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406154" y="472863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06154" y="472863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440996" y="404750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440996" y="40475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574814" y="444477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74814" y="444477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473004" y="417498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473004" y="41749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448777" y="418559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448777" y="4185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96112" y="535750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96112" y="5357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118157" y="456499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118157" y="45649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422392" y="386647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422392" y="386647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2246797" y="335627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246797" y="335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1455964" y="404929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455964" y="40492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715789" y="367545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715789" y="367545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865902" y="213055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865902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184874" y="500015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184874" y="50001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073075" y="523739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3075" y="52373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1296662" y="424729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296662" y="4247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871598" y="471081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871598" y="47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3472080" y="424357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472080" y="42435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3437642" y="429189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437642" y="42918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3897506" y="383882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897506" y="38388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3755781" y="475087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755781" y="4750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3532934" y="501077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532934" y="5010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3197813" y="521121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197813" y="521121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4623435" y="475635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623435" y="47563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4674353" y="474623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674353" y="474623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4506120" y="477463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506120" y="47746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868680" y="56052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spreiding — interactieve kaart via de link.</a:t>
            </a:r>
            <a:endParaRPr lang="en-US" sz="1000" dirty="0"/>
          </a:p>
        </p:txBody>
      </p:sp>
      <p:sp>
        <p:nvSpPr>
          <p:cNvPr id="132" name="Text 130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parkings · 2.105 plaatsen</a:t>
            </a:r>
            <a:endParaRPr lang="en-US" sz="2200" dirty="0"/>
          </a:p>
        </p:txBody>
      </p:sp>
      <p:sp>
        <p:nvSpPr>
          <p:cNvPr id="133" name="Text 131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134" name="Text 132">
            <a:hlinkClick r:id="rId1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johanmmk.github.io/gemeenten/Kaart_bedrijfsparkings_Beloeil.html</a:t>
            </a:r>
            <a:endParaRPr lang="en-US" sz="1150" dirty="0"/>
          </a:p>
        </p:txBody>
      </p:sp>
      <p:sp>
        <p:nvSpPr>
          <p:cNvPr id="135" name="Shape 133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7" name="Text 134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8" name="Shape 135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40" name="Text 136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41" name="Shape 137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43" name="Text 138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44" name="Text 13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45" name="Text 14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Beloeil.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647 auto’s op 22 slimme parkings in Beloeil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QUEVA 70 (70 kV), 2.3 km van Beloeil.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Beloeil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QUEVA 70 (70 kV) — dichtste kopstation bij Beloeil, op ± 2.3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Beloeil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Beloeil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Beloeil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Beloeil</dc:title>
  <dc:subject>PptxGenJS Presentation</dc:subject>
  <dc:creator>Fluctus</dc:creator>
  <cp:lastModifiedBy>Fluctus</cp:lastModifiedBy>
  <cp:revision>1</cp:revision>
  <dcterms:created xsi:type="dcterms:W3CDTF">2026-06-24T20:48:20Z</dcterms:created>
  <dcterms:modified xsi:type="dcterms:W3CDTF">2026-06-24T20:48:20Z</dcterms:modified>
</cp:coreProperties>
</file>