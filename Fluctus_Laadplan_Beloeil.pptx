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johanmmk.github.io/gemeenten/Kaart_bedrijfsparkings_Beloeil.html" TargetMode="External"/><Relationship Id="rId2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Beloeil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BELOEIL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Beloeil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2.105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Beloeil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2.105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€ 3,16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€ 6,32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2.105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€ 3,16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2.105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€ 6,32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Beloeil,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EAF0F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250003" y="462105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50003" y="46210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19919" y="527148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19919" y="52714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374052" y="526974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74052" y="52697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094699" y="446218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94699" y="446218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84181" y="531362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84181" y="531362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77665" y="524171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77665" y="524171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905435" y="482086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905435" y="48208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60780" y="427019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60780" y="427019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1690" y="391476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91690" y="39147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929878" y="483819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29878" y="483819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369157" y="378214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69157" y="378214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2707" y="499325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2707" y="499325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115137" y="390762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15137" y="39076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888483" y="389813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88483" y="389813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604912" y="486455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04912" y="486455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519040" y="378689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519040" y="378689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770979" y="547303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70979" y="547303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792689" y="546432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92689" y="546432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781680" y="547725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81680" y="54772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227864" y="496506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227864" y="496506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0638" y="530686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0638" y="530686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26281" y="456451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26281" y="45645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203495" y="449571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203495" y="449571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318435" y="523227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318435" y="523227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585919" y="508259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585919" y="508259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125538" y="462148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25538" y="462148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800552" y="475107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00552" y="475107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340190" y="368732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40190" y="3687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2991542" y="526432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991542" y="526432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2603997" y="370954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603997" y="37095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5189273" y="453109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89273" y="453109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5240053" y="450466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240053" y="450466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5107705" y="457502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7705" y="45750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2218589" y="390605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218589" y="390605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1625432" y="394882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625432" y="394882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5287371" y="451864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287371" y="451864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5119917" y="430341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119917" y="4303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1408618" y="438277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408618" y="438277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4406154" y="472863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406154" y="472863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1440996" y="404750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440996" y="40475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1574814" y="444477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574814" y="444477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2473004" y="417498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473004" y="417498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2448777" y="418559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448777" y="41855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896112" y="535750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96112" y="53575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5118157" y="456499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118157" y="45649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5422392" y="386647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422392" y="386647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97" name="Shape 95"/>
          <p:cNvSpPr/>
          <p:nvPr/>
        </p:nvSpPr>
        <p:spPr>
          <a:xfrm>
            <a:off x="2246797" y="335627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2246797" y="3356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1455964" y="404929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455964" y="404929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1" name="Shape 99"/>
          <p:cNvSpPr/>
          <p:nvPr/>
        </p:nvSpPr>
        <p:spPr>
          <a:xfrm>
            <a:off x="1715789" y="367545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1715789" y="367545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3" name="Shape 101"/>
          <p:cNvSpPr/>
          <p:nvPr/>
        </p:nvSpPr>
        <p:spPr>
          <a:xfrm>
            <a:off x="3865902" y="213055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865902" y="2130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4184874" y="500015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184874" y="500015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4073075" y="523739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73075" y="523739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1296662" y="424729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1296662" y="42472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11" name="Shape 109"/>
          <p:cNvSpPr/>
          <p:nvPr/>
        </p:nvSpPr>
        <p:spPr>
          <a:xfrm>
            <a:off x="3871598" y="4710812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871598" y="47108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900" dirty="0"/>
          </a:p>
        </p:txBody>
      </p:sp>
      <p:sp>
        <p:nvSpPr>
          <p:cNvPr id="113" name="Shape 111"/>
          <p:cNvSpPr/>
          <p:nvPr/>
        </p:nvSpPr>
        <p:spPr>
          <a:xfrm>
            <a:off x="3472080" y="4243579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3472080" y="424357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3437642" y="429189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437642" y="429189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3897506" y="383882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3897506" y="383882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19" name="Shape 117"/>
          <p:cNvSpPr/>
          <p:nvPr/>
        </p:nvSpPr>
        <p:spPr>
          <a:xfrm>
            <a:off x="3755781" y="475087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3755781" y="47508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21" name="Shape 119"/>
          <p:cNvSpPr/>
          <p:nvPr/>
        </p:nvSpPr>
        <p:spPr>
          <a:xfrm>
            <a:off x="3532934" y="501077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3532934" y="5010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23" name="Shape 121"/>
          <p:cNvSpPr/>
          <p:nvPr/>
        </p:nvSpPr>
        <p:spPr>
          <a:xfrm>
            <a:off x="3197813" y="5211219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3197813" y="521121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25" name="Shape 123"/>
          <p:cNvSpPr/>
          <p:nvPr/>
        </p:nvSpPr>
        <p:spPr>
          <a:xfrm>
            <a:off x="4623435" y="475635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623435" y="475635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4674353" y="474623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674353" y="474623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4506120" y="477463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506120" y="477463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31" name="Text 129"/>
          <p:cNvSpPr/>
          <p:nvPr/>
        </p:nvSpPr>
        <p:spPr>
          <a:xfrm>
            <a:off x="868680" y="5605272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Schematische spreiding — interactieve kaart via de link.</a:t>
            </a:r>
            <a:endParaRPr lang="en-US" sz="1000" dirty="0"/>
          </a:p>
        </p:txBody>
      </p:sp>
      <p:sp>
        <p:nvSpPr>
          <p:cNvPr id="132" name="Text 130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 parkings · 2.105 plaatsen</a:t>
            </a:r>
            <a:endParaRPr lang="en-US" sz="2200" dirty="0"/>
          </a:p>
        </p:txBody>
      </p:sp>
      <p:sp>
        <p:nvSpPr>
          <p:cNvPr id="133" name="Text 131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134" name="Text 132">
            <a:hlinkClick r:id="rId1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johanmmk.github.io/gemeenten/Kaart_bedrijfsparkings_Beloeil.html</a:t>
            </a:r>
            <a:endParaRPr lang="en-US" sz="1150" dirty="0"/>
          </a:p>
        </p:txBody>
      </p:sp>
      <p:sp>
        <p:nvSpPr>
          <p:cNvPr id="135" name="Shape 133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7" name="Text 134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8" name="Shape 135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40" name="Text 136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41" name="Shape 137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43" name="Text 138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44" name="Text 139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145" name="Text 140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Beloeil.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647 auto’s op 22 slimme parkings in Beloeil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QUEVA 70 (70 kV), 2.3 km van Beloeil.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Beloeil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QUEVA 70 (70 kV) — dichtste kopstation bij Beloeil, op ± 2.3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Beloeil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Beloeil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Beloeil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Beloeil</dc:title>
  <dc:subject>PptxGenJS Presentation</dc:subject>
  <dc:creator>Fluctus</dc:creator>
  <cp:lastModifiedBy>Fluctus</cp:lastModifiedBy>
  <cp:revision>1</cp:revision>
  <dcterms:created xsi:type="dcterms:W3CDTF">2026-06-23T22:35:46Z</dcterms:created>
  <dcterms:modified xsi:type="dcterms:W3CDTF">2026-06-23T22:35:46Z</dcterms:modified>
</cp:coreProperties>
</file>